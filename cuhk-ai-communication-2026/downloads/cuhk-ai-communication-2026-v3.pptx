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454b6f4cd44fdc" /><Relationship Type="http://schemas.openxmlformats.org/officeDocument/2006/relationships/extended-properties" Target="/docProps/app.xml" Id="R18db5ac442664228" /><Relationship Type="http://schemas.openxmlformats.org/officeDocument/2006/relationships/officeDocument" Target="/ppt/presentation.xml" Id="Rdbf15dfc27f94322" /></Relationships>
</file>

<file path=ppt/presentation.xml><?xml version="1.0" encoding="utf-8"?>
<p:presentation xmlns:p="http://schemas.openxmlformats.org/presentationml/2006/main">
  <p:sldMasterIdLst>
    <p:sldMasterId xmlns:r="http://schemas.openxmlformats.org/officeDocument/2006/relationships" id="2147483648" r:id="Rb00db01f0d5c4288"/>
  </p:sldMasterIdLst>
  <p:notesMasterIdLst>
    <p:notesMasterId xmlns:r="http://schemas.openxmlformats.org/officeDocument/2006/relationships" r:id="R4ecb07ab3d9b4560"/>
  </p:notesMasterIdLst>
  <p:sldIdLst>
    <p:sldId xmlns:r="http://schemas.openxmlformats.org/officeDocument/2006/relationships" id="256" r:id="R0722db09feae4cd0"/>
    <p:sldId xmlns:r="http://schemas.openxmlformats.org/officeDocument/2006/relationships" id="257" r:id="R881106fbc0d14688"/>
    <p:sldId xmlns:r="http://schemas.openxmlformats.org/officeDocument/2006/relationships" id="258" r:id="R48f05936951749b6"/>
    <p:sldId xmlns:r="http://schemas.openxmlformats.org/officeDocument/2006/relationships" id="259" r:id="Rb4ca14dcbbd5419a"/>
    <p:sldId xmlns:r="http://schemas.openxmlformats.org/officeDocument/2006/relationships" id="260" r:id="R0058a64c78f5434f"/>
    <p:sldId xmlns:r="http://schemas.openxmlformats.org/officeDocument/2006/relationships" id="261" r:id="Rdf2173f8525b4963"/>
    <p:sldId xmlns:r="http://schemas.openxmlformats.org/officeDocument/2006/relationships" id="262" r:id="R3cbca3011bda49c2"/>
    <p:sldId xmlns:r="http://schemas.openxmlformats.org/officeDocument/2006/relationships" id="263" r:id="Rd40739e1b65841df"/>
    <p:sldId xmlns:r="http://schemas.openxmlformats.org/officeDocument/2006/relationships" id="264" r:id="R926f203825554678"/>
    <p:sldId xmlns:r="http://schemas.openxmlformats.org/officeDocument/2006/relationships" id="265" r:id="R0cb98a2efff04827"/>
    <p:sldId xmlns:r="http://schemas.openxmlformats.org/officeDocument/2006/relationships" id="266" r:id="R29815b93a0a146c7"/>
    <p:sldId xmlns:r="http://schemas.openxmlformats.org/officeDocument/2006/relationships" id="267" r:id="R74b820eeecb245e5"/>
    <p:sldId xmlns:r="http://schemas.openxmlformats.org/officeDocument/2006/relationships" id="268" r:id="R112ff24808ee4ca1"/>
    <p:sldId xmlns:r="http://schemas.openxmlformats.org/officeDocument/2006/relationships" id="269" r:id="Rdbc8b466ad154b7b"/>
    <p:sldId xmlns:r="http://schemas.openxmlformats.org/officeDocument/2006/relationships" id="270" r:id="R472bf807b66f4ec1"/>
    <p:sldId xmlns:r="http://schemas.openxmlformats.org/officeDocument/2006/relationships" id="271" r:id="R2094c40b28d14dd4"/>
    <p:sldId xmlns:r="http://schemas.openxmlformats.org/officeDocument/2006/relationships" id="272" r:id="R95c5ca9bef3647cd"/>
    <p:sldId xmlns:r="http://schemas.openxmlformats.org/officeDocument/2006/relationships" id="273" r:id="Rc0930fd6c8ad4dd9"/>
    <p:sldId xmlns:r="http://schemas.openxmlformats.org/officeDocument/2006/relationships" id="274" r:id="R60007d9ea4cb483c"/>
    <p:sldId xmlns:r="http://schemas.openxmlformats.org/officeDocument/2006/relationships" id="275" r:id="R85fee1b759d14608"/>
    <p:sldId xmlns:r="http://schemas.openxmlformats.org/officeDocument/2006/relationships" id="276" r:id="Re29bf82cdf8b415e"/>
    <p:sldId xmlns:r="http://schemas.openxmlformats.org/officeDocument/2006/relationships" id="277" r:id="Rabc1d15df6be4403"/>
    <p:sldId xmlns:r="http://schemas.openxmlformats.org/officeDocument/2006/relationships" id="278" r:id="Rbce10b19fcc44b27"/>
    <p:sldId xmlns:r="http://schemas.openxmlformats.org/officeDocument/2006/relationships" id="279" r:id="R21da932ef7c542d3"/>
    <p:sldId xmlns:r="http://schemas.openxmlformats.org/officeDocument/2006/relationships" id="280" r:id="Rbf0877e7e9d94e8f"/>
    <p:sldId xmlns:r="http://schemas.openxmlformats.org/officeDocument/2006/relationships" id="281" r:id="Rb8bdb19f8ef14ff9"/>
    <p:sldId xmlns:r="http://schemas.openxmlformats.org/officeDocument/2006/relationships" id="282" r:id="R95633a7e58a74c06"/>
    <p:sldId xmlns:r="http://schemas.openxmlformats.org/officeDocument/2006/relationships" id="283" r:id="R86342306df074fee"/>
    <p:sldId xmlns:r="http://schemas.openxmlformats.org/officeDocument/2006/relationships" id="284" r:id="Rb8763cf7bb694c3e"/>
    <p:sldId xmlns:r="http://schemas.openxmlformats.org/officeDocument/2006/relationships" id="285" r:id="R968097a3d3564d6f"/>
    <p:sldId xmlns:r="http://schemas.openxmlformats.org/officeDocument/2006/relationships" id="286" r:id="R968528fc635944aa"/>
    <p:sldId xmlns:r="http://schemas.openxmlformats.org/officeDocument/2006/relationships" id="287" r:id="R5f86e290be594e61"/>
    <p:sldId xmlns:r="http://schemas.openxmlformats.org/officeDocument/2006/relationships" id="288" r:id="Ra3855b09e5594f34"/>
    <p:sldId xmlns:r="http://schemas.openxmlformats.org/officeDocument/2006/relationships" id="289" r:id="R10d51769bfd64724"/>
    <p:sldId xmlns:r="http://schemas.openxmlformats.org/officeDocument/2006/relationships" id="290" r:id="Rb806390689fa4c6d"/>
    <p:sldId xmlns:r="http://schemas.openxmlformats.org/officeDocument/2006/relationships" id="291" r:id="Rafdcccd443004317"/>
    <p:sldId xmlns:r="http://schemas.openxmlformats.org/officeDocument/2006/relationships" id="292" r:id="Rcdca1265245e4884"/>
    <p:sldId xmlns:r="http://schemas.openxmlformats.org/officeDocument/2006/relationships" id="293" r:id="R5e55d71f2e264b37"/>
    <p:sldId xmlns:r="http://schemas.openxmlformats.org/officeDocument/2006/relationships" id="294" r:id="R08812897b27c40d3"/>
    <p:sldId xmlns:r="http://schemas.openxmlformats.org/officeDocument/2006/relationships" id="295" r:id="R0eb613cc999e45f4"/>
    <p:sldId xmlns:r="http://schemas.openxmlformats.org/officeDocument/2006/relationships" id="296" r:id="R6af1c098a33847af"/>
    <p:sldId xmlns:r="http://schemas.openxmlformats.org/officeDocument/2006/relationships" id="297" r:id="R67269307938f4833"/>
    <p:sldId xmlns:r="http://schemas.openxmlformats.org/officeDocument/2006/relationships" id="298" r:id="R8e4a28d35dc34afd"/>
    <p:sldId xmlns:r="http://schemas.openxmlformats.org/officeDocument/2006/relationships" id="299" r:id="R8823844e9e8348f2"/>
    <p:sldId xmlns:r="http://schemas.openxmlformats.org/officeDocument/2006/relationships" id="300" r:id="Rba083cb391e94ba4"/>
    <p:sldId xmlns:r="http://schemas.openxmlformats.org/officeDocument/2006/relationships" id="301" r:id="R3bab17c99d78479c"/>
    <p:sldId xmlns:r="http://schemas.openxmlformats.org/officeDocument/2006/relationships" id="302" r:id="Re30a2ddcede446b1"/>
    <p:sldId xmlns:r="http://schemas.openxmlformats.org/officeDocument/2006/relationships" id="303" r:id="R8e9a4ac71ad74c46"/>
    <p:sldId xmlns:r="http://schemas.openxmlformats.org/officeDocument/2006/relationships" id="304" r:id="Rcce672d3aeea4360"/>
    <p:sldId xmlns:r="http://schemas.openxmlformats.org/officeDocument/2006/relationships" id="305" r:id="R1be463f51e4a4972"/>
    <p:sldId xmlns:r="http://schemas.openxmlformats.org/officeDocument/2006/relationships" id="306" r:id="R72dcda88bdb04add"/>
    <p:sldId xmlns:r="http://schemas.openxmlformats.org/officeDocument/2006/relationships" id="307" r:id="R80dfe7ff769748e0"/>
    <p:sldId xmlns:r="http://schemas.openxmlformats.org/officeDocument/2006/relationships" id="308" r:id="R9f48fa6f9b1f4d34"/>
    <p:sldId xmlns:r="http://schemas.openxmlformats.org/officeDocument/2006/relationships" id="309" r:id="R96691ae75c024fa4"/>
    <p:sldId xmlns:r="http://schemas.openxmlformats.org/officeDocument/2006/relationships" id="310" r:id="R24e43f9995f1406f"/>
    <p:sldId xmlns:r="http://schemas.openxmlformats.org/officeDocument/2006/relationships" id="311" r:id="R106ede0cfb9e4a2b"/>
    <p:sldId xmlns:r="http://schemas.openxmlformats.org/officeDocument/2006/relationships" id="312" r:id="Rdcf067614c864217"/>
    <p:sldId xmlns:r="http://schemas.openxmlformats.org/officeDocument/2006/relationships" id="313" r:id="R1499b7b973ec400c"/>
    <p:sldId xmlns:r="http://schemas.openxmlformats.org/officeDocument/2006/relationships" id="314" r:id="R1af986da25ad4665"/>
    <p:sldId xmlns:r="http://schemas.openxmlformats.org/officeDocument/2006/relationships" id="315" r:id="R98d8f599e0ba42bd"/>
    <p:sldId xmlns:r="http://schemas.openxmlformats.org/officeDocument/2006/relationships" id="316" r:id="R5084f659e3914d5f"/>
    <p:sldId xmlns:r="http://schemas.openxmlformats.org/officeDocument/2006/relationships" id="317" r:id="R3c2f924f86474a15"/>
    <p:sldId xmlns:r="http://schemas.openxmlformats.org/officeDocument/2006/relationships" id="318" r:id="R337db423446c4854"/>
    <p:sldId xmlns:r="http://schemas.openxmlformats.org/officeDocument/2006/relationships" id="319" r:id="R957b8b2cbc5347f5"/>
    <p:sldId xmlns:r="http://schemas.openxmlformats.org/officeDocument/2006/relationships" id="320" r:id="R4c147e97b155433c"/>
    <p:sldId xmlns:r="http://schemas.openxmlformats.org/officeDocument/2006/relationships" id="321" r:id="Rdbc7a5c6d5364732"/>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f55edd9cd3422e" /><Relationship Type="http://schemas.openxmlformats.org/officeDocument/2006/relationships/slideMaster" Target="/ppt/slideMasters/slideMaster1.xml" Id="Rb00db01f0d5c4288" /><Relationship Type="http://schemas.openxmlformats.org/officeDocument/2006/relationships/notesMaster" Target="/ppt/notesMasters/notesMaster1.xml" Id="R4ecb07ab3d9b4560" /><Relationship Type="http://schemas.openxmlformats.org/officeDocument/2006/relationships/presProps" Target="/ppt/presProps.xml" Id="Rfde2265ef80a4ad2" /><Relationship Type="http://schemas.openxmlformats.org/officeDocument/2006/relationships/tableStyles" Target="/ppt/tableStyles.xml" Id="R4955ef72ecb548e1" /><Relationship Type="http://schemas.openxmlformats.org/officeDocument/2006/relationships/slide" Target="/ppt/slides/slide1.xml" Id="R0722db09feae4cd0" /><Relationship Type="http://schemas.openxmlformats.org/officeDocument/2006/relationships/slide" Target="/ppt/slides/slide2.xml" Id="R881106fbc0d14688" /><Relationship Type="http://schemas.openxmlformats.org/officeDocument/2006/relationships/slide" Target="/ppt/slides/slide3.xml" Id="R48f05936951749b6" /><Relationship Type="http://schemas.openxmlformats.org/officeDocument/2006/relationships/slide" Target="/ppt/slides/slide4.xml" Id="Rb4ca14dcbbd5419a" /><Relationship Type="http://schemas.openxmlformats.org/officeDocument/2006/relationships/slide" Target="/ppt/slides/slide5.xml" Id="R0058a64c78f5434f" /><Relationship Type="http://schemas.openxmlformats.org/officeDocument/2006/relationships/slide" Target="/ppt/slides/slide6.xml" Id="Rdf2173f8525b4963" /><Relationship Type="http://schemas.openxmlformats.org/officeDocument/2006/relationships/slide" Target="/ppt/slides/slide7.xml" Id="R3cbca3011bda49c2" /><Relationship Type="http://schemas.openxmlformats.org/officeDocument/2006/relationships/slide" Target="/ppt/slides/slide8.xml" Id="Rd40739e1b65841df" /><Relationship Type="http://schemas.openxmlformats.org/officeDocument/2006/relationships/slide" Target="/ppt/slides/slide9.xml" Id="R926f203825554678" /><Relationship Type="http://schemas.openxmlformats.org/officeDocument/2006/relationships/slide" Target="/ppt/slides/slide10.xml" Id="R0cb98a2efff04827" /><Relationship Type="http://schemas.openxmlformats.org/officeDocument/2006/relationships/slide" Target="/ppt/slides/slide11.xml" Id="R29815b93a0a146c7" /><Relationship Type="http://schemas.openxmlformats.org/officeDocument/2006/relationships/slide" Target="/ppt/slides/slide12.xml" Id="R74b820eeecb245e5" /><Relationship Type="http://schemas.openxmlformats.org/officeDocument/2006/relationships/slide" Target="/ppt/slides/slide13.xml" Id="R112ff24808ee4ca1" /><Relationship Type="http://schemas.openxmlformats.org/officeDocument/2006/relationships/slide" Target="/ppt/slides/slide14.xml" Id="Rdbc8b466ad154b7b" /><Relationship Type="http://schemas.openxmlformats.org/officeDocument/2006/relationships/slide" Target="/ppt/slides/slide15.xml" Id="R472bf807b66f4ec1" /><Relationship Type="http://schemas.openxmlformats.org/officeDocument/2006/relationships/slide" Target="/ppt/slides/slide16.xml" Id="R2094c40b28d14dd4" /><Relationship Type="http://schemas.openxmlformats.org/officeDocument/2006/relationships/slide" Target="/ppt/slides/slide17.xml" Id="R95c5ca9bef3647cd" /><Relationship Type="http://schemas.openxmlformats.org/officeDocument/2006/relationships/slide" Target="/ppt/slides/slide18.xml" Id="Rc0930fd6c8ad4dd9" /><Relationship Type="http://schemas.openxmlformats.org/officeDocument/2006/relationships/slide" Target="/ppt/slides/slide19.xml" Id="R60007d9ea4cb483c" /><Relationship Type="http://schemas.openxmlformats.org/officeDocument/2006/relationships/slide" Target="/ppt/slides/slide20.xml" Id="R85fee1b759d14608" /><Relationship Type="http://schemas.openxmlformats.org/officeDocument/2006/relationships/slide" Target="/ppt/slides/slide21.xml" Id="Re29bf82cdf8b415e" /><Relationship Type="http://schemas.openxmlformats.org/officeDocument/2006/relationships/slide" Target="/ppt/slides/slide22.xml" Id="Rabc1d15df6be4403" /><Relationship Type="http://schemas.openxmlformats.org/officeDocument/2006/relationships/slide" Target="/ppt/slides/slide23.xml" Id="Rbce10b19fcc44b27" /><Relationship Type="http://schemas.openxmlformats.org/officeDocument/2006/relationships/slide" Target="/ppt/slides/slide24.xml" Id="R21da932ef7c542d3" /><Relationship Type="http://schemas.openxmlformats.org/officeDocument/2006/relationships/slide" Target="/ppt/slides/slide25.xml" Id="Rbf0877e7e9d94e8f" /><Relationship Type="http://schemas.openxmlformats.org/officeDocument/2006/relationships/slide" Target="/ppt/slides/slide26.xml" Id="Rb8bdb19f8ef14ff9" /><Relationship Type="http://schemas.openxmlformats.org/officeDocument/2006/relationships/slide" Target="/ppt/slides/slide27.xml" Id="R95633a7e58a74c06" /><Relationship Type="http://schemas.openxmlformats.org/officeDocument/2006/relationships/slide" Target="/ppt/slides/slide28.xml" Id="R86342306df074fee" /><Relationship Type="http://schemas.openxmlformats.org/officeDocument/2006/relationships/slide" Target="/ppt/slides/slide29.xml" Id="Rb8763cf7bb694c3e" /><Relationship Type="http://schemas.openxmlformats.org/officeDocument/2006/relationships/slide" Target="/ppt/slides/slide30.xml" Id="R968097a3d3564d6f" /><Relationship Type="http://schemas.openxmlformats.org/officeDocument/2006/relationships/slide" Target="/ppt/slides/slide31.xml" Id="R968528fc635944aa" /><Relationship Type="http://schemas.openxmlformats.org/officeDocument/2006/relationships/slide" Target="/ppt/slides/slide32.xml" Id="R5f86e290be594e61" /><Relationship Type="http://schemas.openxmlformats.org/officeDocument/2006/relationships/slide" Target="/ppt/slides/slide33.xml" Id="Ra3855b09e5594f34" /><Relationship Type="http://schemas.openxmlformats.org/officeDocument/2006/relationships/slide" Target="/ppt/slides/slide34.xml" Id="R10d51769bfd64724" /><Relationship Type="http://schemas.openxmlformats.org/officeDocument/2006/relationships/slide" Target="/ppt/slides/slide35.xml" Id="Rb806390689fa4c6d" /><Relationship Type="http://schemas.openxmlformats.org/officeDocument/2006/relationships/slide" Target="/ppt/slides/slide36.xml" Id="Rafdcccd443004317" /><Relationship Type="http://schemas.openxmlformats.org/officeDocument/2006/relationships/slide" Target="/ppt/slides/slide37.xml" Id="Rcdca1265245e4884" /><Relationship Type="http://schemas.openxmlformats.org/officeDocument/2006/relationships/slide" Target="/ppt/slides/slide38.xml" Id="R5e55d71f2e264b37" /><Relationship Type="http://schemas.openxmlformats.org/officeDocument/2006/relationships/slide" Target="/ppt/slides/slide39.xml" Id="R08812897b27c40d3" /><Relationship Type="http://schemas.openxmlformats.org/officeDocument/2006/relationships/slide" Target="/ppt/slides/slide40.xml" Id="R0eb613cc999e45f4" /><Relationship Type="http://schemas.openxmlformats.org/officeDocument/2006/relationships/slide" Target="/ppt/slides/slide41.xml" Id="R6af1c098a33847af" /><Relationship Type="http://schemas.openxmlformats.org/officeDocument/2006/relationships/slide" Target="/ppt/slides/slide42.xml" Id="R67269307938f4833" /><Relationship Type="http://schemas.openxmlformats.org/officeDocument/2006/relationships/slide" Target="/ppt/slides/slide43.xml" Id="R8e4a28d35dc34afd" /><Relationship Type="http://schemas.openxmlformats.org/officeDocument/2006/relationships/slide" Target="/ppt/slides/slide44.xml" Id="R8823844e9e8348f2" /><Relationship Type="http://schemas.openxmlformats.org/officeDocument/2006/relationships/slide" Target="/ppt/slides/slide45.xml" Id="Rba083cb391e94ba4" /><Relationship Type="http://schemas.openxmlformats.org/officeDocument/2006/relationships/slide" Target="/ppt/slides/slide46.xml" Id="R3bab17c99d78479c" /><Relationship Type="http://schemas.openxmlformats.org/officeDocument/2006/relationships/slide" Target="/ppt/slides/slide47.xml" Id="Re30a2ddcede446b1" /><Relationship Type="http://schemas.openxmlformats.org/officeDocument/2006/relationships/slide" Target="/ppt/slides/slide48.xml" Id="R8e9a4ac71ad74c46" /><Relationship Type="http://schemas.openxmlformats.org/officeDocument/2006/relationships/slide" Target="/ppt/slides/slide49.xml" Id="Rcce672d3aeea4360" /><Relationship Type="http://schemas.openxmlformats.org/officeDocument/2006/relationships/slide" Target="/ppt/slides/slide50.xml" Id="R1be463f51e4a4972" /><Relationship Type="http://schemas.openxmlformats.org/officeDocument/2006/relationships/slide" Target="/ppt/slides/slide51.xml" Id="R72dcda88bdb04add" /><Relationship Type="http://schemas.openxmlformats.org/officeDocument/2006/relationships/slide" Target="/ppt/slides/slide52.xml" Id="R80dfe7ff769748e0" /><Relationship Type="http://schemas.openxmlformats.org/officeDocument/2006/relationships/slide" Target="/ppt/slides/slide53.xml" Id="R9f48fa6f9b1f4d34" /><Relationship Type="http://schemas.openxmlformats.org/officeDocument/2006/relationships/slide" Target="/ppt/slides/slide54.xml" Id="R96691ae75c024fa4" /><Relationship Type="http://schemas.openxmlformats.org/officeDocument/2006/relationships/slide" Target="/ppt/slides/slide55.xml" Id="R24e43f9995f1406f" /><Relationship Type="http://schemas.openxmlformats.org/officeDocument/2006/relationships/slide" Target="/ppt/slides/slide56.xml" Id="R106ede0cfb9e4a2b" /><Relationship Type="http://schemas.openxmlformats.org/officeDocument/2006/relationships/slide" Target="/ppt/slides/slide57.xml" Id="Rdcf067614c864217" /><Relationship Type="http://schemas.openxmlformats.org/officeDocument/2006/relationships/slide" Target="/ppt/slides/slide58.xml" Id="R1499b7b973ec400c" /><Relationship Type="http://schemas.openxmlformats.org/officeDocument/2006/relationships/slide" Target="/ppt/slides/slide59.xml" Id="R1af986da25ad4665" /><Relationship Type="http://schemas.openxmlformats.org/officeDocument/2006/relationships/slide" Target="/ppt/slides/slide60.xml" Id="R98d8f599e0ba42bd" /><Relationship Type="http://schemas.openxmlformats.org/officeDocument/2006/relationships/slide" Target="/ppt/slides/slide61.xml" Id="R5084f659e3914d5f" /><Relationship Type="http://schemas.openxmlformats.org/officeDocument/2006/relationships/slide" Target="/ppt/slides/slide62.xml" Id="R3c2f924f86474a15" /><Relationship Type="http://schemas.openxmlformats.org/officeDocument/2006/relationships/slide" Target="/ppt/slides/slide63.xml" Id="R337db423446c4854" /><Relationship Type="http://schemas.openxmlformats.org/officeDocument/2006/relationships/slide" Target="/ppt/slides/slide64.xml" Id="R957b8b2cbc5347f5" /><Relationship Type="http://schemas.openxmlformats.org/officeDocument/2006/relationships/slide" Target="/ppt/slides/slide65.xml" Id="R4c147e97b155433c" /><Relationship Type="http://schemas.openxmlformats.org/officeDocument/2006/relationships/slide" Target="/ppt/slides/slide66.xml" Id="Rdbc7a5c6d53647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b3eb1daff146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68af3f2a7542be" /><Relationship Type="http://schemas.openxmlformats.org/officeDocument/2006/relationships/notesMaster" Target="/ppt/notesMasters/notesMaster1.xml" Id="R770043f7b6b444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6291a61351464e" /><Relationship Type="http://schemas.openxmlformats.org/officeDocument/2006/relationships/notesMaster" Target="/ppt/notesMasters/notesMaster1.xml" Id="Rdb205195e6674b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cb8cf38e4844bc" /><Relationship Type="http://schemas.openxmlformats.org/officeDocument/2006/relationships/notesMaster" Target="/ppt/notesMasters/notesMaster1.xml" Id="R905c8432b02648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bb9b4474a84849" /><Relationship Type="http://schemas.openxmlformats.org/officeDocument/2006/relationships/notesMaster" Target="/ppt/notesMasters/notesMaster1.xml" Id="Rb510c096f46f49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52f87057bf4673" /><Relationship Type="http://schemas.openxmlformats.org/officeDocument/2006/relationships/notesMaster" Target="/ppt/notesMasters/notesMaster1.xml" Id="R0e8ed72079924d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32ce272af14d66" /><Relationship Type="http://schemas.openxmlformats.org/officeDocument/2006/relationships/notesMaster" Target="/ppt/notesMasters/notesMaster1.xml" Id="R1dc205a3bd0c46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777bfe89a24880" /><Relationship Type="http://schemas.openxmlformats.org/officeDocument/2006/relationships/notesMaster" Target="/ppt/notesMasters/notesMaster1.xml" Id="R5b3297b206e546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f1891affea46ff" /><Relationship Type="http://schemas.openxmlformats.org/officeDocument/2006/relationships/notesMaster" Target="/ppt/notesMasters/notesMaster1.xml" Id="Rfdbb14752d3045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655f303acb404a" /><Relationship Type="http://schemas.openxmlformats.org/officeDocument/2006/relationships/notesMaster" Target="/ppt/notesMasters/notesMaster1.xml" Id="Rf7719d1771824b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b8e7984975480c" /><Relationship Type="http://schemas.openxmlformats.org/officeDocument/2006/relationships/notesMaster" Target="/ppt/notesMasters/notesMaster1.xml" Id="R298eb01179e74e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a5184452d648a5" /><Relationship Type="http://schemas.openxmlformats.org/officeDocument/2006/relationships/notesMaster" Target="/ppt/notesMasters/notesMaster1.xml" Id="Rb3e0c38b996d4d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1839f597144369" /><Relationship Type="http://schemas.openxmlformats.org/officeDocument/2006/relationships/notesMaster" Target="/ppt/notesMasters/notesMaster1.xml" Id="R53e374aaaba346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7916de27a44441" /><Relationship Type="http://schemas.openxmlformats.org/officeDocument/2006/relationships/notesMaster" Target="/ppt/notesMasters/notesMaster1.xml" Id="R8f1a8f70b86e43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c28b0939844e8e" /><Relationship Type="http://schemas.openxmlformats.org/officeDocument/2006/relationships/notesMaster" Target="/ppt/notesMasters/notesMaster1.xml" Id="R7358c3adb2fb49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dd8f5fb3a24d9c" /><Relationship Type="http://schemas.openxmlformats.org/officeDocument/2006/relationships/notesMaster" Target="/ppt/notesMasters/notesMaster1.xml" Id="R01d3bace655145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478d4357a34ce2" /><Relationship Type="http://schemas.openxmlformats.org/officeDocument/2006/relationships/notesMaster" Target="/ppt/notesMasters/notesMaster1.xml" Id="R6ecabc2c74a54d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c78013ca6f4dc1" /><Relationship Type="http://schemas.openxmlformats.org/officeDocument/2006/relationships/notesMaster" Target="/ppt/notesMasters/notesMaster1.xml" Id="Rd61ab2eea63a4d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00a09815244f76" /><Relationship Type="http://schemas.openxmlformats.org/officeDocument/2006/relationships/notesMaster" Target="/ppt/notesMasters/notesMaster1.xml" Id="R393b6aa48e024e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8b0552464c411c" /><Relationship Type="http://schemas.openxmlformats.org/officeDocument/2006/relationships/notesMaster" Target="/ppt/notesMasters/notesMaster1.xml" Id="R0a9d277d231c45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d7a448b0f34aa8" /><Relationship Type="http://schemas.openxmlformats.org/officeDocument/2006/relationships/notesMaster" Target="/ppt/notesMasters/notesMaster1.xml" Id="Rfc5bd861e49c4f7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d36815b57e483e" /><Relationship Type="http://schemas.openxmlformats.org/officeDocument/2006/relationships/notesMaster" Target="/ppt/notesMasters/notesMaster1.xml" Id="R6fb2d8a3d4a94e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497950836e4b28" /><Relationship Type="http://schemas.openxmlformats.org/officeDocument/2006/relationships/notesMaster" Target="/ppt/notesMasters/notesMaster1.xml" Id="Refad75bc1a9c42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377c2cd0af4df2" /><Relationship Type="http://schemas.openxmlformats.org/officeDocument/2006/relationships/notesMaster" Target="/ppt/notesMasters/notesMaster1.xml" Id="Rec0121f5de51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479d5c85ee48be" /><Relationship Type="http://schemas.openxmlformats.org/officeDocument/2006/relationships/notesMaster" Target="/ppt/notesMasters/notesMaster1.xml" Id="Rf24e17c153ec4b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ef1253baee4953" /><Relationship Type="http://schemas.openxmlformats.org/officeDocument/2006/relationships/notesMaster" Target="/ppt/notesMasters/notesMaster1.xml" Id="R453d65e9f83946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e7264d78d94192" /><Relationship Type="http://schemas.openxmlformats.org/officeDocument/2006/relationships/notesMaster" Target="/ppt/notesMasters/notesMaster1.xml" Id="R46d3c2a43c6b45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b1ff5cac5d4316" /><Relationship Type="http://schemas.openxmlformats.org/officeDocument/2006/relationships/notesMaster" Target="/ppt/notesMasters/notesMaster1.xml" Id="R83616233f195475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7417a9568374d51" /><Relationship Type="http://schemas.openxmlformats.org/officeDocument/2006/relationships/notesMaster" Target="/ppt/notesMasters/notesMaster1.xml" Id="Rede5f92ca7014b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7829a22d6b4d51" /><Relationship Type="http://schemas.openxmlformats.org/officeDocument/2006/relationships/notesMaster" Target="/ppt/notesMasters/notesMaster1.xml" Id="Rb4fe9f04820b45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a78a399af84c90" /><Relationship Type="http://schemas.openxmlformats.org/officeDocument/2006/relationships/notesMaster" Target="/ppt/notesMasters/notesMaster1.xml" Id="R4ca1a937554a412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78e0b10ebc74823" /><Relationship Type="http://schemas.openxmlformats.org/officeDocument/2006/relationships/notesMaster" Target="/ppt/notesMasters/notesMaster1.xml" Id="Rdb22520fb1e64fa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16b58f8307a490c" /><Relationship Type="http://schemas.openxmlformats.org/officeDocument/2006/relationships/notesMaster" Target="/ppt/notesMasters/notesMaster1.xml" Id="Rbc5a2935e9aa407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688894320b54162" /><Relationship Type="http://schemas.openxmlformats.org/officeDocument/2006/relationships/notesMaster" Target="/ppt/notesMasters/notesMaster1.xml" Id="R7bc56769340e46d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fc02661310040f3" /><Relationship Type="http://schemas.openxmlformats.org/officeDocument/2006/relationships/notesMaster" Target="/ppt/notesMasters/notesMaster1.xml" Id="R999b4ee123d0491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0d401066fe42d5" /><Relationship Type="http://schemas.openxmlformats.org/officeDocument/2006/relationships/notesMaster" Target="/ppt/notesMasters/notesMaster1.xml" Id="Ra1c81a3b2fb144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d12a2b364e4486d" /><Relationship Type="http://schemas.openxmlformats.org/officeDocument/2006/relationships/notesMaster" Target="/ppt/notesMasters/notesMaster1.xml" Id="R3de1ef3e4d3347c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5e2d5eed216403a" /><Relationship Type="http://schemas.openxmlformats.org/officeDocument/2006/relationships/notesMaster" Target="/ppt/notesMasters/notesMaster1.xml" Id="Rf0d13b76f44a4c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b46ef8c63544a7" /><Relationship Type="http://schemas.openxmlformats.org/officeDocument/2006/relationships/notesMaster" Target="/ppt/notesMasters/notesMaster1.xml" Id="R05325e70f6e1426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a9005c104594783" /><Relationship Type="http://schemas.openxmlformats.org/officeDocument/2006/relationships/notesMaster" Target="/ppt/notesMasters/notesMaster1.xml" Id="R3371dc2c1121438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c23f02d0c8646d1" /><Relationship Type="http://schemas.openxmlformats.org/officeDocument/2006/relationships/notesMaster" Target="/ppt/notesMasters/notesMaster1.xml" Id="Reacc0c31be7344e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c65f1c279f743d7" /><Relationship Type="http://schemas.openxmlformats.org/officeDocument/2006/relationships/notesMaster" Target="/ppt/notesMasters/notesMaster1.xml" Id="R0e25ec30271b4cc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464965f99d74103" /><Relationship Type="http://schemas.openxmlformats.org/officeDocument/2006/relationships/notesMaster" Target="/ppt/notesMasters/notesMaster1.xml" Id="Rbf36ba8785844e6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78ca4212d0e4aa6" /><Relationship Type="http://schemas.openxmlformats.org/officeDocument/2006/relationships/notesMaster" Target="/ppt/notesMasters/notesMaster1.xml" Id="R43f5a542bbfb497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56f7a8864dd423b" /><Relationship Type="http://schemas.openxmlformats.org/officeDocument/2006/relationships/notesMaster" Target="/ppt/notesMasters/notesMaster1.xml" Id="R2c1cffddd981479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fe1469f9f254710" /><Relationship Type="http://schemas.openxmlformats.org/officeDocument/2006/relationships/notesMaster" Target="/ppt/notesMasters/notesMaster1.xml" Id="R436c27a6f36a4aa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e65b79f086d4465" /><Relationship Type="http://schemas.openxmlformats.org/officeDocument/2006/relationships/notesMaster" Target="/ppt/notesMasters/notesMaster1.xml" Id="R5f46752bd3a6438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2b89902abc84573" /><Relationship Type="http://schemas.openxmlformats.org/officeDocument/2006/relationships/notesMaster" Target="/ppt/notesMasters/notesMaster1.xml" Id="R093edda19f52477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214d37cd56b4659" /><Relationship Type="http://schemas.openxmlformats.org/officeDocument/2006/relationships/notesMaster" Target="/ppt/notesMasters/notesMaster1.xml" Id="R656ca277d1ad438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8b3fecac4b8417e" /><Relationship Type="http://schemas.openxmlformats.org/officeDocument/2006/relationships/notesMaster" Target="/ppt/notesMasters/notesMaster1.xml" Id="Raa6cf28fb20e411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2d2dff990294d6d" /><Relationship Type="http://schemas.openxmlformats.org/officeDocument/2006/relationships/notesMaster" Target="/ppt/notesMasters/notesMaster1.xml" Id="R3d2c1963c83049b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9319164861049f6" /><Relationship Type="http://schemas.openxmlformats.org/officeDocument/2006/relationships/notesMaster" Target="/ppt/notesMasters/notesMaster1.xml" Id="R9bd18550a46b48b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c6eb61b0b5047ad" /><Relationship Type="http://schemas.openxmlformats.org/officeDocument/2006/relationships/notesMaster" Target="/ppt/notesMasters/notesMaster1.xml" Id="Rb14fbb4c903844d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f859e23c08f4f89" /><Relationship Type="http://schemas.openxmlformats.org/officeDocument/2006/relationships/notesMaster" Target="/ppt/notesMasters/notesMaster1.xml" Id="R69c509397fbf487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c6958316fe941e9" /><Relationship Type="http://schemas.openxmlformats.org/officeDocument/2006/relationships/notesMaster" Target="/ppt/notesMasters/notesMaster1.xml" Id="Ra0b1f303c9b6475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038a3df27c44b79" /><Relationship Type="http://schemas.openxmlformats.org/officeDocument/2006/relationships/notesMaster" Target="/ppt/notesMasters/notesMaster1.xml" Id="R0dd3e1fab04e431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809c19988154759" /><Relationship Type="http://schemas.openxmlformats.org/officeDocument/2006/relationships/notesMaster" Target="/ppt/notesMasters/notesMaster1.xml" Id="Rcad3da1bf13247d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684bd6fa7174945" /><Relationship Type="http://schemas.openxmlformats.org/officeDocument/2006/relationships/notesMaster" Target="/ppt/notesMasters/notesMaster1.xml" Id="R99f9582f5999477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67fd016130d4bbd" /><Relationship Type="http://schemas.openxmlformats.org/officeDocument/2006/relationships/notesMaster" Target="/ppt/notesMasters/notesMaster1.xml" Id="Rc4b40ed90d144ee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c1dcf2a519240ce" /><Relationship Type="http://schemas.openxmlformats.org/officeDocument/2006/relationships/notesMaster" Target="/ppt/notesMasters/notesMaster1.xml" Id="Rfebec19ea21e488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a386411576c4541" /><Relationship Type="http://schemas.openxmlformats.org/officeDocument/2006/relationships/notesMaster" Target="/ppt/notesMasters/notesMaster1.xml" Id="Rc83e67d3cb8a46a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afb340f4d2447a6" /><Relationship Type="http://schemas.openxmlformats.org/officeDocument/2006/relationships/notesMaster" Target="/ppt/notesMasters/notesMaster1.xml" Id="R02c16ad15e7e437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65cfc99ed0c49c0" /><Relationship Type="http://schemas.openxmlformats.org/officeDocument/2006/relationships/notesMaster" Target="/ppt/notesMasters/notesMaster1.xml" Id="Rdbe2ffa972ec404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96c783bbdb443f8" /><Relationship Type="http://schemas.openxmlformats.org/officeDocument/2006/relationships/notesMaster" Target="/ppt/notesMasters/notesMaster1.xml" Id="R903fd070aefd412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f2321dd363e4185" /><Relationship Type="http://schemas.openxmlformats.org/officeDocument/2006/relationships/notesMaster" Target="/ppt/notesMasters/notesMaster1.xml" Id="R18e7570643484f2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1d618c111784e31" /><Relationship Type="http://schemas.openxmlformats.org/officeDocument/2006/relationships/notesMaster" Target="/ppt/notesMasters/notesMaster1.xml" Id="Rce56e23e8d43427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8b6d898fb34467d" /><Relationship Type="http://schemas.openxmlformats.org/officeDocument/2006/relationships/notesMaster" Target="/ppt/notesMasters/notesMaster1.xml" Id="R329f1f725ddb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講座面向跨學科本科一、二年級學生。題目中的成本降低，主要指文字起草、改寫和部分方案試做的門檻下降，不代表理解他人、取得可靠證據或協調合作的成本已經消失。以一次產品評審進入問題，沿著一份課前導讀的委託討論中文傳意與人才成長。</a:t>
            </a:r>
          </a:p>
          <a:p xmlns:a="http://schemas.openxmlformats.org/drawingml/2006/main">
            <a:r>
              <a:t/>
            </a:r>
          </a:p>
          <a:p xmlns:a="http://schemas.openxmlformats.org/drawingml/2006/main">
            <a:r>
              <a:t>來源：講者分析與建議，承接 AI Native Field Notes 1–4：https://tonyxinvip.github.io/slides/ 。人才判斷未經標準化甄選研究驗證，不代表勞動市場預測。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月20日的產品評審，討論由界面調整轉向教師如何開始工作。講者從語文教師的視角追問學科與教材的選擇、資源生成及補充資料的位置。這些是根據轉錄整理的問題，並非逐字引述。此處不判定同事的能力，也不宣稱改動帶來了效果。片段揭示的是一種評審方法：沿使用者的工作次序，檢查一句需求省略了哪些條件。</a:t>
            </a:r>
          </a:p>
          <a:p xmlns:a="http://schemas.openxmlformats.org/drawingml/2006/main">
            <a:r>
              <a:t/>
            </a:r>
          </a:p>
          <a:p xmlns:a="http://schemas.openxmlformats.org/drawingml/2006/main">
            <a:r>
              <a:t>來源：講者產品評審紀錄，2026-09-20，01:42–03:31。匿名轉述，非逐字引述。轉錄中不確定的詞語未作引用，亦不據此宣稱產品效果。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功能名稱可以很簡短，但使用者的工作包含先後條件。教師先確定學科和教材，再補充教學目的與材料，取得候選資源後還需要檢查和修改。本頁把評審問題整理為工作示意，不是現有產品的實測操作路徑。中文傳意在這裏參與需求定義：不同的描述會讓團隊製作出不同的東西。</a:t>
            </a:r>
          </a:p>
          <a:p xmlns:a="http://schemas.openxmlformats.org/drawingml/2006/main">
            <a:r>
              <a:t/>
            </a:r>
          </a:p>
          <a:p xmlns:a="http://schemas.openxmlformats.org/drawingml/2006/main">
            <a:r>
              <a:t>來源：講者產品評審紀錄，2026-09-20，01:42–03:31。匿名轉述，非逐字引述。轉錄中不確定的詞語未作引用，亦不據此宣稱產品效果。 講者分析與建議，承接 AI Native Field Notes 1–4：https://tonyxinvip.github.io/slides/ 。人才判斷未經標準化甄選研究驗證，不代表勞動市場預測。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以一位語文教師的備課任務，檢查 AI 能接到怎樣的委託。 本節沿用同一構擬案例，後續判斷不代表已經完成實際試用。</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下情境與材料均為講座構擬，不延伸冒充開場的真實項目。假設一位教師需要一份小學三年級課前導讀。最初一句話沒有說明學生已讀過甚麼、課前可用多久，以及這份材料是給教師備課還是直接交給學生。補充條件後，應能檢查材料是否符合這次任務，而不只憑文字是否流暢判斷品質。</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的機會首先在於擴大可以嘗試的工作。學生可以把課堂構想做成可討論的材料或原型，更早獲得回饋。生成、檢索及工具執行可以由同一系統組合，但支援程度與可靠性依工具、資料和任務而變。檢索結果仍需核對，對外發送與修改共享資料需另行授權。這不是要求學生先成為管理者，而是鼓勵他們在可控範圍完成較完整的項目。</a:t>
            </a:r>
          </a:p>
          <a:p xmlns:a="http://schemas.openxmlformats.org/drawingml/2006/main">
            <a:r>
              <a:t/>
            </a:r>
          </a:p>
          <a:p xmlns:a="http://schemas.openxmlformats.org/drawingml/2006/main">
            <a:r>
              <a:t>來源：講者分析與建議，承接 AI Native Field Notes 1–4：https://tonyxinvip.github.io/slides/ 。人才判斷未經標準化甄選研究驗證，不代表勞動市場預測。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委託不只是一句要求，也需要說明可用材料、預期產物以及不可改動的內容。這些資訊讓人與AI有共同的檢查依據。初學者不必寫複雜的技術規格，只要讓另一位同學能夠指出哪裏符合要求、哪裏仍待確認。條件也可以在試做後更新，但要說明改動的理由。</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示使用本講座準備的示例短文「窗邊的樹」。先給模型只有「做一份語文課前導讀」的要求，再保留同一短文，增加年級、十分鐘、辨認描寫變化語句、不能新增情節及教師說明等條件。觀察兩次輸出對提問和用途的安排，不能預先保證哪次一定更好。展示下一頁離線示例時，明確說明是事先準備的對照稿，不是現場模型輸出。完整材料與可複製提示見演示材料頁。</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側提問沒有指定文本依據，也未對應這次辨認景物變化的閱讀目的。右側把辨認語句和推論區分開來，讓學生可以回到短文說明理由。這一對照用來解釋委託品質與可檢查性的關係，不是對兩個模型的比較，也不是已證明有效的教學設計。學生可以不同意提問本身，教師仍需根據課程和學生程度調整。</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是講者對投入次序的建議，而非已經完成的實驗。AI降低試做門檻後，可以探索更多方案，但用戶回饋、注意力和維護能力仍然有限。先選一位需求明確、願意提供回饋的教師，觀察一次具體備課，了解哪些步驟仍需協助。單次試用只能暴露問題和生成假設，不能證明整體市場需求或教學效果。人才的判斷也包含控制承諾，決定下一步需要甚麼證據。</a:t>
            </a:r>
          </a:p>
          <a:p xmlns:a="http://schemas.openxmlformats.org/drawingml/2006/main">
            <a:r>
              <a:t/>
            </a:r>
          </a:p>
          <a:p xmlns:a="http://schemas.openxmlformats.org/drawingml/2006/main">
            <a:r>
              <a:t>來源：講者分析與建議，承接 AI Native Field Notes 1–4：https://tonyxinvip.github.io/slides/ 。人才判斷未經標準化甄選研究驗證，不代表勞動市場預測。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導讀完成之後，介紹它的語言會影響他人對效果的期待。 本節沿用同一構擬案例，後續判斷不代表已經完成實際試用。</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頁所有試用資訊都是構擬材料，不是公司已有成果。先呈現「教師覺得整理材料較方便」的回饋，再加入未收集學生作答、未設比較組或後續追蹤的限制。請模型檢查「這份導讀能提升學生的閱讀理解」這個待審主張，重寫給教師的介紹並說明下一步需要的證據。演示要觀察模型是否實際修訂主句，而不是只在結尾加免責聲明。新資料只有在影響依據時才要求改變結論，不是每一條新增資訊都必須令結論轉向。</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師的便利感是與備課相關的主觀回饋，學生閱讀理解則是另一個需要觀察的對象。不能把前者直接當作後者的證據。修訂後的介紹仍可以說明用途，但不承諾已獲證實的成效。後續若要判斷學生理解，需根據學習目標設計評量，並考慮原有程度、教學過程與其他可能影響。這裏不提出統一的教育實驗方案。</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證據邊界常常落在普通中文詞語中。「教師認為」交代意見來源，「目前」限定時間，「尚未評估」說明未知。它們有時會降低句子的宣傳力度，卻會提高讀者判斷的精度。簡潔應刪去重複，而不是刪去會影響決定的條件。這不要求每份文字都列出所有限制，要優先保留會改變讀者理解、行動或承諾的差異。</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判斷力需要知識支撐。教育背景使人留意便利感與學習表現的區別，其他專業也有自己的證據標準。這裏僅作跨學科類比，不提供法律或醫學建議。AI可以協助列出可能的問題，但學生需要逐漸理解為甚麼某些差異重要，才能對答案作出有根據的取捨。學科訓練因此仍是形成專業判斷的來源。</a:t>
            </a:r>
          </a:p>
          <a:p xmlns:a="http://schemas.openxmlformats.org/drawingml/2006/main">
            <a:r>
              <a:t/>
            </a:r>
          </a:p>
          <a:p xmlns:a="http://schemas.openxmlformats.org/drawingml/2006/main">
            <a:r>
              <a:t>來源：講者分析與建議，承接 AI Native Field Notes 1–4：https://tonyxinvip.github.io/slides/ 。人才判斷未經標準化甄選研究驗證，不代表勞動市場預測。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份導讀材料，教師需要知道它適用於甚麼課堂，協作同學需要知道具體要做甚麼，負責人則要知道目前可以承諾到哪裏。三種表達共享同一事實，不得因對象不同就改變成熟度或效果承諾。中文傳意在此既是轉譯，也是協調：把角色關心的內容補足，使對方能夠完成相應判斷。</a:t>
            </a:r>
          </a:p>
          <a:p xmlns:a="http://schemas.openxmlformats.org/drawingml/2006/main">
            <a:r>
              <a:t/>
            </a:r>
          </a:p>
          <a:p xmlns:a="http://schemas.openxmlformats.org/drawingml/2006/main">
            <a:r>
              <a:t>來源：本講座的構擬語文課前導讀案例。人物、任務條件、反例、回饋及修訂稿均用於示範，不是實際試驗或客戶成果。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前面的示範涉及兩種文字工作：一種把模糊意圖改寫成可檢查的委託，另一種把超過證據的效果承諾收窄。文字在這裏直接影響別人要做甚麼、可以相信甚麼，以及遇到分歧時依甚麼修訂。這是本講座與AI Native系列的連接點。文字只是共同理解的載體，仍須與實際情境及行動記錄核對。</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可以縮短部分起草及試做時間，企業因而有機會比較更多方案。但需求訪談、專業審查、試用觀察和維護仍消耗稀缺時間。多做十份方案未必比查清一個重要假設更有價值。這是資源配置的判斷，不是一條已經量化的生產率定律。試做成本下降多少，需要用具體工作及基線回答。</a:t>
            </a:r>
          </a:p>
          <a:p xmlns:a="http://schemas.openxmlformats.org/drawingml/2006/main">
            <a:r>
              <a:t/>
            </a:r>
          </a:p>
          <a:p xmlns:a="http://schemas.openxmlformats.org/drawingml/2006/main">
            <a:r>
              <a:t>來源：講者的企業經營與人才培養判斷，並非標準化招聘量表或勞動市場預測。辛海洋，AI Native Field Notes 3，https://tonyxinvip.github.io/slides/ainative-3/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構擬導讀案例。若不清楚教師究竟卡在選材、提問還是修訂，增加模板並不能回答問題。下一步可以是一位教師的一次備課觀察。它的價值是幫助選擇方向，不足以證明普遍需求或學習成效。如果問題只存在於少數文體，就縮小範圍。如果沒有可辨認用途，就暫停。</a:t>
            </a:r>
          </a:p>
          <a:p xmlns:a="http://schemas.openxmlformats.org/drawingml/2006/main">
            <a:r>
              <a:t/>
            </a:r>
          </a:p>
          <a:p xmlns:a="http://schemas.openxmlformats.org/drawingml/2006/main">
            <a:r>
              <a:t>來源：講者的企業經營與人才培養判斷，並非標準化招聘量表或勞動市場預測。課前導讀為講座構擬案例。人物、回饋、異常與修訂均為分析示例，不代表真實試驗或客戶成果。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是一個構擬的作品討論，不是實際候選人比較。兩份作品即使看起來相近，過程仍可能不同：有人只展示完成頁面，有人能說明為甚麼刪去一個功能、甚麼證據改變了方案，以及哪些缺陷尚未解決。我會把後者作為進一步了解判斷力的入口，同時考慮對方獲得的支援、時間及專業背景，不能只憑口頭表現下結論。</a:t>
            </a:r>
          </a:p>
          <a:p xmlns:a="http://schemas.openxmlformats.org/drawingml/2006/main">
            <a:r>
              <a:t/>
            </a:r>
          </a:p>
          <a:p xmlns:a="http://schemas.openxmlformats.org/drawingml/2006/main">
            <a:r>
              <a:t>來源：講者的企業經營與人才培養判斷，並非標準化招聘量表或勞動市場預測。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段保留了原講座的核心：理解對象，提出可檢查的委託，辨認證據邊界，並在材料改變時修訂。下一步的問題是這些選擇如何在一個團隊內持續成立。人才能力不能只用單次表達評估，也需看他能否與他人及工具完成工作。低年級學生可以從有真實受眾、範圍有限的課堂或社團項目開始，無須先承擔整個企業系統。</a:t>
            </a:r>
          </a:p>
          <a:p xmlns:a="http://schemas.openxmlformats.org/drawingml/2006/main">
            <a:r>
              <a:t/>
            </a:r>
          </a:p>
          <a:p xmlns:a="http://schemas.openxmlformats.org/drawingml/2006/main">
            <a:r>
              <a:t>來源：講者的企業經營與人才培養判斷，並非標準化招聘量表或勞動市場預測。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份導讀的要求已說清楚，但它仍可能停在一個人的聊天視窗。若交給AI執行、讓同事重用，再交到教師手中，每一步都增加新的條件。後半段以講者四篇連載回答這些連續問題：系統怎樣完成任務，組織需要保留甚麼，團隊如何共同負責，交付後能力歸誰。同一個案例延續，不另起四場互不相干的演講。</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2，https://tonyxinvip.github.io/slides/ainative-2/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。本講座依跨學科本科生情境改寫，系列中的工作模型屬講者分析與實施建議，並非普遍效果的實證。辛海洋，AI Native Field Notes 4，https://tonyxinvip.github.io/slides/ainative-4/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從聊天機器人到 AI Worker 導讀初稿之外，還有哪些工作條件？</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篇連載討論Agent從語言輸出走向行動的條件。在這裏，Worker指一種工作方式：系統取得任務和工具後，能經過多個步驟交付可檢查產物。是否可靠仍由具體任務、權限、觀測及驗證決定，名稱本身不能保證自治能力。用導讀案例，差別在於只產生提問，還是把提問放入指定文件、檢查文本依據並交還審查。</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作過程包括讀取材料、計劃與執行、檢查產物、依回饋修正。這幅圖只是機制示意，不代表每項任務都需要同樣次序。固定格式檢查可以由程式執行，語文或教學適切性仍需要專業審查。紀錄應讓負責人辨認已完成步驟與仍未確認的部分，避免用模型自述取代外部證據。</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假設系統交回一份流暢導讀，卻引用了原文沒有的情節。若評估只看語言，錯誤可能過關。另一種情況是文件正確，但系統自行發給學生，超過了授權。內容正確、程序合規與行動權限回答不同問題，必須分別驗證。兩種情況都是構擬反例，不代表已發生的產品事故。</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前段的委託進一步寫成工作契約。目標、輸入、驗收、權限及失敗處理各有作用：目標界定要完成甚麼，輸入界定可用材料，驗收界定何時可交付，權限界定不可擅自行動的範圍。失敗時允許停止及求助，可以避免系統為了完成而補造資料。這些條件適用於人與人交接，也適用於人與AI協作。</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原系列第17頁。課前導讀為講座構擬案例。人物、回饋、異常與修訂均為分析示例，不代表真實試驗或客戶成果。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同動作造成的後果不同。讀取獲授權的材料，與修改共享版本、對外發送或刪除資料，需要不同的批准。對高影響動作，應以系統權限及具名批准控制，不能只在提示詞寫一句先詢問。圖中是本講座的風險分流示意，不是對所有機構均適用的安全等級。具體權限仍要依制度、對象與資料敏感度設定。</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原系列第19頁。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把成功一次的對話保存下來，不代表它已經成為可重用能力。Skill在此指版本化的工作說明及相關資源，可包括輸入格式、操作方法、適用範圍和檢查要求。它仍需在有代表性的任務上評估。導讀模板若只針對景物描寫，套用到議論文可能失效。這一區分承接第一篇的工作系統，以及第三篇對可遷移資產的要求。</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項目可有不同託管程度。已驗證的格式整理可以在限定範圍執行，公開承諾和涉及學生資料的行動仍需相應批准。暫停、拒絕和轉交人處理也是有效的工作狀態。可委託的範圍由風險、可靠性與接管能力共同決定，並非自動化越多越成熟。</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原系列第6、19頁。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示範沿用前面的短文與委託，要求系統交回候選導讀、文本依據及待確認事項。只在隔離文件中生成，不連接真實學生資料，不發送消息。隨後移除必要短文或給出互相衝突的年級條件，觀察系統能否明確停止並求助。不能把模型自報完成當作驗收。若現場工具不可用，使用演示材料頁的預備對照稿，明確標示為離線示例。</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章回答了系統如何接到及完成一項有邊界的任務。下一個問題是另一位同事接手時，能否知道這次成功的條件、被拒絕的方案及未解決的風險。如果答案只在原作者記憶或聊天中，團隊仍需重新理解。由此轉向第二篇：模型和工具可以替換，哪些工作資產應持續存在。</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2，https://tonyxinvip.github.io/slides/ainative-2/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從 AI Native 組織到教育操作系統 模型可以替換，工作的依據與責任仍需存在。</a:t>
            </a:r>
          </a:p>
          <a:p xmlns:a="http://schemas.openxmlformats.org/drawingml/2006/main">
            <a:r>
              <a:t/>
            </a:r>
          </a:p>
          <a:p xmlns:a="http://schemas.openxmlformats.org/drawingml/2006/main">
            <a:r>
              <a:t>來源：辛海洋，AI Native Field Notes 2，https://tonyxinvip.github.io/slides/ainative-2/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個人產生初稿的時間縮短後，如果接收者仍要重新尋找來源、追問版本和重做驗證，部分負擔便轉移到下一個人。要判斷組織效率，應觀察整條工作的等待、重複確認和返工。這是由證據鏈、運行狀態與工作契約作出的分析，尚非已量化的效率結論。組織需要讓個人產物附有足以繼續工作的依據。</a:t>
            </a:r>
          </a:p>
          <a:p xmlns:a="http://schemas.openxmlformats.org/drawingml/2006/main">
            <a:r>
              <a:t/>
            </a:r>
          </a:p>
          <a:p xmlns:a="http://schemas.openxmlformats.org/drawingml/2006/main">
            <a:r>
              <a:t>來源：辛海洋，AI Native Field Notes 2，https://tonyxinvip.github.io/slides/ainative-2/ 。本講座依跨學科本科生情境改寫，系列中的工作模型屬講者分析與實施建議，並非普遍效果的實證。 原系列第6、13、29頁；本頁為交接成本的分析推論。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三篇以Context、Harness和Loop描述不同設計責任。Context回答系統知道甚麼以及依據何在。Harness是執行環境與約束，回答能做甚麼、如何被限制和恢復。Loop回答結果如何經過驗證和回饋，改變下一次工作。三者有重疊，但不能彼此代替。收集大量資料不會自動產生授權機制，設置權限也不會自動帶來學習。</a:t>
            </a:r>
          </a:p>
          <a:p xmlns:a="http://schemas.openxmlformats.org/drawingml/2006/main">
            <a:r>
              <a:t/>
            </a:r>
          </a:p>
          <a:p xmlns:a="http://schemas.openxmlformats.org/drawingml/2006/main">
            <a:r>
              <a:t>來源：辛海洋，AI Native Field Notes 2，https://tonyxinvip.github.io/slides/ainative-2/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第三篇沿用Ashwin Gopinath關於組織記憶的分類，並將其作為架構判斷，而非已證明有效的普遍定律。事實記憶保存發生甚麼及證據。互動與推理記憶保存異議、選擇理由、被拒絕方案及未關閉假設。行動記憶保存觸發條件、執行路徑、結果和例外。這是對記錄內容的區分，不要求購買三種軟件。</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原系列第7頁。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構擬導讀項目中，事實記憶應能指向哪份短文、哪個版本、誰提出回饋，以及回饋涉及哪個任務。教師覺得備課方便，是教師回饋，不能在下一版記錄中變成學生理解提升。候選摘要需由適當負責人確認，敏感原始資料可以限制存取，只向協作人員提供必要的引用。</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原系列第7、8頁。課前導讀為講座構擬案例。人物、回饋、異常與修訂均為分析示例，不代表真實試驗或客戶成果。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構擬情境中，團隊曾考慮加入故事續寫，但因當次目標是辨認原文描寫而未採用。若只保存最後一版導讀，下一位協作者可能再次提出相同擴充，也不知道當時的限制。保留否決理由能減少重複討論，也允許新條件出現後重開決策。否決不是永久禁令，當目標改為創作時，原理由可能不再適用。</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原系列第7頁。課前導讀為講座構擬案例。人物、回饋、異常與修訂均為分析示例，不代表真實試驗或客戶成果。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行動記憶連接錯誤、處理與結果。構擬例子中，檢查發現一項提問依賴原文不存在的情節。負責人須先判斷其他題目或教師說明是否也依賴這個錯誤；只有影響可以隔離，才保留不受影響的部分。修正後重新核對相關內容，並在下一次檢查加入同類反例。此處的結果是內容驗證結果，不能寫成教學成效。長期是否減少同類錯誤，仍需多次任務的資料。</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原系列第15、21頁。課前導讀為講座構擬案例。人物、回饋、異常與修訂均為分析示例，不代表真實試驗或客戶成果。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被保存、同步或召回的內容，可能仍是錯誤或過期的。經驗條目應保留來源、適用條件及需要重查的情形。當教材、受眾、模型或規則改變時，相關結論需要重新確認。這與建立組織記憶並不矛盾：保存記錄的目的包含支持修正與撤回，不是把歷史判斷固定為永久規則。</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。本講座依跨學科本科生情境改寫，系列中的工作模型屬講者分析與實施建議，並非普遍效果的實證。辛海洋，AI Native Field Notes 4，https://tonyxinvip.github.io/slides/ainative-4/ 。本講座依跨學科本科生情境改寫，系列中的工作模型屬講者分析與實施建議，並非普遍效果的實證。 第四篇第7頁。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產品可能把方案列為候選，內容正在審查，研發的測試版已可執行。這些狀態可以同時成立，不應簡化成一個含混的完成。共用狀態需要同一任務及版本的引用，並記錄誰能改變甚麼。共享並不要求公開所有資料，也不要求消除異議。共識不足時，狀態應明確停在待確認，而非由AI補寫一個看似一致的結論。</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原系列第8、17頁。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判斷組織是否獲得能力，可以安排小範圍交接：由另一位具備相應專業和授權的同事，根據保存的材料完成同類任務。若他必須依靠原作者逐步口授，就暴露了記錄或工具的缺口。交接測試不是要求任何人取代專家，而是看必要知識、責任與支援能否持續。下一章分析產品、內容及研發如何分工。</a:t>
            </a:r>
          </a:p>
          <a:p xmlns:a="http://schemas.openxmlformats.org/drawingml/2006/main">
            <a:r>
              <a:t/>
            </a:r>
          </a:p>
          <a:p xmlns:a="http://schemas.openxmlformats.org/drawingml/2006/main">
            <a:r>
              <a:t>來源：辛海洋，AI Native Field Notes 2，https://tonyxinvip.github.io/slides/ainative-2/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 第三篇第25頁。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執行成本降低後的工作系統 專業角色仍然存在，交接方式需要改變。</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級是第三篇提出的診斷框架。L1觀察個人步驟提效，L2觀察方法是否可重用，L3觀察執行環境是否受治理，L4觀察跨角色狀態是否一致，L5觀察結果能否更新上下文、評估與工作流。它不是經實證確立的成熟度量表，也不是要求所有工作升到L5。高風險任務可能合理地保留人工處理。</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原系列第10頁。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對整間公司給一個等級，可能掩蓋工作之間的差異。示例中，格式整理已有穩定重用方法，內容審查仍由專家逐項處理，對外發送尚未獲授權。這些差別反映能力、風險和需求各不相同。實際診斷應針對一條具體工作流，記錄可靠性、例外和人工負擔，再決定是否擴大託管。</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原系列第10、19頁。課前導讀為講座構擬案例。人物、回饋、異常與修訂均為分析示例，不代表真實試驗或客戶成果。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產品工作把需求、證據與投入決策連起來。教師說整理較方便，是來源事實。團隊把它解釋為可減少選材時間，是待檢驗的假設。承諾改善學生理解則需要另一些證據。AI可以整理訪談和提示矛盾，但不能把猜測提升為已批准承諾。產品負責人需保存異議並根據後續結果修訂假設。</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原系列第12–13頁。課前導讀為講座構擬案例。人物、回饋、異常與修訂均為分析示例，不代表真實試驗或客戶成果。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內容工作除了起草，還要交代來源、權利、專業標準及版本。導讀中的短文、提問、教師說明和評量依據可以分別管理，但必須能找到它們的關係。當原文被更正，應能定位受影響的題目。AI生成不消除素材使用權與專業審查的要求。復用次數本身不能證明適切性，應同時觀察採用後的修改、拒絕與問題。</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原系列第16頁。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發使用AI後仍需要理解關鍵設計、依賴與副作用。驗收對象要固定到可識別版本，區分本機測試、預覽環境與正式運行。同一個AI系統生成及審查一份改動，不足以構成獨立批准。檢查可以分工，但高影響決定仍需相稱的專業審查和明確批准。失敗時應能撤回或恢復；測試是否有效，也要用正常情況與已知反例檢驗。</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原系列第14–15、19頁。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構擬導讀項目中，產品確認的是需求與承諾，內容確認的是文本和教學依據，研發確認的是功能與運行。三者可以各自管理專業材料，但驗收時必須核對同一交付版本。共用契約應指出目標結果、版本關係、證據邊界、驗收與批准人。學生的小組項目也可使用此原則：交接材料要讓他人辨認接下來的工作，以及哪些條件仍待確認。</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原系列第17頁。課前導讀為講座構擬案例。人物、回饋、異常與修訂均為分析示例，不代表真實試驗或客戶成果。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六類責任來自第三篇的綜合框架，描述工作責任而不是六個新增職位。目標定義與證據判斷對應Context，委託設計與例外處理對應Harness，結果責任與學習演進對應Loop。一人可以兼任多責；低風險短任務可以合併記錄，高風險或跨團隊任務則需要完整責任鏈。責任應與專業、權限、資源和可獲得的支援相稱，不能無限下放給新人。</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原系列第18頁。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假設導讀加入了原文沒有的情節，負責人須判斷證據與影響，暫停有問題的版本，確認是否需要通知使用者。隨後修訂當前產物，並決定這個反例是否應進入未來檢查。處理分工取決於專業與權限，不要求一位學生承擔全部環節。若錯誤尚未對外發布，處置範圍也應相稱。六類責任由此連接成同一段工作，而非六份孤立清單。</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原系列第18、21頁。課前導讀為講座構擬案例。人物、回饋、異常與修訂均為分析示例，不代表真實試驗或客戶成果。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篇建議聯合觀察成果及其實際價值、人工監督與等待、總成本，以及風險與恢復。圖中只展開成本一項，並非團隊的單一總分。人工投入包括問題定義、設計、復核、返工、支援及恢復；計算前應說明觀察期間、工時估值及共用運維成本的分攤方式。這是計量口徑，不是已測得數字。分母須固定驗收層次與品質標準，合同完成不能替代實際採用或學習效果。必要監督不能為降低成本而取消。</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原系列第20頁。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沒有阻斷記錄，既可能表示上游品質好，也可能表示檢查失效。評估需加入預先知道存在問題的反例，觀察能否拒絕，再搭配對實際交付物的人工抽查。導讀測試可以加入原文沒有的句子；工程測試可以在隔離環境模擬未批准的寫入，確認系統是否拒絕。這是評估方法建議，不能因為設計了反例就宣稱系統已可靠。</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原系列第19–20頁。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篇提出上下文、評估、工作流、治理及結果五類可遷移資產，本頁用具體材料解釋。背景記錄保存依據，評估集保存真實任務與反例，方法版本保存可重複步驟，權限及恢復記錄保存控制邊界，實際結果及人工修正保存學習來源。三類記憶區分記錄內容，五類資產區分需要維護的工作材料。只保存支持復現、問責與學習所需的最小材料，並遵守授權與刪除要求。遷移後仍需重新驗證。</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原系列第21頁。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系列M0至M5描述實施順序，與L1至L5的能力診斷不同。先定義共同語言與基線，建立只讀證據鏈，再允許具名確認後寫回。影子階段只觀察系統的建議與誤報漏報，不自動執行高影響動作。受控行動通過驗證後，M5仍需證明資產可以遷移，而且內部負責人能獨立運行、識別失敗、恢復、修改、重新評估及停用。只有文件可匯出，不足以證明能力已轉移。進度取決於風險與證據，每階段均可縮小或暫停。</a:t>
            </a:r>
          </a:p>
          <a:p xmlns:a="http://schemas.openxmlformats.org/drawingml/2006/main">
            <a:r>
              <a:t/>
            </a:r>
          </a:p>
          <a:p xmlns:a="http://schemas.openxmlformats.org/drawingml/2006/main">
            <a:r>
              <a:t>來源：辛海洋，AI Native Field Notes 3，https://tonyxinvip.github.io/slides/ainative-3/ 。本講座依跨學科本科生情境改寫，系列中的工作模型屬講者分析與實施建議，並非普遍效果的實證。 原系列第22–23頁；M5內部接管銜接第四篇。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 AI 進入現場之後 完成項目之後，使用者與接手團隊能否繼續工作？</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四篇把注意力轉向真實工作。假設制度要求教師先選教材，系統要求先選模板，教師實際習慣從自己的資料開始。這是構擬衝突，用來說明三種記錄各有局限，並非開場真實評審中已確認的流程。現場做法也可能錯誤或不合規範，不能因為來自一線就自動採納。跨專業的需求轉譯需要找出衝突、核實原因，再由有權限的負責人確認本次流程。</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原系列第4–7、10頁。課前導讀為講座構擬案例。人物、回饋、異常與修訂均為分析示例，不代表真實試驗或客戶成果。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讀案例的第一階段可以限定為一位教師、一個課前任務和一份指定材料，觀察從哪裏開始、修改哪裏、最後是否使用。試用前記錄原有做法、預期變化、非目標和停止條件。這樣能夠暴露問題，尚不足以推論市場規模或學習成效。原系列把FDE解釋為在業務、專業和技術之間轉譯需求的功能，可以由跨專業團隊共同承擔，並非每個項目都要新增一個職位。</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原系列第5、8、10頁。課前導讀為講座構擬案例。人物、回饋、異常與修訂均為分析示例，不代表真實試驗或客戶成果。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四篇區分合同、系統、採用和結果驗收。對學生項目，可解釋為是否交齊約定材料、系統是否可靠可用、真實對象是否實際採用，以及預期結果是否出現。它們有關聯但不能互相代替。教育情境中的效果判斷尤其需要與學習目標相符的證據。四層是證據分類，不是另一套成熟度等級。</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原系列第13頁。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培訓和文件可以支持交接，內部能力仍要通過實際操作檢驗。原系列提出結果、運行、證據與治理三類內部責任。它們回答責任如何配置，前章六類責任回答工作中要承擔甚麼，兩者不是相互競爭的分類。小團隊可以兼任，但仍需確認負責人能解釋目標、取得必要權限、識別異常及尋求支援。外部人員可以繼續提供約定支援，內部則保留運行與停止的決定權。</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原系列第16–18頁。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已約定的支援邊界下，由接手者獨立完成一次任務，再處理一個預先設計且可恢復的異常。接手者應能說明依據、恢復到已知版本，並在變更後重新評估，必要時停用。此處是演練建議，不要求在正式環境製造事故，也不要求立即取消供應商支援。學生項目可由另一組在不依賴原作者逐步口授的條件下使用並修改材料。一次演練通過仍不是長期效果證明。</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原系列第17頁。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組織接管表示另一支團隊在必要工具和支援下能繼續運行。個人學習則包括對關鍵判斷的理解，以及面對新條件時能否調整。兩者相關，但不能等同。若要觀察獨立理解，可暫時取消即時代答，請學生解釋依據；若要觀察人機協作，應允許工具但改變材料、受眾或限制。採用哪種方式由學習目標決定，不能把禁用AI作為所有情境唯一的能力標準。</a:t>
            </a:r>
          </a:p>
          <a:p xmlns:a="http://schemas.openxmlformats.org/drawingml/2006/main">
            <a:r>
              <a:t/>
            </a:r>
          </a:p>
          <a:p xmlns:a="http://schemas.openxmlformats.org/drawingml/2006/main">
            <a:r>
              <a:t>來源：辛海洋，AI Native Field Notes 4，https://tonyxinvip.github.io/slides/ainative-4/ 。本講座依跨學科本科生情境改寫，系列中的工作模型屬講者分析與實施建議，並非普遍效果的實證。 第四篇能力轉移原則的教育情境延伸，屬講者評量建議。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企業家的視角，我希望從作品中看到可以繼續追問的選擇：為甚麼選這個問題，依據如何改變方案，何處需要專業協助，交給別人後發生了甚麼。低年級學生可以用一個小項目展示這些過程；要求應與其經驗和獲得的支援相稱。作品展示須說明AI和他人的協助，避免把團隊成果全部歸給個人，也不能要求學生提供未獲許可的客戶資料。</a:t>
            </a:r>
          </a:p>
          <a:p xmlns:a="http://schemas.openxmlformats.org/drawingml/2006/main">
            <a:r>
              <a:t/>
            </a:r>
          </a:p>
          <a:p xmlns:a="http://schemas.openxmlformats.org/drawingml/2006/main">
            <a:r>
              <a:t>來源：講者的企業經營與人才培養判斷，並非標準化招聘量表或勞動市場預測。辛海洋，AI Native Field Notes 3，https://tonyxinvip.github.io/slides/ainative-3/ 。本講座依跨學科本科生情境改寫，系列中的工作模型屬講者分析與實施建議，並非普遍效果的實證。辛海洋，AI Native Field Notes 4，https://tonyxinvip.github.io/slides/ainative-4/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初稿和重複步驟更多交由AI完成，新人可能減少原本在這些步驟中學習的機會。這是需要觀察的風險，不能直接斷言一代人會喪失能力。我的主張是保留範圍有限但完整的工作，讓新人經歷判斷、回饋及修訂，並提供可求助的專業同事。責任隨能力和授權逐步擴大，不能用AI效率為理由取消支援。</a:t>
            </a:r>
          </a:p>
          <a:p xmlns:a="http://schemas.openxmlformats.org/drawingml/2006/main">
            <a:r>
              <a:t/>
            </a:r>
          </a:p>
          <a:p xmlns:a="http://schemas.openxmlformats.org/drawingml/2006/main">
            <a:r>
              <a:t>來源：講者的企業經營與人才培養判斷，並非標準化招聘量表或勞動市場預測。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開場是真實產品評審的匿名轉述，後續導讀過程是構擬分析。教師要完成的是一次具體備課。清楚委託讓系統獲得任務條件，可追溯記錄讓同事理解選擇，專業分工讓錯誤可檢查，現場觀察讓改動有依據，接管讓工作不依賴最初製作人。四篇連載由此連接到同一問題：一份初稿進入實際工作時，還需要哪些條件。這裏沒有宣稱整條鏈已在某個實際項目全部實現。</a:t>
            </a:r>
          </a:p>
          <a:p xmlns:a="http://schemas.openxmlformats.org/drawingml/2006/main">
            <a:r>
              <a:t/>
            </a:r>
          </a:p>
          <a:p xmlns:a="http://schemas.openxmlformats.org/drawingml/2006/main">
            <a:r>
              <a:t>來源：講者產品評審紀錄，2026-09-20，01:42–03:31。匿名轉述，非逐字引述。轉錄中不確定的詞語未作引用，亦不據此宣稱產品效果。課前導讀為講座構擬案例。人物、回饋、異常與修訂均為分析示例，不代表真實試驗或客戶成果。辛海洋，AI Native Field Notes 1，https://tonyxinvip.github.io/slides/ainative-1/ 。本講座依跨學科本科生情境改寫，系列中的工作模型屬講者分析與實施建議，並非普遍效果的實證。辛海洋，AI Native Field Notes 2，https://tonyxinvip.github.io/slides/ainative-2/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。本講座依跨學科本科生情境改寫，系列中的工作模型屬講者分析與實施建議，並非普遍效果的實證。辛海洋，AI Native Field Notes 4，https://tonyxinvip.github.io/slides/ainative-4/ 。本講座依跨學科本科生情境改寫，系列中的工作模型屬講者分析與實施建議，並非普遍效果的實證。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場講座從表達成本降低進入工作系統，再回到未來人才。我的判斷是，AI讓更多人有機會嘗試完整任務，而專業知識、可靠證據和可解釋的取捨決定嘗試能否繼續。中文傳意的作用貫穿需求、委託、交接、異議和修訂。討論可以圍繞各自專業中值得親自練習的判斷，以及第一個小項目應該交給誰使用。原四篇連載可在網站繼續閱讀。</a:t>
            </a:r>
          </a:p>
          <a:p xmlns:a="http://schemas.openxmlformats.org/drawingml/2006/main">
            <a:r>
              <a:t/>
            </a:r>
          </a:p>
          <a:p xmlns:a="http://schemas.openxmlformats.org/drawingml/2006/main">
            <a:r>
              <a:t>來源：辛海洋，AI Native Field Notes 1，https://tonyxinvip.github.io/slides/ainative-1/ 。本講座依跨學科本科生情境改寫，系列中的工作模型屬講者分析與實施建議，並非普遍效果的實證。辛海洋，AI Native Field Notes 2，https://tonyxinvip.github.io/slides/ainative-2/ 。本講座依跨學科本科生情境改寫，系列中的工作模型屬講者分析與實施建議，並非普遍效果的實證。辛海洋，AI Native Field Notes 3，https://tonyxinvip.github.io/slides/ainative-3/ 。本講座依跨學科本科生情境改寫，系列中的工作模型屬講者分析與實施建議，並非普遍效果的實證。辛海洋，AI Native Field Notes 4，https://tonyxinvip.github.io/slides/ainative-4/ 。本講座依跨學科本科生情境改寫，系列中的工作模型屬講者分析與實施建議，並非普遍效果的實證。講者的企業經營與人才培養判斷，並非標準化招聘量表或勞動市場預測。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30476096344b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5dca5a307949e0" /><Relationship Type="http://schemas.openxmlformats.org/officeDocument/2006/relationships/slideLayout" Target="/ppt/slideLayouts/slideLayout1.xml" Id="Rc86b07a50fef4a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6b07a50fef4a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711cb6cefc42dc" /><Relationship Type="http://schemas.openxmlformats.org/officeDocument/2006/relationships/notesSlide" Target="/ppt/notesSlides/notesSlide1.xml" Id="R54cc22e5b5344a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5eefc964e048f5" /><Relationship Type="http://schemas.openxmlformats.org/officeDocument/2006/relationships/notesSlide" Target="/ppt/notesSlides/notesSlide2.xml" Id="R1e55150fe71c41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c029c7fb144252" /><Relationship Type="http://schemas.openxmlformats.org/officeDocument/2006/relationships/notesSlide" Target="/ppt/notesSlides/notesSlide3.xml" Id="R0e2e7ed661d54d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a8587ef8bc4490" /><Relationship Type="http://schemas.openxmlformats.org/officeDocument/2006/relationships/notesSlide" Target="/ppt/notesSlides/notesSlide4.xml" Id="R3b80360739664a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541c37df0a4e79" /><Relationship Type="http://schemas.openxmlformats.org/officeDocument/2006/relationships/notesSlide" Target="/ppt/notesSlides/notesSlide5.xml" Id="Ra3d2e3c2313643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73458a9de54871" /><Relationship Type="http://schemas.openxmlformats.org/officeDocument/2006/relationships/notesSlide" Target="/ppt/notesSlides/notesSlide6.xml" Id="R21d0f74d4b9843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ba313c69484cac" /><Relationship Type="http://schemas.openxmlformats.org/officeDocument/2006/relationships/notesSlide" Target="/ppt/notesSlides/notesSlide7.xml" Id="Re28c9a86b76440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17e82019a146d6" /><Relationship Type="http://schemas.openxmlformats.org/officeDocument/2006/relationships/notesSlide" Target="/ppt/notesSlides/notesSlide8.xml" Id="R7d632b709fc149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a55f473cd8482e" /><Relationship Type="http://schemas.openxmlformats.org/officeDocument/2006/relationships/notesSlide" Target="/ppt/notesSlides/notesSlide9.xml" Id="R768d66c5c5d943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f3c915aca64157" /><Relationship Type="http://schemas.openxmlformats.org/officeDocument/2006/relationships/notesSlide" Target="/ppt/notesSlides/notesSlide10.xml" Id="R494e0e80714f42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6b6169eb194ff1" /><Relationship Type="http://schemas.openxmlformats.org/officeDocument/2006/relationships/notesSlide" Target="/ppt/notesSlides/notesSlide11.xml" Id="R41301d874bf94b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923ac09d44463e" /><Relationship Type="http://schemas.openxmlformats.org/officeDocument/2006/relationships/notesSlide" Target="/ppt/notesSlides/notesSlide12.xml" Id="R4bb3125e7f2b4b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87af1e59214348" /><Relationship Type="http://schemas.openxmlformats.org/officeDocument/2006/relationships/notesSlide" Target="/ppt/notesSlides/notesSlide13.xml" Id="R45796bd841fe43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9cdfcc7b7945e2" /><Relationship Type="http://schemas.openxmlformats.org/officeDocument/2006/relationships/notesSlide" Target="/ppt/notesSlides/notesSlide14.xml" Id="Rd421fa9f8fcb49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8d6703cd6254537" /><Relationship Type="http://schemas.openxmlformats.org/officeDocument/2006/relationships/notesSlide" Target="/ppt/notesSlides/notesSlide15.xml" Id="Rf09c360d263f4b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f083fac72a4659" /><Relationship Type="http://schemas.openxmlformats.org/officeDocument/2006/relationships/notesSlide" Target="/ppt/notesSlides/notesSlide16.xml" Id="R1ba1aa05d3d546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f594e5fafe34a85" /><Relationship Type="http://schemas.openxmlformats.org/officeDocument/2006/relationships/notesSlide" Target="/ppt/notesSlides/notesSlide17.xml" Id="Raab27046997941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bd2c7b057b47f8" /><Relationship Type="http://schemas.openxmlformats.org/officeDocument/2006/relationships/notesSlide" Target="/ppt/notesSlides/notesSlide18.xml" Id="R2cc84361ed7549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0f1c43082e4721" /><Relationship Type="http://schemas.openxmlformats.org/officeDocument/2006/relationships/notesSlide" Target="/ppt/notesSlides/notesSlide19.xml" Id="R551b4fc381fc40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12365091314b67" /><Relationship Type="http://schemas.openxmlformats.org/officeDocument/2006/relationships/notesSlide" Target="/ppt/notesSlides/notesSlide20.xml" Id="R0c61291eed1a46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500fd3b65a4d22" /><Relationship Type="http://schemas.openxmlformats.org/officeDocument/2006/relationships/notesSlide" Target="/ppt/notesSlides/notesSlide21.xml" Id="R55dec4210f8d49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84c315fe461435f" /><Relationship Type="http://schemas.openxmlformats.org/officeDocument/2006/relationships/notesSlide" Target="/ppt/notesSlides/notesSlide22.xml" Id="R594852d0a7a34f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e7b6210f274c5a" /><Relationship Type="http://schemas.openxmlformats.org/officeDocument/2006/relationships/notesSlide" Target="/ppt/notesSlides/notesSlide23.xml" Id="R5005c400d2e143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ed6f87a77fc4e8f" /><Relationship Type="http://schemas.openxmlformats.org/officeDocument/2006/relationships/notesSlide" Target="/ppt/notesSlides/notesSlide24.xml" Id="R0c45fe484a5b49c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ba10e4d7944d81" /><Relationship Type="http://schemas.openxmlformats.org/officeDocument/2006/relationships/notesSlide" Target="/ppt/notesSlides/notesSlide25.xml" Id="Rb79f0852a72145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82ed926d97e4937" /><Relationship Type="http://schemas.openxmlformats.org/officeDocument/2006/relationships/notesSlide" Target="/ppt/notesSlides/notesSlide26.xml" Id="Rb0d770369b81442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42ce72c25ec4f48" /><Relationship Type="http://schemas.openxmlformats.org/officeDocument/2006/relationships/notesSlide" Target="/ppt/notesSlides/notesSlide27.xml" Id="R8835732bb369411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0d025cc434c4fee" /><Relationship Type="http://schemas.openxmlformats.org/officeDocument/2006/relationships/notesSlide" Target="/ppt/notesSlides/notesSlide28.xml" Id="R03bf70e4a93741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f8e776c5b1349a7" /><Relationship Type="http://schemas.openxmlformats.org/officeDocument/2006/relationships/notesSlide" Target="/ppt/notesSlides/notesSlide29.xml" Id="R5903fbac57b14cc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99cdc2808514ce1" /><Relationship Type="http://schemas.openxmlformats.org/officeDocument/2006/relationships/notesSlide" Target="/ppt/notesSlides/notesSlide30.xml" Id="R4400675ea8a94a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245ee456c4d4546" /><Relationship Type="http://schemas.openxmlformats.org/officeDocument/2006/relationships/notesSlide" Target="/ppt/notesSlides/notesSlide31.xml" Id="Re247bd92ae1a41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75a3c54b9e2444e" /><Relationship Type="http://schemas.openxmlformats.org/officeDocument/2006/relationships/notesSlide" Target="/ppt/notesSlides/notesSlide32.xml" Id="Ra02f54276f944d7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0681df1605a4f5d" /><Relationship Type="http://schemas.openxmlformats.org/officeDocument/2006/relationships/notesSlide" Target="/ppt/notesSlides/notesSlide33.xml" Id="R4135e6f2bdb541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b8a044dfd5e4e02" /><Relationship Type="http://schemas.openxmlformats.org/officeDocument/2006/relationships/notesSlide" Target="/ppt/notesSlides/notesSlide34.xml" Id="Rf35e14fdc45f4dd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55ca6f5624448c2" /><Relationship Type="http://schemas.openxmlformats.org/officeDocument/2006/relationships/notesSlide" Target="/ppt/notesSlides/notesSlide35.xml" Id="R578156fccb9744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7838d36491e46cf" /><Relationship Type="http://schemas.openxmlformats.org/officeDocument/2006/relationships/notesSlide" Target="/ppt/notesSlides/notesSlide36.xml" Id="Rf42248bb7eca424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532478eaa074143" /><Relationship Type="http://schemas.openxmlformats.org/officeDocument/2006/relationships/notesSlide" Target="/ppt/notesSlides/notesSlide37.xml" Id="R5236baa00ac24b5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25a2a18d9804d82" /><Relationship Type="http://schemas.openxmlformats.org/officeDocument/2006/relationships/notesSlide" Target="/ppt/notesSlides/notesSlide38.xml" Id="R6655925344b145f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721d73e60984d84" /><Relationship Type="http://schemas.openxmlformats.org/officeDocument/2006/relationships/notesSlide" Target="/ppt/notesSlides/notesSlide39.xml" Id="Ra95ef74c3884488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3e750d53bed4ce0" /><Relationship Type="http://schemas.openxmlformats.org/officeDocument/2006/relationships/notesSlide" Target="/ppt/notesSlides/notesSlide40.xml" Id="R7c890cf3770540e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2b16737d6b64bc4" /><Relationship Type="http://schemas.openxmlformats.org/officeDocument/2006/relationships/notesSlide" Target="/ppt/notesSlides/notesSlide41.xml" Id="Rf24714a7168e4f7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cbfff980d32456c" /><Relationship Type="http://schemas.openxmlformats.org/officeDocument/2006/relationships/notesSlide" Target="/ppt/notesSlides/notesSlide42.xml" Id="R38b1051b9d3745a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92d04e087854a65" /><Relationship Type="http://schemas.openxmlformats.org/officeDocument/2006/relationships/notesSlide" Target="/ppt/notesSlides/notesSlide43.xml" Id="Rd5bc0da945fc4b8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3625604482a486a" /><Relationship Type="http://schemas.openxmlformats.org/officeDocument/2006/relationships/notesSlide" Target="/ppt/notesSlides/notesSlide44.xml" Id="Rf7cb4787656d440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984b2a4c85d4950" /><Relationship Type="http://schemas.openxmlformats.org/officeDocument/2006/relationships/notesSlide" Target="/ppt/notesSlides/notesSlide45.xml" Id="R0b6a97fc1eeb43c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6a0eb06992f44b0" /><Relationship Type="http://schemas.openxmlformats.org/officeDocument/2006/relationships/notesSlide" Target="/ppt/notesSlides/notesSlide46.xml" Id="Rcb8a2246b86b46c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35bdbdaa701439c" /><Relationship Type="http://schemas.openxmlformats.org/officeDocument/2006/relationships/notesSlide" Target="/ppt/notesSlides/notesSlide47.xml" Id="Rdcc25dc1075643c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d094595b7b644ac" /><Relationship Type="http://schemas.openxmlformats.org/officeDocument/2006/relationships/notesSlide" Target="/ppt/notesSlides/notesSlide48.xml" Id="R5fe1aaf0274d42c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4f7bd008d14477d" /><Relationship Type="http://schemas.openxmlformats.org/officeDocument/2006/relationships/notesSlide" Target="/ppt/notesSlides/notesSlide49.xml" Id="R71f3a75310f746d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3e17b843fbb4e94" /><Relationship Type="http://schemas.openxmlformats.org/officeDocument/2006/relationships/notesSlide" Target="/ppt/notesSlides/notesSlide50.xml" Id="R9538a7d27a53421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39a9ed232694a3a" /><Relationship Type="http://schemas.openxmlformats.org/officeDocument/2006/relationships/notesSlide" Target="/ppt/notesSlides/notesSlide51.xml" Id="Rb27230a39fe7408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d0c1840acb4445f" /><Relationship Type="http://schemas.openxmlformats.org/officeDocument/2006/relationships/notesSlide" Target="/ppt/notesSlides/notesSlide52.xml" Id="R3424e2e7d368469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81e460c1ee64d4f" /><Relationship Type="http://schemas.openxmlformats.org/officeDocument/2006/relationships/notesSlide" Target="/ppt/notesSlides/notesSlide53.xml" Id="Re0eb3b775795434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495af67ee2aa4ecb" /><Relationship Type="http://schemas.openxmlformats.org/officeDocument/2006/relationships/notesSlide" Target="/ppt/notesSlides/notesSlide54.xml" Id="R4d3d24e66ccd4a8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c31c209a7214078" /><Relationship Type="http://schemas.openxmlformats.org/officeDocument/2006/relationships/notesSlide" Target="/ppt/notesSlides/notesSlide55.xml" Id="R7be2c15806ba496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e7ecef8f867406c" /><Relationship Type="http://schemas.openxmlformats.org/officeDocument/2006/relationships/notesSlide" Target="/ppt/notesSlides/notesSlide56.xml" Id="R61febde60926405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09dbbd309b44c50" /><Relationship Type="http://schemas.openxmlformats.org/officeDocument/2006/relationships/notesSlide" Target="/ppt/notesSlides/notesSlide57.xml" Id="Rb36c56852e374a1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82fc1f35361494e" /><Relationship Type="http://schemas.openxmlformats.org/officeDocument/2006/relationships/notesSlide" Target="/ppt/notesSlides/notesSlide58.xml" Id="Ra93c0d9d7f01472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c76bddd01d39480f" /><Relationship Type="http://schemas.openxmlformats.org/officeDocument/2006/relationships/notesSlide" Target="/ppt/notesSlides/notesSlide59.xml" Id="Re2b5eae8a834460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9005edb0af047fb" /><Relationship Type="http://schemas.openxmlformats.org/officeDocument/2006/relationships/notesSlide" Target="/ppt/notesSlides/notesSlide60.xml" Id="Re08f6f814643407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1ae416fa5ba44bd" /><Relationship Type="http://schemas.openxmlformats.org/officeDocument/2006/relationships/notesSlide" Target="/ppt/notesSlides/notesSlide61.xml" Id="Rb55e918bc33848b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435d0a014bbb45f8" /><Relationship Type="http://schemas.openxmlformats.org/officeDocument/2006/relationships/notesSlide" Target="/ppt/notesSlides/notesSlide62.xml" Id="R57cdcd27cb804a2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d809605a66841fb" /><Relationship Type="http://schemas.openxmlformats.org/officeDocument/2006/relationships/notesSlide" Target="/ppt/notesSlides/notesSlide63.xml" Id="Re28f81bb42ae4b6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74e4d9bf31c4c6a" /><Relationship Type="http://schemas.openxmlformats.org/officeDocument/2006/relationships/notesSlide" Target="/ppt/notesSlides/notesSlide64.xml" Id="Rc7c80569712c422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95804ebb960434c" /><Relationship Type="http://schemas.openxmlformats.org/officeDocument/2006/relationships/notesSlide" Target="/ppt/notesSlides/notesSlide65.xml" Id="Rd06f21e262ad4f2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790b2ddb40834bc8" /><Relationship Type="http://schemas.openxmlformats.org/officeDocument/2006/relationships/notesSlide" Target="/ppt/notesSlides/notesSlide66.xml" Id="Rb4712bcf5b8b4880" /></Relationships>
</file>

<file path=ppt/slides/slide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9" name="slide-1-text-1">
            <a:extLst xmlns:a="http://schemas.openxmlformats.org/drawingml/2006/main">
              <a:ext uri="{FF2B5EF4-FFF2-40B4-BE49-F238E27FC236}">
                <a16:creationId xmlns:a16="http://schemas.microsoft.com/office/drawing/2014/main" id="{99B1EB98-2AF1-4981-A03D-E654E36B83AB}"/>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香港中文大學</a:t>
            </a:r>
          </a:p>
        </p:txBody>
      </p:sp>
      <p:sp>
        <p:nvSpPr>
          <p:cNvPr id="2" name="slide-1-line-2">
            <a:extLst xmlns:a="http://schemas.openxmlformats.org/drawingml/2006/main">
              <a:ext uri="{FF2B5EF4-FFF2-40B4-BE49-F238E27FC236}">
                <a16:creationId xmlns:a16="http://schemas.microsoft.com/office/drawing/2014/main" id="{C3A4D019-3695-4BF2-9157-3D126764D72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1-text-3">
            <a:extLst xmlns:a="http://schemas.openxmlformats.org/drawingml/2006/main">
              <a:ext uri="{FF2B5EF4-FFF2-40B4-BE49-F238E27FC236}">
                <a16:creationId xmlns:a16="http://schemas.microsoft.com/office/drawing/2014/main" id="{C7C6649B-E100-4AC2-8B8E-6E21D073EEB9}"/>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1-text-4">
            <a:extLst xmlns:a="http://schemas.openxmlformats.org/drawingml/2006/main">
              <a:ext uri="{FF2B5EF4-FFF2-40B4-BE49-F238E27FC236}">
                <a16:creationId xmlns:a16="http://schemas.microsoft.com/office/drawing/2014/main" id="{B9DCDBE7-27BD-4721-945B-9D969B3A1AD9}"/>
              </a:ext>
            </a:extLst>
          </p:cNvPr>
          <p:cNvSpPr>
            <a:spLocks xmlns:a="http://schemas.openxmlformats.org/drawingml/2006/main" noGrp="1"/>
          </p:cNvSpPr>
          <p:nvPr/>
        </p:nvSpPr>
        <p:spPr>
          <a:xfrm xmlns:a="http://schemas.openxmlformats.org/drawingml/2006/main">
            <a:off x="838200" y="1790700"/>
            <a:ext cx="11430000" cy="13472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7800" b="1">
                <a:solidFill>
                  <a:srgbClr val="FFFFFF"/>
                </a:solidFill>
                <a:latin typeface="PingFang TC"/>
                <a:ea typeface="PingFang TC"/>
                <a:cs typeface="PingFang TC"/>
              </a:defRPr>
            </a:pPr>
            <a:r>
              <a:rPr sz="7800" b="1">
                <a:solidFill>
                  <a:srgbClr val="FFFFFF"/>
                </a:solidFill>
                <a:latin typeface="PingFang TC"/>
                <a:ea typeface="PingFang TC"/>
                <a:cs typeface="PingFang TC"/>
              </a:rPr>
              <a:t>當表達成本</a:t>
            </a:r>
          </a:p>
        </p:txBody>
      </p:sp>
      <p:sp>
        <p:nvSpPr>
          <p:cNvPr id="5" name="slide-1-text-5">
            <a:extLst xmlns:a="http://schemas.openxmlformats.org/drawingml/2006/main">
              <a:ext uri="{FF2B5EF4-FFF2-40B4-BE49-F238E27FC236}">
                <a16:creationId xmlns:a16="http://schemas.microsoft.com/office/drawing/2014/main" id="{04F6CAFC-C17E-4258-9BEA-2BAD34E8BDFA}"/>
              </a:ext>
            </a:extLst>
          </p:cNvPr>
          <p:cNvSpPr>
            <a:spLocks xmlns:a="http://schemas.openxmlformats.org/drawingml/2006/main" noGrp="1"/>
          </p:cNvSpPr>
          <p:nvPr/>
        </p:nvSpPr>
        <p:spPr>
          <a:xfrm xmlns:a="http://schemas.openxmlformats.org/drawingml/2006/main">
            <a:off x="838200" y="2979420"/>
            <a:ext cx="11430000" cy="13472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7800" b="1">
                <a:solidFill>
                  <a:srgbClr val="FFFFFF"/>
                </a:solidFill>
                <a:latin typeface="PingFang TC"/>
                <a:ea typeface="PingFang TC"/>
                <a:cs typeface="PingFang TC"/>
              </a:defRPr>
            </a:pPr>
            <a:r>
              <a:rPr sz="7800" b="1">
                <a:solidFill>
                  <a:srgbClr val="FFFFFF"/>
                </a:solidFill>
                <a:latin typeface="PingFang TC"/>
                <a:ea typeface="PingFang TC"/>
                <a:cs typeface="PingFang TC"/>
              </a:rPr>
              <a:t>降低後</a:t>
            </a:r>
          </a:p>
        </p:txBody>
      </p:sp>
      <p:sp>
        <p:nvSpPr>
          <p:cNvPr id="6" name="slide-1-text-6">
            <a:extLst xmlns:a="http://schemas.openxmlformats.org/drawingml/2006/main">
              <a:ext uri="{FF2B5EF4-FFF2-40B4-BE49-F238E27FC236}">
                <a16:creationId xmlns:a16="http://schemas.microsoft.com/office/drawing/2014/main" id="{C2F4B5D9-1EC9-49DD-A282-D3066677DF0D}"/>
              </a:ext>
            </a:extLst>
          </p:cNvPr>
          <p:cNvSpPr>
            <a:spLocks xmlns:a="http://schemas.openxmlformats.org/drawingml/2006/main" noGrp="1"/>
          </p:cNvSpPr>
          <p:nvPr/>
        </p:nvSpPr>
        <p:spPr>
          <a:xfrm xmlns:a="http://schemas.openxmlformats.org/drawingml/2006/main">
            <a:off x="904875" y="4733925"/>
            <a:ext cx="114300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0">
                <a:solidFill>
                  <a:srgbClr val="49D4E3"/>
                </a:solidFill>
                <a:latin typeface="PingFang TC"/>
                <a:ea typeface="PingFang TC"/>
                <a:cs typeface="PingFang TC"/>
              </a:defRPr>
            </a:pPr>
            <a:r>
              <a:rPr sz="2850" b="0">
                <a:solidFill>
                  <a:srgbClr val="49D4E3"/>
                </a:solidFill>
                <a:latin typeface="PingFang TC"/>
                <a:ea typeface="PingFang TC"/>
                <a:cs typeface="PingFang TC"/>
              </a:rPr>
              <a:t>AI 時代的中文傳意與未來人才</a:t>
            </a:r>
          </a:p>
        </p:txBody>
      </p:sp>
      <p:sp>
        <p:nvSpPr>
          <p:cNvPr id="7" name="slide-1-text-7">
            <a:extLst xmlns:a="http://schemas.openxmlformats.org/drawingml/2006/main">
              <a:ext uri="{FF2B5EF4-FFF2-40B4-BE49-F238E27FC236}">
                <a16:creationId xmlns:a16="http://schemas.microsoft.com/office/drawing/2014/main" id="{C2D3426D-D7F5-4036-BE86-1AC618C8C9E9}"/>
              </a:ext>
            </a:extLst>
          </p:cNvPr>
          <p:cNvSpPr>
            <a:spLocks xmlns:a="http://schemas.openxmlformats.org/drawingml/2006/main" noGrp="1"/>
          </p:cNvSpPr>
          <p:nvPr/>
        </p:nvSpPr>
        <p:spPr>
          <a:xfrm xmlns:a="http://schemas.openxmlformats.org/drawingml/2006/main">
            <a:off x="914400" y="5895975"/>
            <a:ext cx="106680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DCE4F5"/>
                </a:solidFill>
                <a:latin typeface="PingFang TC"/>
                <a:ea typeface="PingFang TC"/>
                <a:cs typeface="PingFang TC"/>
              </a:defRPr>
            </a:pPr>
            <a:r>
              <a:rPr sz="2025" b="0">
                <a:solidFill>
                  <a:srgbClr val="DCE4F5"/>
                </a:solidFill>
                <a:latin typeface="PingFang TC"/>
                <a:ea typeface="PingFang TC"/>
                <a:cs typeface="PingFang TC"/>
              </a:rPr>
              <a:t>辛海洋   可可樂博</a:t>
            </a:r>
          </a:p>
        </p:txBody>
      </p:sp>
      <p:sp>
        <p:nvSpPr>
          <p:cNvPr id="8" name="slide-1-text-8">
            <a:extLst xmlns:a="http://schemas.openxmlformats.org/drawingml/2006/main">
              <a:ext uri="{FF2B5EF4-FFF2-40B4-BE49-F238E27FC236}">
                <a16:creationId xmlns:a16="http://schemas.microsoft.com/office/drawing/2014/main" id="{AE8AFFB7-2A86-454E-B6FA-CDDB552A460E}"/>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01 / 66</a:t>
            </a:r>
          </a:p>
        </p:txBody>
      </p:sp>
    </p:spTree>
    <p:extLst>
      <p:ext uri="{BB962C8B-B14F-4D97-AF65-F5344CB8AC3E}">
        <p14:creationId xmlns:p14="http://schemas.microsoft.com/office/powerpoint/2010/main" val="1955667544"/>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6" name="slide-2-text-1">
            <a:extLst xmlns:a="http://schemas.openxmlformats.org/drawingml/2006/main">
              <a:ext uri="{FF2B5EF4-FFF2-40B4-BE49-F238E27FC236}">
                <a16:creationId xmlns:a16="http://schemas.microsoft.com/office/drawing/2014/main" id="{73567F4F-8D27-4F6E-B225-CA6EC5A4A63E}"/>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開場   真實工作片段</a:t>
            </a:r>
          </a:p>
        </p:txBody>
      </p:sp>
      <p:sp>
        <p:nvSpPr>
          <p:cNvPr id="2" name="slide-2-text-2">
            <a:extLst xmlns:a="http://schemas.openxmlformats.org/drawingml/2006/main">
              <a:ext uri="{FF2B5EF4-FFF2-40B4-BE49-F238E27FC236}">
                <a16:creationId xmlns:a16="http://schemas.microsoft.com/office/drawing/2014/main" id="{F09387C6-7580-4E27-A7DE-A67545E5BBCF}"/>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一次產品評審，從教師的入口談起</a:t>
            </a:r>
          </a:p>
        </p:txBody>
      </p:sp>
      <p:sp>
        <p:nvSpPr>
          <p:cNvPr id="3" name="slide-2-line-3">
            <a:extLst xmlns:a="http://schemas.openxmlformats.org/drawingml/2006/main">
              <a:ext uri="{FF2B5EF4-FFF2-40B4-BE49-F238E27FC236}">
                <a16:creationId xmlns:a16="http://schemas.microsoft.com/office/drawing/2014/main" id="{26CBC0A8-4EC7-49BF-B536-745BEF5078E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text-4">
            <a:extLst xmlns:a="http://schemas.openxmlformats.org/drawingml/2006/main">
              <a:ext uri="{FF2B5EF4-FFF2-40B4-BE49-F238E27FC236}">
                <a16:creationId xmlns:a16="http://schemas.microsoft.com/office/drawing/2014/main" id="{EA2D6EC9-3BC5-4CCB-9B2D-ABCB70F7C959}"/>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text-5">
            <a:extLst xmlns:a="http://schemas.openxmlformats.org/drawingml/2006/main">
              <a:ext uri="{FF2B5EF4-FFF2-40B4-BE49-F238E27FC236}">
                <a16:creationId xmlns:a16="http://schemas.microsoft.com/office/drawing/2014/main" id="{FA592C47-FFFA-43A5-B0EE-627490DCE608}"/>
              </a:ext>
            </a:extLst>
          </p:cNvPr>
          <p:cNvSpPr>
            <a:spLocks xmlns:a="http://schemas.openxmlformats.org/drawingml/2006/main" noGrp="1"/>
          </p:cNvSpPr>
          <p:nvPr/>
        </p:nvSpPr>
        <p:spPr>
          <a:xfrm xmlns:a="http://schemas.openxmlformats.org/drawingml/2006/main">
            <a:off x="838200" y="2638425"/>
            <a:ext cx="5238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2026 年 9 月 20 日</a:t>
            </a:r>
          </a:p>
        </p:txBody>
      </p:sp>
      <p:sp>
        <p:nvSpPr>
          <p:cNvPr id="6" name="slide-2-text-6">
            <a:extLst xmlns:a="http://schemas.openxmlformats.org/drawingml/2006/main">
              <a:ext uri="{FF2B5EF4-FFF2-40B4-BE49-F238E27FC236}">
                <a16:creationId xmlns:a16="http://schemas.microsoft.com/office/drawing/2014/main" id="{B00BA39A-9096-4C65-9A2E-A40905581E9A}"/>
              </a:ext>
            </a:extLst>
          </p:cNvPr>
          <p:cNvSpPr>
            <a:spLocks xmlns:a="http://schemas.openxmlformats.org/drawingml/2006/main" noGrp="1"/>
          </p:cNvSpPr>
          <p:nvPr/>
        </p:nvSpPr>
        <p:spPr>
          <a:xfrm xmlns:a="http://schemas.openxmlformats.org/drawingml/2006/main">
            <a:off x="838200" y="3114675"/>
            <a:ext cx="8477250" cy="5570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225" b="1">
                <a:solidFill>
                  <a:srgbClr val="0B1830"/>
                </a:solidFill>
                <a:latin typeface="PingFang TC"/>
                <a:ea typeface="PingFang TC"/>
                <a:cs typeface="PingFang TC"/>
              </a:defRPr>
            </a:pPr>
            <a:r>
              <a:rPr sz="3225" b="1">
                <a:solidFill>
                  <a:srgbClr val="0B1830"/>
                </a:solidFill>
                <a:latin typeface="PingFang TC"/>
                <a:ea typeface="PingFang TC"/>
                <a:cs typeface="PingFang TC"/>
              </a:rPr>
              <a:t>教師從哪裏進入？</a:t>
            </a:r>
          </a:p>
        </p:txBody>
      </p:sp>
      <p:sp>
        <p:nvSpPr>
          <p:cNvPr id="7" name="slide-2-text-7">
            <a:extLst xmlns:a="http://schemas.openxmlformats.org/drawingml/2006/main">
              <a:ext uri="{FF2B5EF4-FFF2-40B4-BE49-F238E27FC236}">
                <a16:creationId xmlns:a16="http://schemas.microsoft.com/office/drawing/2014/main" id="{E9156913-5FBF-49E8-870C-9F46E526A0B3}"/>
              </a:ext>
            </a:extLst>
          </p:cNvPr>
          <p:cNvSpPr>
            <a:spLocks xmlns:a="http://schemas.openxmlformats.org/drawingml/2006/main" noGrp="1"/>
          </p:cNvSpPr>
          <p:nvPr/>
        </p:nvSpPr>
        <p:spPr>
          <a:xfrm xmlns:a="http://schemas.openxmlformats.org/drawingml/2006/main">
            <a:off x="838200" y="3749516"/>
            <a:ext cx="8477250" cy="5570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225" b="1">
                <a:solidFill>
                  <a:srgbClr val="0B1830"/>
                </a:solidFill>
                <a:latin typeface="PingFang TC"/>
                <a:ea typeface="PingFang TC"/>
                <a:cs typeface="PingFang TC"/>
              </a:defRPr>
            </a:pPr>
            <a:r>
              <a:rPr sz="3225" b="1">
                <a:solidFill>
                  <a:srgbClr val="0B1830"/>
                </a:solidFill>
                <a:latin typeface="PingFang TC"/>
                <a:ea typeface="PingFang TC"/>
                <a:cs typeface="PingFang TC"/>
              </a:rPr>
              <a:t>如何選學科與教材？</a:t>
            </a:r>
          </a:p>
        </p:txBody>
      </p:sp>
      <p:sp>
        <p:nvSpPr>
          <p:cNvPr id="8" name="slide-2-text-8">
            <a:extLst xmlns:a="http://schemas.openxmlformats.org/drawingml/2006/main">
              <a:ext uri="{FF2B5EF4-FFF2-40B4-BE49-F238E27FC236}">
                <a16:creationId xmlns:a16="http://schemas.microsoft.com/office/drawing/2014/main" id="{EF119818-89DB-455B-8168-1CCD2D71443F}"/>
              </a:ext>
            </a:extLst>
          </p:cNvPr>
          <p:cNvSpPr>
            <a:spLocks xmlns:a="http://schemas.openxmlformats.org/drawingml/2006/main" noGrp="1"/>
          </p:cNvSpPr>
          <p:nvPr/>
        </p:nvSpPr>
        <p:spPr>
          <a:xfrm xmlns:a="http://schemas.openxmlformats.org/drawingml/2006/main">
            <a:off x="838200" y="4384358"/>
            <a:ext cx="8477250" cy="5570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225" b="1">
                <a:solidFill>
                  <a:srgbClr val="0B1830"/>
                </a:solidFill>
                <a:latin typeface="PingFang TC"/>
                <a:ea typeface="PingFang TC"/>
                <a:cs typeface="PingFang TC"/>
              </a:defRPr>
            </a:pPr>
            <a:r>
              <a:rPr sz="3225" b="1">
                <a:solidFill>
                  <a:srgbClr val="0B1830"/>
                </a:solidFill>
                <a:latin typeface="PingFang TC"/>
                <a:ea typeface="PingFang TC"/>
                <a:cs typeface="PingFang TC"/>
              </a:rPr>
              <a:t>自己的資料放在哪裏？</a:t>
            </a:r>
          </a:p>
        </p:txBody>
      </p:sp>
      <p:sp>
        <p:nvSpPr>
          <p:cNvPr id="9" name="slide-2-line-9">
            <a:extLst xmlns:a="http://schemas.openxmlformats.org/drawingml/2006/main">
              <a:ext uri="{FF2B5EF4-FFF2-40B4-BE49-F238E27FC236}">
                <a16:creationId xmlns:a16="http://schemas.microsoft.com/office/drawing/2014/main" id="{C6D317C5-F1EC-46E7-8D21-1459CE924D8B}"/>
              </a:ext>
            </a:extLst>
          </p:cNvPr>
          <p:cNvSpPr>
            <a:spLocks xmlns:a="http://schemas.openxmlformats.org/drawingml/2006/main" noGrp="1"/>
          </p:cNvSpPr>
          <p:nvPr/>
        </p:nvSpPr>
        <p:spPr>
          <a:xfrm xmlns:a="http://schemas.openxmlformats.org/drawingml/2006/main">
            <a:off x="10096500" y="2828925"/>
            <a:ext cx="0" cy="2857500"/>
          </a:xfrm>
          <a:prstGeom xmlns:a="http://schemas.openxmlformats.org/drawingml/2006/main" prst="line">
            <a:avLst/>
          </a:prstGeom>
          <a:noFill xmlns:a="http://schemas.openxmlformats.org/drawingml/2006/main"/>
          <a:ln xmlns:a="http://schemas.openxmlformats.org/drawingml/2006/main" w="47625">
            <a:solidFill>
              <a:srgbClr val="315CF5"/>
            </a:solidFill>
            <a:prstDash val="solid"/>
          </a:ln>
        </p:spPr>
      </p:sp>
      <p:sp>
        <p:nvSpPr>
          <p:cNvPr id="10" name="slide-2-text-10">
            <a:extLst xmlns:a="http://schemas.openxmlformats.org/drawingml/2006/main">
              <a:ext uri="{FF2B5EF4-FFF2-40B4-BE49-F238E27FC236}">
                <a16:creationId xmlns:a16="http://schemas.microsoft.com/office/drawing/2014/main" id="{2EE8190B-8A6F-46A2-9897-8CC2CD169E72}"/>
              </a:ext>
            </a:extLst>
          </p:cNvPr>
          <p:cNvSpPr>
            <a:spLocks xmlns:a="http://schemas.openxmlformats.org/drawingml/2006/main" noGrp="1"/>
          </p:cNvSpPr>
          <p:nvPr/>
        </p:nvSpPr>
        <p:spPr>
          <a:xfrm xmlns:a="http://schemas.openxmlformats.org/drawingml/2006/main">
            <a:off x="10477500" y="3095625"/>
            <a:ext cx="23812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52627A"/>
                </a:solidFill>
                <a:latin typeface="PingFang TC"/>
                <a:ea typeface="PingFang TC"/>
                <a:cs typeface="PingFang TC"/>
              </a:defRPr>
            </a:pPr>
            <a:r>
              <a:rPr sz="2175" b="0">
                <a:solidFill>
                  <a:srgbClr val="52627A"/>
                </a:solidFill>
                <a:latin typeface="PingFang TC"/>
                <a:ea typeface="PingFang TC"/>
                <a:cs typeface="PingFang TC"/>
              </a:rPr>
              <a:t>討論焦點</a:t>
            </a:r>
          </a:p>
        </p:txBody>
      </p:sp>
      <p:sp>
        <p:nvSpPr>
          <p:cNvPr id="11" name="slide-2-text-11">
            <a:extLst xmlns:a="http://schemas.openxmlformats.org/drawingml/2006/main">
              <a:ext uri="{FF2B5EF4-FFF2-40B4-BE49-F238E27FC236}">
                <a16:creationId xmlns:a16="http://schemas.microsoft.com/office/drawing/2014/main" id="{6FB05F04-99D8-4CCB-95C6-D5A074380027}"/>
              </a:ext>
            </a:extLst>
          </p:cNvPr>
          <p:cNvSpPr>
            <a:spLocks xmlns:a="http://schemas.openxmlformats.org/drawingml/2006/main" noGrp="1"/>
          </p:cNvSpPr>
          <p:nvPr/>
        </p:nvSpPr>
        <p:spPr>
          <a:xfrm xmlns:a="http://schemas.openxmlformats.org/drawingml/2006/main">
            <a:off x="10477500" y="3487865"/>
            <a:ext cx="23812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52627A"/>
                </a:solidFill>
                <a:latin typeface="PingFang TC"/>
                <a:ea typeface="PingFang TC"/>
                <a:cs typeface="PingFang TC"/>
              </a:defRPr>
            </a:pPr>
            <a:r>
              <a:rPr sz="2175" b="0">
                <a:solidFill>
                  <a:srgbClr val="52627A"/>
                </a:solidFill>
                <a:latin typeface="PingFang TC"/>
                <a:ea typeface="PingFang TC"/>
                <a:cs typeface="PingFang TC"/>
              </a:rPr>
              <a:t>由界面的樣子</a:t>
            </a:r>
          </a:p>
        </p:txBody>
      </p:sp>
      <p:sp>
        <p:nvSpPr>
          <p:cNvPr id="12" name="slide-2-text-12">
            <a:extLst xmlns:a="http://schemas.openxmlformats.org/drawingml/2006/main">
              <a:ext uri="{FF2B5EF4-FFF2-40B4-BE49-F238E27FC236}">
                <a16:creationId xmlns:a16="http://schemas.microsoft.com/office/drawing/2014/main" id="{6111C28B-D74A-488A-A5E8-21331CA5F2DA}"/>
              </a:ext>
            </a:extLst>
          </p:cNvPr>
          <p:cNvSpPr>
            <a:spLocks xmlns:a="http://schemas.openxmlformats.org/drawingml/2006/main" noGrp="1"/>
          </p:cNvSpPr>
          <p:nvPr/>
        </p:nvSpPr>
        <p:spPr>
          <a:xfrm xmlns:a="http://schemas.openxmlformats.org/drawingml/2006/main">
            <a:off x="10477500" y="3880104"/>
            <a:ext cx="23812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52627A"/>
                </a:solidFill>
                <a:latin typeface="PingFang TC"/>
                <a:ea typeface="PingFang TC"/>
                <a:cs typeface="PingFang TC"/>
              </a:defRPr>
            </a:pPr>
            <a:r>
              <a:rPr sz="2175" b="0">
                <a:solidFill>
                  <a:srgbClr val="52627A"/>
                </a:solidFill>
                <a:latin typeface="PingFang TC"/>
                <a:ea typeface="PingFang TC"/>
                <a:cs typeface="PingFang TC"/>
              </a:rPr>
              <a:t>轉到教師怎樣</a:t>
            </a:r>
          </a:p>
        </p:txBody>
      </p:sp>
      <p:sp>
        <p:nvSpPr>
          <p:cNvPr id="13" name="slide-2-text-13">
            <a:extLst xmlns:a="http://schemas.openxmlformats.org/drawingml/2006/main">
              <a:ext uri="{FF2B5EF4-FFF2-40B4-BE49-F238E27FC236}">
                <a16:creationId xmlns:a16="http://schemas.microsoft.com/office/drawing/2014/main" id="{B7BF743A-3081-4CBA-B5F1-01BD09686297}"/>
              </a:ext>
            </a:extLst>
          </p:cNvPr>
          <p:cNvSpPr>
            <a:spLocks xmlns:a="http://schemas.openxmlformats.org/drawingml/2006/main" noGrp="1"/>
          </p:cNvSpPr>
          <p:nvPr/>
        </p:nvSpPr>
        <p:spPr>
          <a:xfrm xmlns:a="http://schemas.openxmlformats.org/drawingml/2006/main">
            <a:off x="10477500" y="4272344"/>
            <a:ext cx="23812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52627A"/>
                </a:solidFill>
                <a:latin typeface="PingFang TC"/>
                <a:ea typeface="PingFang TC"/>
                <a:cs typeface="PingFang TC"/>
              </a:defRPr>
            </a:pPr>
            <a:r>
              <a:rPr sz="2175" b="0">
                <a:solidFill>
                  <a:srgbClr val="52627A"/>
                </a:solidFill>
                <a:latin typeface="PingFang TC"/>
                <a:ea typeface="PingFang TC"/>
                <a:cs typeface="PingFang TC"/>
              </a:rPr>
              <a:t>完成一次備課</a:t>
            </a:r>
          </a:p>
        </p:txBody>
      </p:sp>
      <p:sp>
        <p:nvSpPr>
          <p:cNvPr id="14" name="slide-2-text-14">
            <a:extLst xmlns:a="http://schemas.openxmlformats.org/drawingml/2006/main">
              <a:ext uri="{FF2B5EF4-FFF2-40B4-BE49-F238E27FC236}">
                <a16:creationId xmlns:a16="http://schemas.microsoft.com/office/drawing/2014/main" id="{20B65F1B-702E-4E15-8EDD-B0D08DD8897D}"/>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根據講者產品評審紀錄匿名轉述，非逐字引述。</a:t>
            </a:r>
          </a:p>
        </p:txBody>
      </p:sp>
      <p:sp>
        <p:nvSpPr>
          <p:cNvPr id="15" name="slide-2-text-15">
            <a:extLst xmlns:a="http://schemas.openxmlformats.org/drawingml/2006/main">
              <a:ext uri="{FF2B5EF4-FFF2-40B4-BE49-F238E27FC236}">
                <a16:creationId xmlns:a16="http://schemas.microsoft.com/office/drawing/2014/main" id="{C7B76A64-8EBE-4D65-BEEA-4173F6FFEE05}"/>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02 / 66</a:t>
            </a:r>
          </a:p>
        </p:txBody>
      </p:sp>
    </p:spTree>
    <p:extLst>
      <p:ext uri="{BB962C8B-B14F-4D97-AF65-F5344CB8AC3E}">
        <p14:creationId xmlns:p14="http://schemas.microsoft.com/office/powerpoint/2010/main" val="1538643935"/>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1" name="slide-3-text-1">
            <a:extLst xmlns:a="http://schemas.openxmlformats.org/drawingml/2006/main">
              <a:ext uri="{FF2B5EF4-FFF2-40B4-BE49-F238E27FC236}">
                <a16:creationId xmlns:a16="http://schemas.microsoft.com/office/drawing/2014/main" id="{58997A0A-6C2E-46D0-963E-7C33091A757D}"/>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開場   需求中的省略</a:t>
            </a:r>
          </a:p>
        </p:txBody>
      </p:sp>
      <p:sp>
        <p:nvSpPr>
          <p:cNvPr id="2" name="slide-3-text-2">
            <a:extLst xmlns:a="http://schemas.openxmlformats.org/drawingml/2006/main">
              <a:ext uri="{FF2B5EF4-FFF2-40B4-BE49-F238E27FC236}">
                <a16:creationId xmlns:a16="http://schemas.microsoft.com/office/drawing/2014/main" id="{6E7FAE8C-C4F6-4ABA-BFAB-A780AA5697ED}"/>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「生成資源」省略了一段工作</a:t>
            </a:r>
          </a:p>
        </p:txBody>
      </p:sp>
      <p:sp>
        <p:nvSpPr>
          <p:cNvPr id="3" name="slide-3-line-3">
            <a:extLst xmlns:a="http://schemas.openxmlformats.org/drawingml/2006/main">
              <a:ext uri="{FF2B5EF4-FFF2-40B4-BE49-F238E27FC236}">
                <a16:creationId xmlns:a16="http://schemas.microsoft.com/office/drawing/2014/main" id="{6F039E2F-237F-448E-AE42-81AA72B8484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text-4">
            <a:extLst xmlns:a="http://schemas.openxmlformats.org/drawingml/2006/main">
              <a:ext uri="{FF2B5EF4-FFF2-40B4-BE49-F238E27FC236}">
                <a16:creationId xmlns:a16="http://schemas.microsoft.com/office/drawing/2014/main" id="{EEAA4B21-DA5C-4E75-8D54-9D107016E91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line-5">
            <a:extLst xmlns:a="http://schemas.openxmlformats.org/drawingml/2006/main">
              <a:ext uri="{FF2B5EF4-FFF2-40B4-BE49-F238E27FC236}">
                <a16:creationId xmlns:a16="http://schemas.microsoft.com/office/drawing/2014/main" id="{4848D5E1-B825-408A-B063-3BBC8F887E44}"/>
              </a:ext>
            </a:extLst>
          </p:cNvPr>
          <p:cNvSpPr>
            <a:spLocks xmlns:a="http://schemas.openxmlformats.org/drawingml/2006/main" noGrp="1"/>
          </p:cNvSpPr>
          <p:nvPr/>
        </p:nvSpPr>
        <p:spPr>
          <a:xfrm xmlns:a="http://schemas.openxmlformats.org/drawingml/2006/main">
            <a:off x="1809750" y="3790950"/>
            <a:ext cx="100012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6" name="slide-3-ellipse-6">
            <a:extLst xmlns:a="http://schemas.openxmlformats.org/drawingml/2006/main">
              <a:ext uri="{FF2B5EF4-FFF2-40B4-BE49-F238E27FC236}">
                <a16:creationId xmlns:a16="http://schemas.microsoft.com/office/drawing/2014/main" id="{8BBE8BD5-A31D-4517-AFC9-FF1A399F7B06}"/>
              </a:ext>
            </a:extLst>
          </p:cNvPr>
          <p:cNvSpPr>
            <a:spLocks xmlns:a="http://schemas.openxmlformats.org/drawingml/2006/main" noGrp="1"/>
          </p:cNvSpPr>
          <p:nvPr/>
        </p:nvSpPr>
        <p:spPr>
          <a:xfrm xmlns:a="http://schemas.openxmlformats.org/drawingml/2006/main">
            <a:off x="1466850" y="3486150"/>
            <a:ext cx="609600" cy="609600"/>
          </a:xfrm>
          <a:prstGeom xmlns:a="http://schemas.openxmlformats.org/drawingml/2006/main" prst="ellipse">
            <a:avLst/>
          </a:prstGeom>
          <a:solidFill xmlns:a="http://schemas.openxmlformats.org/drawingml/2006/main">
            <a:srgbClr val="315CF5"/>
          </a:solidFill>
          <a:ln xmlns:a="http://schemas.openxmlformats.org/drawingml/2006/main" w="0">
            <a:noFill/>
            <a:prstDash val="solid"/>
          </a:ln>
        </p:spPr>
      </p:sp>
      <p:sp>
        <p:nvSpPr>
          <p:cNvPr id="7" name="slide-3-text-7">
            <a:extLst xmlns:a="http://schemas.openxmlformats.org/drawingml/2006/main">
              <a:ext uri="{FF2B5EF4-FFF2-40B4-BE49-F238E27FC236}">
                <a16:creationId xmlns:a16="http://schemas.microsoft.com/office/drawing/2014/main" id="{93BEC584-851F-40F3-9459-77BD88838048}"/>
              </a:ext>
            </a:extLst>
          </p:cNvPr>
          <p:cNvSpPr>
            <a:spLocks xmlns:a="http://schemas.openxmlformats.org/drawingml/2006/main" noGrp="1"/>
          </p:cNvSpPr>
          <p:nvPr/>
        </p:nvSpPr>
        <p:spPr>
          <a:xfrm xmlns:a="http://schemas.openxmlformats.org/drawingml/2006/main">
            <a:off x="1466850" y="3581400"/>
            <a:ext cx="6096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100" b="1">
                <a:solidFill>
                  <a:srgbClr val="FFFFFF"/>
                </a:solidFill>
                <a:latin typeface="PingFang TC"/>
                <a:ea typeface="PingFang TC"/>
                <a:cs typeface="PingFang TC"/>
              </a:defRPr>
            </a:pPr>
            <a:r>
              <a:rPr sz="2100" b="1">
                <a:solidFill>
                  <a:srgbClr val="FFFFFF"/>
                </a:solidFill>
                <a:latin typeface="PingFang TC"/>
                <a:ea typeface="PingFang TC"/>
                <a:cs typeface="PingFang TC"/>
              </a:rPr>
              <a:t>1</a:t>
            </a:r>
          </a:p>
        </p:txBody>
      </p:sp>
      <p:sp>
        <p:nvSpPr>
          <p:cNvPr id="8" name="slide-3-text-8">
            <a:extLst xmlns:a="http://schemas.openxmlformats.org/drawingml/2006/main">
              <a:ext uri="{FF2B5EF4-FFF2-40B4-BE49-F238E27FC236}">
                <a16:creationId xmlns:a16="http://schemas.microsoft.com/office/drawing/2014/main" id="{364A02C9-D600-4C18-937B-7200A614D94F}"/>
              </a:ext>
            </a:extLst>
          </p:cNvPr>
          <p:cNvSpPr>
            <a:spLocks xmlns:a="http://schemas.openxmlformats.org/drawingml/2006/main" noGrp="1"/>
          </p:cNvSpPr>
          <p:nvPr/>
        </p:nvSpPr>
        <p:spPr>
          <a:xfrm xmlns:a="http://schemas.openxmlformats.org/drawingml/2006/main">
            <a:off x="857250" y="4343400"/>
            <a:ext cx="2857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選擇教材</a:t>
            </a:r>
          </a:p>
        </p:txBody>
      </p:sp>
      <p:sp>
        <p:nvSpPr>
          <p:cNvPr id="9" name="slide-3-ellipse-9">
            <a:extLst xmlns:a="http://schemas.openxmlformats.org/drawingml/2006/main">
              <a:ext uri="{FF2B5EF4-FFF2-40B4-BE49-F238E27FC236}">
                <a16:creationId xmlns:a16="http://schemas.microsoft.com/office/drawing/2014/main" id="{FD92B4D3-4E2A-4CA3-9A97-662880E5E180}"/>
              </a:ext>
            </a:extLst>
          </p:cNvPr>
          <p:cNvSpPr>
            <a:spLocks xmlns:a="http://schemas.openxmlformats.org/drawingml/2006/main" noGrp="1"/>
          </p:cNvSpPr>
          <p:nvPr/>
        </p:nvSpPr>
        <p:spPr>
          <a:xfrm xmlns:a="http://schemas.openxmlformats.org/drawingml/2006/main">
            <a:off x="4591050" y="3486150"/>
            <a:ext cx="609600" cy="609600"/>
          </a:xfrm>
          <a:prstGeom xmlns:a="http://schemas.openxmlformats.org/drawingml/2006/main" prst="ellipse">
            <a:avLst/>
          </a:prstGeom>
          <a:solidFill xmlns:a="http://schemas.openxmlformats.org/drawingml/2006/main">
            <a:srgbClr val="315CF5"/>
          </a:solidFill>
          <a:ln xmlns:a="http://schemas.openxmlformats.org/drawingml/2006/main" w="0">
            <a:noFill/>
            <a:prstDash val="solid"/>
          </a:ln>
        </p:spPr>
      </p:sp>
      <p:sp>
        <p:nvSpPr>
          <p:cNvPr id="10" name="slide-3-text-10">
            <a:extLst xmlns:a="http://schemas.openxmlformats.org/drawingml/2006/main">
              <a:ext uri="{FF2B5EF4-FFF2-40B4-BE49-F238E27FC236}">
                <a16:creationId xmlns:a16="http://schemas.microsoft.com/office/drawing/2014/main" id="{22E22583-9E98-4160-AD51-C0C370A2901B}"/>
              </a:ext>
            </a:extLst>
          </p:cNvPr>
          <p:cNvSpPr>
            <a:spLocks xmlns:a="http://schemas.openxmlformats.org/drawingml/2006/main" noGrp="1"/>
          </p:cNvSpPr>
          <p:nvPr/>
        </p:nvSpPr>
        <p:spPr>
          <a:xfrm xmlns:a="http://schemas.openxmlformats.org/drawingml/2006/main">
            <a:off x="4591050" y="3581400"/>
            <a:ext cx="6096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100" b="1">
                <a:solidFill>
                  <a:srgbClr val="FFFFFF"/>
                </a:solidFill>
                <a:latin typeface="PingFang TC"/>
                <a:ea typeface="PingFang TC"/>
                <a:cs typeface="PingFang TC"/>
              </a:defRPr>
            </a:pPr>
            <a:r>
              <a:rPr sz="2100" b="1">
                <a:solidFill>
                  <a:srgbClr val="FFFFFF"/>
                </a:solidFill>
                <a:latin typeface="PingFang TC"/>
                <a:ea typeface="PingFang TC"/>
                <a:cs typeface="PingFang TC"/>
              </a:rPr>
              <a:t>2</a:t>
            </a:r>
          </a:p>
        </p:txBody>
      </p:sp>
      <p:sp>
        <p:nvSpPr>
          <p:cNvPr id="11" name="slide-3-text-11">
            <a:extLst xmlns:a="http://schemas.openxmlformats.org/drawingml/2006/main">
              <a:ext uri="{FF2B5EF4-FFF2-40B4-BE49-F238E27FC236}">
                <a16:creationId xmlns:a16="http://schemas.microsoft.com/office/drawing/2014/main" id="{EF143FF8-0627-49E4-A81A-02C349860F1E}"/>
              </a:ext>
            </a:extLst>
          </p:cNvPr>
          <p:cNvSpPr>
            <a:spLocks xmlns:a="http://schemas.openxmlformats.org/drawingml/2006/main" noGrp="1"/>
          </p:cNvSpPr>
          <p:nvPr/>
        </p:nvSpPr>
        <p:spPr>
          <a:xfrm xmlns:a="http://schemas.openxmlformats.org/drawingml/2006/main">
            <a:off x="3981450" y="4343400"/>
            <a:ext cx="2857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補充情境</a:t>
            </a:r>
          </a:p>
        </p:txBody>
      </p:sp>
      <p:sp>
        <p:nvSpPr>
          <p:cNvPr id="12" name="slide-3-ellipse-12">
            <a:extLst xmlns:a="http://schemas.openxmlformats.org/drawingml/2006/main">
              <a:ext uri="{FF2B5EF4-FFF2-40B4-BE49-F238E27FC236}">
                <a16:creationId xmlns:a16="http://schemas.microsoft.com/office/drawing/2014/main" id="{F358BCB5-8F4E-4360-90D7-7F5F95A7A0D5}"/>
              </a:ext>
            </a:extLst>
          </p:cNvPr>
          <p:cNvSpPr>
            <a:spLocks xmlns:a="http://schemas.openxmlformats.org/drawingml/2006/main" noGrp="1"/>
          </p:cNvSpPr>
          <p:nvPr/>
        </p:nvSpPr>
        <p:spPr>
          <a:xfrm xmlns:a="http://schemas.openxmlformats.org/drawingml/2006/main">
            <a:off x="7715250" y="3486150"/>
            <a:ext cx="609600" cy="609600"/>
          </a:xfrm>
          <a:prstGeom xmlns:a="http://schemas.openxmlformats.org/drawingml/2006/main" prst="ellipse">
            <a:avLst/>
          </a:prstGeom>
          <a:solidFill xmlns:a="http://schemas.openxmlformats.org/drawingml/2006/main">
            <a:srgbClr val="315CF5"/>
          </a:solidFill>
          <a:ln xmlns:a="http://schemas.openxmlformats.org/drawingml/2006/main" w="0">
            <a:noFill/>
            <a:prstDash val="solid"/>
          </a:ln>
        </p:spPr>
      </p:sp>
      <p:sp>
        <p:nvSpPr>
          <p:cNvPr id="13" name="slide-3-text-13">
            <a:extLst xmlns:a="http://schemas.openxmlformats.org/drawingml/2006/main">
              <a:ext uri="{FF2B5EF4-FFF2-40B4-BE49-F238E27FC236}">
                <a16:creationId xmlns:a16="http://schemas.microsoft.com/office/drawing/2014/main" id="{49E0ECA4-7C1E-459F-82E9-66E90B8E5FF1}"/>
              </a:ext>
            </a:extLst>
          </p:cNvPr>
          <p:cNvSpPr>
            <a:spLocks xmlns:a="http://schemas.openxmlformats.org/drawingml/2006/main" noGrp="1"/>
          </p:cNvSpPr>
          <p:nvPr/>
        </p:nvSpPr>
        <p:spPr>
          <a:xfrm xmlns:a="http://schemas.openxmlformats.org/drawingml/2006/main">
            <a:off x="7715250" y="3581400"/>
            <a:ext cx="6096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100" b="1">
                <a:solidFill>
                  <a:srgbClr val="FFFFFF"/>
                </a:solidFill>
                <a:latin typeface="PingFang TC"/>
                <a:ea typeface="PingFang TC"/>
                <a:cs typeface="PingFang TC"/>
              </a:defRPr>
            </a:pPr>
            <a:r>
              <a:rPr sz="2100" b="1">
                <a:solidFill>
                  <a:srgbClr val="FFFFFF"/>
                </a:solidFill>
                <a:latin typeface="PingFang TC"/>
                <a:ea typeface="PingFang TC"/>
                <a:cs typeface="PingFang TC"/>
              </a:rPr>
              <a:t>3</a:t>
            </a:r>
          </a:p>
        </p:txBody>
      </p:sp>
      <p:sp>
        <p:nvSpPr>
          <p:cNvPr id="14" name="slide-3-text-14">
            <a:extLst xmlns:a="http://schemas.openxmlformats.org/drawingml/2006/main">
              <a:ext uri="{FF2B5EF4-FFF2-40B4-BE49-F238E27FC236}">
                <a16:creationId xmlns:a16="http://schemas.microsoft.com/office/drawing/2014/main" id="{16C38235-9217-4177-B7B4-B0F1D318AFEF}"/>
              </a:ext>
            </a:extLst>
          </p:cNvPr>
          <p:cNvSpPr>
            <a:spLocks xmlns:a="http://schemas.openxmlformats.org/drawingml/2006/main" noGrp="1"/>
          </p:cNvSpPr>
          <p:nvPr/>
        </p:nvSpPr>
        <p:spPr>
          <a:xfrm xmlns:a="http://schemas.openxmlformats.org/drawingml/2006/main">
            <a:off x="7105650" y="4343400"/>
            <a:ext cx="2857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生成初稿</a:t>
            </a:r>
          </a:p>
        </p:txBody>
      </p:sp>
      <p:sp>
        <p:nvSpPr>
          <p:cNvPr id="15" name="slide-3-ellipse-15">
            <a:extLst xmlns:a="http://schemas.openxmlformats.org/drawingml/2006/main">
              <a:ext uri="{FF2B5EF4-FFF2-40B4-BE49-F238E27FC236}">
                <a16:creationId xmlns:a16="http://schemas.microsoft.com/office/drawing/2014/main" id="{DC11B244-1809-4854-BB15-6765AE30A462}"/>
              </a:ext>
            </a:extLst>
          </p:cNvPr>
          <p:cNvSpPr>
            <a:spLocks xmlns:a="http://schemas.openxmlformats.org/drawingml/2006/main" noGrp="1"/>
          </p:cNvSpPr>
          <p:nvPr/>
        </p:nvSpPr>
        <p:spPr>
          <a:xfrm xmlns:a="http://schemas.openxmlformats.org/drawingml/2006/main">
            <a:off x="10839450" y="3486150"/>
            <a:ext cx="609600" cy="609600"/>
          </a:xfrm>
          <a:prstGeom xmlns:a="http://schemas.openxmlformats.org/drawingml/2006/main" prst="ellipse">
            <a:avLst/>
          </a:prstGeom>
          <a:solidFill xmlns:a="http://schemas.openxmlformats.org/drawingml/2006/main">
            <a:srgbClr val="315CF5"/>
          </a:solidFill>
          <a:ln xmlns:a="http://schemas.openxmlformats.org/drawingml/2006/main" w="0">
            <a:noFill/>
            <a:prstDash val="solid"/>
          </a:ln>
        </p:spPr>
      </p:sp>
      <p:sp>
        <p:nvSpPr>
          <p:cNvPr id="16" name="slide-3-text-16">
            <a:extLst xmlns:a="http://schemas.openxmlformats.org/drawingml/2006/main">
              <a:ext uri="{FF2B5EF4-FFF2-40B4-BE49-F238E27FC236}">
                <a16:creationId xmlns:a16="http://schemas.microsoft.com/office/drawing/2014/main" id="{5C74619E-782A-40AB-9209-961A37D4073E}"/>
              </a:ext>
            </a:extLst>
          </p:cNvPr>
          <p:cNvSpPr>
            <a:spLocks xmlns:a="http://schemas.openxmlformats.org/drawingml/2006/main" noGrp="1"/>
          </p:cNvSpPr>
          <p:nvPr/>
        </p:nvSpPr>
        <p:spPr>
          <a:xfrm xmlns:a="http://schemas.openxmlformats.org/drawingml/2006/main">
            <a:off x="10839450" y="3581400"/>
            <a:ext cx="6096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2100" b="1">
                <a:solidFill>
                  <a:srgbClr val="FFFFFF"/>
                </a:solidFill>
                <a:latin typeface="PingFang TC"/>
                <a:ea typeface="PingFang TC"/>
                <a:cs typeface="PingFang TC"/>
              </a:defRPr>
            </a:pPr>
            <a:r>
              <a:rPr sz="2100" b="1">
                <a:solidFill>
                  <a:srgbClr val="FFFFFF"/>
                </a:solidFill>
                <a:latin typeface="PingFang TC"/>
                <a:ea typeface="PingFang TC"/>
                <a:cs typeface="PingFang TC"/>
              </a:rPr>
              <a:t>4</a:t>
            </a:r>
          </a:p>
        </p:txBody>
      </p:sp>
      <p:sp>
        <p:nvSpPr>
          <p:cNvPr id="17" name="slide-3-text-17">
            <a:extLst xmlns:a="http://schemas.openxmlformats.org/drawingml/2006/main">
              <a:ext uri="{FF2B5EF4-FFF2-40B4-BE49-F238E27FC236}">
                <a16:creationId xmlns:a16="http://schemas.microsoft.com/office/drawing/2014/main" id="{AD2FFB62-CC36-4A57-A498-B27D607B0844}"/>
              </a:ext>
            </a:extLst>
          </p:cNvPr>
          <p:cNvSpPr>
            <a:spLocks xmlns:a="http://schemas.openxmlformats.org/drawingml/2006/main" noGrp="1"/>
          </p:cNvSpPr>
          <p:nvPr/>
        </p:nvSpPr>
        <p:spPr>
          <a:xfrm xmlns:a="http://schemas.openxmlformats.org/drawingml/2006/main">
            <a:off x="10229850" y="4343400"/>
            <a:ext cx="2857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教師修訂</a:t>
            </a:r>
          </a:p>
        </p:txBody>
      </p:sp>
      <p:sp>
        <p:nvSpPr>
          <p:cNvPr id="18" name="slide-3-text-18">
            <a:extLst xmlns:a="http://schemas.openxmlformats.org/drawingml/2006/main">
              <a:ext uri="{FF2B5EF4-FFF2-40B4-BE49-F238E27FC236}">
                <a16:creationId xmlns:a16="http://schemas.microsoft.com/office/drawing/2014/main" id="{BEAD69BA-4137-4477-829D-5F9F54962FB3}"/>
              </a:ext>
            </a:extLst>
          </p:cNvPr>
          <p:cNvSpPr>
            <a:spLocks xmlns:a="http://schemas.openxmlformats.org/drawingml/2006/main" noGrp="1"/>
          </p:cNvSpPr>
          <p:nvPr/>
        </p:nvSpPr>
        <p:spPr>
          <a:xfrm xmlns:a="http://schemas.openxmlformats.org/drawingml/2006/main">
            <a:off x="838200" y="5572125"/>
            <a:ext cx="11811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52627A"/>
                </a:solidFill>
                <a:latin typeface="PingFang TC"/>
                <a:ea typeface="PingFang TC"/>
                <a:cs typeface="PingFang TC"/>
              </a:defRPr>
            </a:pPr>
            <a:r>
              <a:rPr sz="2325" b="0">
                <a:solidFill>
                  <a:srgbClr val="52627A"/>
                </a:solidFill>
                <a:latin typeface="PingFang TC"/>
                <a:ea typeface="PingFang TC"/>
                <a:cs typeface="PingFang TC"/>
              </a:rPr>
              <a:t>每個步驟都可能改變下一步需要的資訊。</a:t>
            </a:r>
          </a:p>
        </p:txBody>
      </p:sp>
      <p:sp>
        <p:nvSpPr>
          <p:cNvPr id="19" name="slide-3-text-19">
            <a:extLst xmlns:a="http://schemas.openxmlformats.org/drawingml/2006/main">
              <a:ext uri="{FF2B5EF4-FFF2-40B4-BE49-F238E27FC236}">
                <a16:creationId xmlns:a16="http://schemas.microsoft.com/office/drawing/2014/main" id="{85D9A2C4-E5DA-42E1-BAF5-71F04EF7960B}"/>
              </a:ext>
            </a:extLst>
          </p:cNvPr>
          <p:cNvSpPr>
            <a:spLocks xmlns:a="http://schemas.openxmlformats.org/drawingml/2006/main" noGrp="1"/>
          </p:cNvSpPr>
          <p:nvPr/>
        </p:nvSpPr>
        <p:spPr>
          <a:xfrm xmlns:a="http://schemas.openxmlformats.org/drawingml/2006/main">
            <a:off x="838200" y="5991416"/>
            <a:ext cx="11811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52627A"/>
                </a:solidFill>
                <a:latin typeface="PingFang TC"/>
                <a:ea typeface="PingFang TC"/>
                <a:cs typeface="PingFang TC"/>
              </a:defRPr>
            </a:pPr>
            <a:r>
              <a:rPr sz="2325" b="0">
                <a:solidFill>
                  <a:srgbClr val="52627A"/>
                </a:solidFill>
                <a:latin typeface="PingFang TC"/>
                <a:ea typeface="PingFang TC"/>
                <a:cs typeface="PingFang TC"/>
              </a:rPr>
              <a:t>需求寫得完整，團隊才有機會理解同一件工作。</a:t>
            </a:r>
          </a:p>
        </p:txBody>
      </p:sp>
      <p:sp>
        <p:nvSpPr>
          <p:cNvPr id="20" name="slide-3-text-20">
            <a:extLst xmlns:a="http://schemas.openxmlformats.org/drawingml/2006/main">
              <a:ext uri="{FF2B5EF4-FFF2-40B4-BE49-F238E27FC236}">
                <a16:creationId xmlns:a16="http://schemas.microsoft.com/office/drawing/2014/main" id="{B44456B2-4A84-47A0-8434-9D538AECF1D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03 / 66</a:t>
            </a:r>
          </a:p>
        </p:txBody>
      </p:sp>
    </p:spTree>
    <p:extLst>
      <p:ext uri="{BB962C8B-B14F-4D97-AF65-F5344CB8AC3E}">
        <p14:creationId xmlns:p14="http://schemas.microsoft.com/office/powerpoint/2010/main" val="1082510046"/>
      </p:ext>
    </p:extLst>
  </p:cSld>
</p:sld>
</file>

<file path=ppt/slides/slide4.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8" name="slide-4-text-1">
            <a:extLst xmlns:a="http://schemas.openxmlformats.org/drawingml/2006/main">
              <a:ext uri="{FF2B5EF4-FFF2-40B4-BE49-F238E27FC236}">
                <a16:creationId xmlns:a16="http://schemas.microsoft.com/office/drawing/2014/main" id="{18DD9D58-6918-4A96-B4F0-1F78A71272F0}"/>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前導 A   問題與情境</a:t>
            </a:r>
          </a:p>
        </p:txBody>
      </p:sp>
      <p:sp>
        <p:nvSpPr>
          <p:cNvPr id="2" name="slide-4-line-2">
            <a:extLst xmlns:a="http://schemas.openxmlformats.org/drawingml/2006/main">
              <a:ext uri="{FF2B5EF4-FFF2-40B4-BE49-F238E27FC236}">
                <a16:creationId xmlns:a16="http://schemas.microsoft.com/office/drawing/2014/main" id="{F16F45C7-60DA-44C1-9692-FA5D080B84E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4-text-3">
            <a:extLst xmlns:a="http://schemas.openxmlformats.org/drawingml/2006/main">
              <a:ext uri="{FF2B5EF4-FFF2-40B4-BE49-F238E27FC236}">
                <a16:creationId xmlns:a16="http://schemas.microsoft.com/office/drawing/2014/main" id="{1523E4D5-6682-4555-8E66-BA47F53E2C3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4-text-4">
            <a:extLst xmlns:a="http://schemas.openxmlformats.org/drawingml/2006/main">
              <a:ext uri="{FF2B5EF4-FFF2-40B4-BE49-F238E27FC236}">
                <a16:creationId xmlns:a16="http://schemas.microsoft.com/office/drawing/2014/main" id="{71522D36-813F-416E-A1AE-E4CB56CB369D}"/>
              </a:ext>
            </a:extLst>
          </p:cNvPr>
          <p:cNvSpPr>
            <a:spLocks xmlns:a="http://schemas.openxmlformats.org/drawingml/2006/main" noGrp="1"/>
          </p:cNvSpPr>
          <p:nvPr/>
        </p:nvSpPr>
        <p:spPr>
          <a:xfrm xmlns:a="http://schemas.openxmlformats.org/drawingml/2006/main">
            <a:off x="857250" y="1857375"/>
            <a:ext cx="3143250" cy="1813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0" b="1">
                <a:solidFill>
                  <a:srgbClr val="B8C8FF"/>
                </a:solidFill>
                <a:latin typeface="PingFang TC"/>
                <a:ea typeface="PingFang TC"/>
                <a:cs typeface="PingFang TC"/>
              </a:defRPr>
            </a:pPr>
            <a:r>
              <a:rPr sz="10500" b="1">
                <a:solidFill>
                  <a:srgbClr val="B8C8FF"/>
                </a:solidFill>
                <a:latin typeface="PingFang TC"/>
                <a:ea typeface="PingFang TC"/>
                <a:cs typeface="PingFang TC"/>
              </a:rPr>
              <a:t>序</a:t>
            </a:r>
          </a:p>
        </p:txBody>
      </p:sp>
      <p:sp>
        <p:nvSpPr>
          <p:cNvPr id="5" name="slide-4-text-5">
            <a:extLst xmlns:a="http://schemas.openxmlformats.org/drawingml/2006/main">
              <a:ext uri="{FF2B5EF4-FFF2-40B4-BE49-F238E27FC236}">
                <a16:creationId xmlns:a16="http://schemas.microsoft.com/office/drawing/2014/main" id="{FB47C180-1FDE-46DC-B875-3B0DCECC5F96}"/>
              </a:ext>
            </a:extLst>
          </p:cNvPr>
          <p:cNvSpPr>
            <a:spLocks xmlns:a="http://schemas.openxmlformats.org/drawingml/2006/main" noGrp="1"/>
          </p:cNvSpPr>
          <p:nvPr/>
        </p:nvSpPr>
        <p:spPr>
          <a:xfrm xmlns:a="http://schemas.openxmlformats.org/drawingml/2006/main">
            <a:off x="4381500" y="2266950"/>
            <a:ext cx="8096250" cy="880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5100" b="1">
                <a:solidFill>
                  <a:srgbClr val="FFFFFF"/>
                </a:solidFill>
                <a:latin typeface="PingFang TC"/>
                <a:ea typeface="PingFang TC"/>
                <a:cs typeface="PingFang TC"/>
              </a:defRPr>
            </a:pPr>
            <a:r>
              <a:rPr sz="5100" b="1">
                <a:solidFill>
                  <a:srgbClr val="FFFFFF"/>
                </a:solidFill>
                <a:latin typeface="PingFang TC"/>
                <a:ea typeface="PingFang TC"/>
                <a:cs typeface="PingFang TC"/>
              </a:rPr>
              <a:t>一份課前導讀的委託</a:t>
            </a:r>
          </a:p>
        </p:txBody>
      </p:sp>
      <p:sp>
        <p:nvSpPr>
          <p:cNvPr id="6" name="slide-4-text-6">
            <a:extLst xmlns:a="http://schemas.openxmlformats.org/drawingml/2006/main">
              <a:ext uri="{FF2B5EF4-FFF2-40B4-BE49-F238E27FC236}">
                <a16:creationId xmlns:a16="http://schemas.microsoft.com/office/drawing/2014/main" id="{2C4925D4-FD06-45E1-942A-F71D1B836ECA}"/>
              </a:ext>
            </a:extLst>
          </p:cNvPr>
          <p:cNvSpPr>
            <a:spLocks xmlns:a="http://schemas.openxmlformats.org/drawingml/2006/main" noGrp="1"/>
          </p:cNvSpPr>
          <p:nvPr/>
        </p:nvSpPr>
        <p:spPr>
          <a:xfrm xmlns:a="http://schemas.openxmlformats.org/drawingml/2006/main">
            <a:off x="4429125" y="4514850"/>
            <a:ext cx="742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E1E8FF"/>
                </a:solidFill>
                <a:latin typeface="PingFang TC"/>
                <a:ea typeface="PingFang TC"/>
                <a:cs typeface="PingFang TC"/>
              </a:defRPr>
            </a:pPr>
            <a:r>
              <a:rPr sz="2175" b="0">
                <a:solidFill>
                  <a:srgbClr val="E1E8FF"/>
                </a:solidFill>
                <a:latin typeface="PingFang TC"/>
                <a:ea typeface="PingFang TC"/>
                <a:cs typeface="PingFang TC"/>
              </a:rPr>
              <a:t>以一位語文教師的備課任務，檢查 AI 能接到怎樣的委託。</a:t>
            </a:r>
          </a:p>
        </p:txBody>
      </p:sp>
      <p:sp>
        <p:nvSpPr>
          <p:cNvPr id="7" name="slide-4-text-7">
            <a:extLst xmlns:a="http://schemas.openxmlformats.org/drawingml/2006/main">
              <a:ext uri="{FF2B5EF4-FFF2-40B4-BE49-F238E27FC236}">
                <a16:creationId xmlns:a16="http://schemas.microsoft.com/office/drawing/2014/main" id="{2DDE761A-7708-4C9B-9B48-BDDA76C2FA9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04 / 66</a:t>
            </a:r>
          </a:p>
        </p:txBody>
      </p:sp>
    </p:spTree>
    <p:extLst>
      <p:ext uri="{BB962C8B-B14F-4D97-AF65-F5344CB8AC3E}">
        <p14:creationId xmlns:p14="http://schemas.microsoft.com/office/powerpoint/2010/main" val="1518804354"/>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8" name="slide-5-text-1">
            <a:extLst xmlns:a="http://schemas.openxmlformats.org/drawingml/2006/main">
              <a:ext uri="{FF2B5EF4-FFF2-40B4-BE49-F238E27FC236}">
                <a16:creationId xmlns:a16="http://schemas.microsoft.com/office/drawing/2014/main" id="{6D15D9F3-9C4D-4320-9439-54A9660F513B}"/>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同一案例   委託開始</a:t>
            </a:r>
          </a:p>
        </p:txBody>
      </p:sp>
      <p:sp>
        <p:nvSpPr>
          <p:cNvPr id="2" name="slide-5-text-2">
            <a:extLst xmlns:a="http://schemas.openxmlformats.org/drawingml/2006/main">
              <a:ext uri="{FF2B5EF4-FFF2-40B4-BE49-F238E27FC236}">
                <a16:creationId xmlns:a16="http://schemas.microsoft.com/office/drawing/2014/main" id="{9062D260-FA1C-49AA-BC50-ABC0C3E2C4C6}"/>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任務條件，決定初稿是否適用</a:t>
            </a:r>
          </a:p>
        </p:txBody>
      </p:sp>
      <p:sp>
        <p:nvSpPr>
          <p:cNvPr id="3" name="slide-5-line-3">
            <a:extLst xmlns:a="http://schemas.openxmlformats.org/drawingml/2006/main">
              <a:ext uri="{FF2B5EF4-FFF2-40B4-BE49-F238E27FC236}">
                <a16:creationId xmlns:a16="http://schemas.microsoft.com/office/drawing/2014/main" id="{665193A7-8D18-4AEB-B130-86806838F91A}"/>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text-4">
            <a:extLst xmlns:a="http://schemas.openxmlformats.org/drawingml/2006/main">
              <a:ext uri="{FF2B5EF4-FFF2-40B4-BE49-F238E27FC236}">
                <a16:creationId xmlns:a16="http://schemas.microsoft.com/office/drawing/2014/main" id="{CBC8465A-E0AC-4F63-BAB7-FE5C10EA416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line-5">
            <a:extLst xmlns:a="http://schemas.openxmlformats.org/drawingml/2006/main">
              <a:ext uri="{FF2B5EF4-FFF2-40B4-BE49-F238E27FC236}">
                <a16:creationId xmlns:a16="http://schemas.microsoft.com/office/drawing/2014/main" id="{3D672C07-BB0A-413B-A335-6394DC93FBE3}"/>
              </a:ext>
            </a:extLst>
          </p:cNvPr>
          <p:cNvSpPr>
            <a:spLocks xmlns:a="http://schemas.openxmlformats.org/drawingml/2006/main" noGrp="1"/>
          </p:cNvSpPr>
          <p:nvPr/>
        </p:nvSpPr>
        <p:spPr>
          <a:xfrm xmlns:a="http://schemas.openxmlformats.org/drawingml/2006/main">
            <a:off x="6705600" y="2686050"/>
            <a:ext cx="0" cy="304800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6" name="slide-5-text-6">
            <a:extLst xmlns:a="http://schemas.openxmlformats.org/drawingml/2006/main">
              <a:ext uri="{FF2B5EF4-FFF2-40B4-BE49-F238E27FC236}">
                <a16:creationId xmlns:a16="http://schemas.microsoft.com/office/drawing/2014/main" id="{A67E400D-1FE6-4601-9E1E-D0837C9BC824}"/>
              </a:ext>
            </a:extLst>
          </p:cNvPr>
          <p:cNvSpPr>
            <a:spLocks xmlns:a="http://schemas.openxmlformats.org/drawingml/2006/main" noGrp="1"/>
          </p:cNvSpPr>
          <p:nvPr/>
        </p:nvSpPr>
        <p:spPr>
          <a:xfrm xmlns:a="http://schemas.openxmlformats.org/drawingml/2006/main">
            <a:off x="838200" y="2857500"/>
            <a:ext cx="5334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原始委託</a:t>
            </a:r>
          </a:p>
        </p:txBody>
      </p:sp>
      <p:sp>
        <p:nvSpPr>
          <p:cNvPr id="7" name="slide-5-text-7">
            <a:extLst xmlns:a="http://schemas.openxmlformats.org/drawingml/2006/main">
              <a:ext uri="{FF2B5EF4-FFF2-40B4-BE49-F238E27FC236}">
                <a16:creationId xmlns:a16="http://schemas.microsoft.com/office/drawing/2014/main" id="{8C01F66C-9F62-45D0-BA69-A27E97EC1B2A}"/>
              </a:ext>
            </a:extLst>
          </p:cNvPr>
          <p:cNvSpPr>
            <a:spLocks xmlns:a="http://schemas.openxmlformats.org/drawingml/2006/main" noGrp="1"/>
          </p:cNvSpPr>
          <p:nvPr/>
        </p:nvSpPr>
        <p:spPr>
          <a:xfrm xmlns:a="http://schemas.openxmlformats.org/drawingml/2006/main">
            <a:off x="838200" y="3381375"/>
            <a:ext cx="51435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做一份語文</a:t>
            </a:r>
          </a:p>
        </p:txBody>
      </p:sp>
      <p:sp>
        <p:nvSpPr>
          <p:cNvPr id="8" name="slide-5-text-8">
            <a:extLst xmlns:a="http://schemas.openxmlformats.org/drawingml/2006/main">
              <a:ext uri="{FF2B5EF4-FFF2-40B4-BE49-F238E27FC236}">
                <a16:creationId xmlns:a16="http://schemas.microsoft.com/office/drawing/2014/main" id="{EA9D6E2F-EC64-4AEA-949D-7A19680EF1CC}"/>
              </a:ext>
            </a:extLst>
          </p:cNvPr>
          <p:cNvSpPr>
            <a:spLocks xmlns:a="http://schemas.openxmlformats.org/drawingml/2006/main" noGrp="1"/>
          </p:cNvSpPr>
          <p:nvPr/>
        </p:nvSpPr>
        <p:spPr>
          <a:xfrm xmlns:a="http://schemas.openxmlformats.org/drawingml/2006/main">
            <a:off x="838200" y="3868293"/>
            <a:ext cx="51435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課前導讀</a:t>
            </a:r>
          </a:p>
        </p:txBody>
      </p:sp>
      <p:sp>
        <p:nvSpPr>
          <p:cNvPr id="9" name="slide-5-text-9">
            <a:extLst xmlns:a="http://schemas.openxmlformats.org/drawingml/2006/main">
              <a:ext uri="{FF2B5EF4-FFF2-40B4-BE49-F238E27FC236}">
                <a16:creationId xmlns:a16="http://schemas.microsoft.com/office/drawing/2014/main" id="{79D43A39-8731-46D9-883B-D78DD5B8B11C}"/>
              </a:ext>
            </a:extLst>
          </p:cNvPr>
          <p:cNvSpPr>
            <a:spLocks xmlns:a="http://schemas.openxmlformats.org/drawingml/2006/main" noGrp="1"/>
          </p:cNvSpPr>
          <p:nvPr/>
        </p:nvSpPr>
        <p:spPr>
          <a:xfrm xmlns:a="http://schemas.openxmlformats.org/drawingml/2006/main">
            <a:off x="838200" y="4495800"/>
            <a:ext cx="51435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對象、用途、時間與驗收方式</a:t>
            </a:r>
          </a:p>
        </p:txBody>
      </p:sp>
      <p:sp>
        <p:nvSpPr>
          <p:cNvPr id="10" name="slide-5-text-10">
            <a:extLst xmlns:a="http://schemas.openxmlformats.org/drawingml/2006/main">
              <a:ext uri="{FF2B5EF4-FFF2-40B4-BE49-F238E27FC236}">
                <a16:creationId xmlns:a16="http://schemas.microsoft.com/office/drawing/2014/main" id="{3701FE22-58FF-4894-9ADF-276DE8B4943C}"/>
              </a:ext>
            </a:extLst>
          </p:cNvPr>
          <p:cNvSpPr>
            <a:spLocks xmlns:a="http://schemas.openxmlformats.org/drawingml/2006/main" noGrp="1"/>
          </p:cNvSpPr>
          <p:nvPr/>
        </p:nvSpPr>
        <p:spPr>
          <a:xfrm xmlns:a="http://schemas.openxmlformats.org/drawingml/2006/main">
            <a:off x="838200" y="4847463"/>
            <a:ext cx="51435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仍未確定。</a:t>
            </a:r>
          </a:p>
        </p:txBody>
      </p:sp>
      <p:sp>
        <p:nvSpPr>
          <p:cNvPr id="11" name="slide-5-text-11">
            <a:extLst xmlns:a="http://schemas.openxmlformats.org/drawingml/2006/main">
              <a:ext uri="{FF2B5EF4-FFF2-40B4-BE49-F238E27FC236}">
                <a16:creationId xmlns:a16="http://schemas.microsoft.com/office/drawing/2014/main" id="{EFBAD005-0FD4-49BB-A99C-4D4633908F5D}"/>
              </a:ext>
            </a:extLst>
          </p:cNvPr>
          <p:cNvSpPr>
            <a:spLocks xmlns:a="http://schemas.openxmlformats.org/drawingml/2006/main" noGrp="1"/>
          </p:cNvSpPr>
          <p:nvPr/>
        </p:nvSpPr>
        <p:spPr>
          <a:xfrm xmlns:a="http://schemas.openxmlformats.org/drawingml/2006/main">
            <a:off x="7334250" y="2857500"/>
            <a:ext cx="55245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補充情境</a:t>
            </a:r>
          </a:p>
        </p:txBody>
      </p:sp>
      <p:sp>
        <p:nvSpPr>
          <p:cNvPr id="12" name="slide-5-text-12">
            <a:extLst xmlns:a="http://schemas.openxmlformats.org/drawingml/2006/main">
              <a:ext uri="{FF2B5EF4-FFF2-40B4-BE49-F238E27FC236}">
                <a16:creationId xmlns:a16="http://schemas.microsoft.com/office/drawing/2014/main" id="{3984B660-3CB2-4AA4-9255-CD22FC0D964C}"/>
              </a:ext>
            </a:extLst>
          </p:cNvPr>
          <p:cNvSpPr>
            <a:spLocks xmlns:a="http://schemas.openxmlformats.org/drawingml/2006/main" noGrp="1"/>
          </p:cNvSpPr>
          <p:nvPr/>
        </p:nvSpPr>
        <p:spPr>
          <a:xfrm xmlns:a="http://schemas.openxmlformats.org/drawingml/2006/main">
            <a:off x="7334250" y="3381375"/>
            <a:ext cx="54102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小學三年級學生</a:t>
            </a:r>
          </a:p>
        </p:txBody>
      </p:sp>
      <p:sp>
        <p:nvSpPr>
          <p:cNvPr id="13" name="slide-5-text-13">
            <a:extLst xmlns:a="http://schemas.openxmlformats.org/drawingml/2006/main">
              <a:ext uri="{FF2B5EF4-FFF2-40B4-BE49-F238E27FC236}">
                <a16:creationId xmlns:a16="http://schemas.microsoft.com/office/drawing/2014/main" id="{3D093B12-6F92-4575-971D-88529B7B2363}"/>
              </a:ext>
            </a:extLst>
          </p:cNvPr>
          <p:cNvSpPr>
            <a:spLocks xmlns:a="http://schemas.openxmlformats.org/drawingml/2006/main" noGrp="1"/>
          </p:cNvSpPr>
          <p:nvPr/>
        </p:nvSpPr>
        <p:spPr>
          <a:xfrm xmlns:a="http://schemas.openxmlformats.org/drawingml/2006/main">
            <a:off x="7334250" y="3868293"/>
            <a:ext cx="54102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課前閱讀十分鐘</a:t>
            </a:r>
          </a:p>
        </p:txBody>
      </p:sp>
      <p:sp>
        <p:nvSpPr>
          <p:cNvPr id="14" name="slide-5-text-14">
            <a:extLst xmlns:a="http://schemas.openxmlformats.org/drawingml/2006/main">
              <a:ext uri="{FF2B5EF4-FFF2-40B4-BE49-F238E27FC236}">
                <a16:creationId xmlns:a16="http://schemas.microsoft.com/office/drawing/2014/main" id="{52EF32D1-E0B5-4D75-A595-FA3466F142CF}"/>
              </a:ext>
            </a:extLst>
          </p:cNvPr>
          <p:cNvSpPr>
            <a:spLocks xmlns:a="http://schemas.openxmlformats.org/drawingml/2006/main" noGrp="1"/>
          </p:cNvSpPr>
          <p:nvPr/>
        </p:nvSpPr>
        <p:spPr>
          <a:xfrm xmlns:a="http://schemas.openxmlformats.org/drawingml/2006/main">
            <a:off x="7334250" y="4495800"/>
            <a:ext cx="54102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目標是辨認描寫變化的語句。</a:t>
            </a:r>
          </a:p>
        </p:txBody>
      </p:sp>
      <p:sp>
        <p:nvSpPr>
          <p:cNvPr id="15" name="slide-5-text-15">
            <a:extLst xmlns:a="http://schemas.openxmlformats.org/drawingml/2006/main">
              <a:ext uri="{FF2B5EF4-FFF2-40B4-BE49-F238E27FC236}">
                <a16:creationId xmlns:a16="http://schemas.microsoft.com/office/drawing/2014/main" id="{53B3F115-374B-43B9-920C-D53258DAE9BD}"/>
              </a:ext>
            </a:extLst>
          </p:cNvPr>
          <p:cNvSpPr>
            <a:spLocks xmlns:a="http://schemas.openxmlformats.org/drawingml/2006/main" noGrp="1"/>
          </p:cNvSpPr>
          <p:nvPr/>
        </p:nvSpPr>
        <p:spPr>
          <a:xfrm xmlns:a="http://schemas.openxmlformats.org/drawingml/2006/main">
            <a:off x="7334250" y="4847463"/>
            <a:ext cx="54102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只依據指定短文，不加入新情節。</a:t>
            </a:r>
          </a:p>
        </p:txBody>
      </p:sp>
      <p:sp>
        <p:nvSpPr>
          <p:cNvPr id="16" name="slide-5-text-16">
            <a:extLst xmlns:a="http://schemas.openxmlformats.org/drawingml/2006/main">
              <a:ext uri="{FF2B5EF4-FFF2-40B4-BE49-F238E27FC236}">
                <a16:creationId xmlns:a16="http://schemas.microsoft.com/office/drawing/2014/main" id="{2C4B7193-2BCA-4B86-B19C-CC4972C88097}"/>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構擬任務。十分鐘是設計條件，不是測得的教學效果。</a:t>
            </a:r>
          </a:p>
        </p:txBody>
      </p:sp>
      <p:sp>
        <p:nvSpPr>
          <p:cNvPr id="17" name="slide-5-text-17">
            <a:extLst xmlns:a="http://schemas.openxmlformats.org/drawingml/2006/main">
              <a:ext uri="{FF2B5EF4-FFF2-40B4-BE49-F238E27FC236}">
                <a16:creationId xmlns:a16="http://schemas.microsoft.com/office/drawing/2014/main" id="{1ABC0DFD-AEDC-493E-BF3C-9E5CE4133AB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05 / 66</a:t>
            </a:r>
          </a:p>
        </p:txBody>
      </p:sp>
    </p:spTree>
    <p:extLst>
      <p:ext uri="{BB962C8B-B14F-4D97-AF65-F5344CB8AC3E}">
        <p14:creationId xmlns:p14="http://schemas.microsoft.com/office/powerpoint/2010/main" val="1883779795"/>
      </p:ext>
    </p:extLst>
  </p:cSld>
</p:sld>
</file>

<file path=ppt/slides/slide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2" name="slide-6-text-1">
            <a:extLst xmlns:a="http://schemas.openxmlformats.org/drawingml/2006/main">
              <a:ext uri="{FF2B5EF4-FFF2-40B4-BE49-F238E27FC236}">
                <a16:creationId xmlns:a16="http://schemas.microsoft.com/office/drawing/2014/main" id="{C7349DEE-BD5D-4046-9F93-39BF6D43E2B1}"/>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同一案例   擴大探索</a:t>
            </a:r>
          </a:p>
        </p:txBody>
      </p:sp>
      <p:sp>
        <p:nvSpPr>
          <p:cNvPr id="2" name="slide-6-text-2">
            <a:extLst xmlns:a="http://schemas.openxmlformats.org/drawingml/2006/main">
              <a:ext uri="{FF2B5EF4-FFF2-40B4-BE49-F238E27FC236}">
                <a16:creationId xmlns:a16="http://schemas.microsoft.com/office/drawing/2014/main" id="{CE820100-8EB7-4D1D-888B-B5BA3CFA8E89}"/>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FFFF"/>
                </a:solidFill>
                <a:latin typeface="PingFang TC"/>
                <a:ea typeface="PingFang TC"/>
                <a:cs typeface="PingFang TC"/>
              </a:defRPr>
            </a:pPr>
            <a:r>
              <a:rPr sz="4200" b="1">
                <a:solidFill>
                  <a:srgbClr val="FFFFFF"/>
                </a:solidFill>
                <a:latin typeface="PingFang TC"/>
                <a:ea typeface="PingFang TC"/>
                <a:cs typeface="PingFang TC"/>
              </a:rPr>
              <a:t>AI 讓學生提早試做完整方案</a:t>
            </a:r>
          </a:p>
        </p:txBody>
      </p:sp>
      <p:sp>
        <p:nvSpPr>
          <p:cNvPr id="3" name="slide-6-line-3">
            <a:extLst xmlns:a="http://schemas.openxmlformats.org/drawingml/2006/main">
              <a:ext uri="{FF2B5EF4-FFF2-40B4-BE49-F238E27FC236}">
                <a16:creationId xmlns:a16="http://schemas.microsoft.com/office/drawing/2014/main" id="{C30EBEF6-59E8-4035-AC60-DC905EEBC0F7}"/>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6-text-4">
            <a:extLst xmlns:a="http://schemas.openxmlformats.org/drawingml/2006/main">
              <a:ext uri="{FF2B5EF4-FFF2-40B4-BE49-F238E27FC236}">
                <a16:creationId xmlns:a16="http://schemas.microsoft.com/office/drawing/2014/main" id="{F3DE71CA-05D1-41AC-954D-86D009F708B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6-text-5">
            <a:extLst xmlns:a="http://schemas.openxmlformats.org/drawingml/2006/main">
              <a:ext uri="{FF2B5EF4-FFF2-40B4-BE49-F238E27FC236}">
                <a16:creationId xmlns:a16="http://schemas.microsoft.com/office/drawing/2014/main" id="{A893BF33-C688-4286-B5B3-35687FB9272A}"/>
              </a:ext>
            </a:extLst>
          </p:cNvPr>
          <p:cNvSpPr>
            <a:spLocks xmlns:a="http://schemas.openxmlformats.org/drawingml/2006/main" noGrp="1"/>
          </p:cNvSpPr>
          <p:nvPr/>
        </p:nvSpPr>
        <p:spPr>
          <a:xfrm xmlns:a="http://schemas.openxmlformats.org/drawingml/2006/main">
            <a:off x="8382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起草與改寫</a:t>
            </a:r>
          </a:p>
        </p:txBody>
      </p:sp>
      <p:sp>
        <p:nvSpPr>
          <p:cNvPr id="6" name="slide-6-line-6">
            <a:extLst xmlns:a="http://schemas.openxmlformats.org/drawingml/2006/main">
              <a:ext uri="{FF2B5EF4-FFF2-40B4-BE49-F238E27FC236}">
                <a16:creationId xmlns:a16="http://schemas.microsoft.com/office/drawing/2014/main" id="{BF3E7274-4B65-4DD0-80CF-9A141211FF80}"/>
              </a:ext>
            </a:extLst>
          </p:cNvPr>
          <p:cNvSpPr>
            <a:spLocks xmlns:a="http://schemas.openxmlformats.org/drawingml/2006/main" noGrp="1"/>
          </p:cNvSpPr>
          <p:nvPr/>
        </p:nvSpPr>
        <p:spPr>
          <a:xfrm xmlns:a="http://schemas.openxmlformats.org/drawingml/2006/main">
            <a:off x="838200" y="3305175"/>
            <a:ext cx="368300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7" name="slide-6-text-7">
            <a:extLst xmlns:a="http://schemas.openxmlformats.org/drawingml/2006/main">
              <a:ext uri="{FF2B5EF4-FFF2-40B4-BE49-F238E27FC236}">
                <a16:creationId xmlns:a16="http://schemas.microsoft.com/office/drawing/2014/main" id="{531170E4-4FDD-4FEA-924C-28EF68547A38}"/>
              </a:ext>
            </a:extLst>
          </p:cNvPr>
          <p:cNvSpPr>
            <a:spLocks xmlns:a="http://schemas.openxmlformats.org/drawingml/2006/main" noGrp="1"/>
          </p:cNvSpPr>
          <p:nvPr/>
        </p:nvSpPr>
        <p:spPr>
          <a:xfrm xmlns:a="http://schemas.openxmlformats.org/drawingml/2006/main">
            <a:off x="8382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FFFFFF"/>
                </a:solidFill>
                <a:latin typeface="PingFang TC"/>
                <a:ea typeface="PingFang TC"/>
                <a:cs typeface="PingFang TC"/>
              </a:defRPr>
            </a:pPr>
            <a:r>
              <a:rPr sz="2550" b="1">
                <a:solidFill>
                  <a:srgbClr val="FFFFFF"/>
                </a:solidFill>
                <a:latin typeface="PingFang TC"/>
                <a:ea typeface="PingFang TC"/>
                <a:cs typeface="PingFang TC"/>
              </a:rPr>
              <a:t>比較多種表達</a:t>
            </a:r>
          </a:p>
        </p:txBody>
      </p:sp>
      <p:sp>
        <p:nvSpPr>
          <p:cNvPr id="8" name="slide-6-text-8">
            <a:extLst xmlns:a="http://schemas.openxmlformats.org/drawingml/2006/main">
              <a:ext uri="{FF2B5EF4-FFF2-40B4-BE49-F238E27FC236}">
                <a16:creationId xmlns:a16="http://schemas.microsoft.com/office/drawing/2014/main" id="{02C6AACA-C523-4250-8A26-EED2F1CC4881}"/>
              </a:ext>
            </a:extLst>
          </p:cNvPr>
          <p:cNvSpPr>
            <a:spLocks xmlns:a="http://schemas.openxmlformats.org/drawingml/2006/main" noGrp="1"/>
          </p:cNvSpPr>
          <p:nvPr/>
        </p:nvSpPr>
        <p:spPr>
          <a:xfrm xmlns:a="http://schemas.openxmlformats.org/drawingml/2006/main">
            <a:off x="8382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導讀、提問、口頭介紹</a:t>
            </a:r>
          </a:p>
        </p:txBody>
      </p:sp>
      <p:sp>
        <p:nvSpPr>
          <p:cNvPr id="9" name="slide-6-text-9">
            <a:extLst xmlns:a="http://schemas.openxmlformats.org/drawingml/2006/main">
              <a:ext uri="{FF2B5EF4-FFF2-40B4-BE49-F238E27FC236}">
                <a16:creationId xmlns:a16="http://schemas.microsoft.com/office/drawing/2014/main" id="{5F5F4F1E-CAE7-4AB2-8912-AD7BA73B5FA2}"/>
              </a:ext>
            </a:extLst>
          </p:cNvPr>
          <p:cNvSpPr>
            <a:spLocks xmlns:a="http://schemas.openxmlformats.org/drawingml/2006/main" noGrp="1"/>
          </p:cNvSpPr>
          <p:nvPr/>
        </p:nvSpPr>
        <p:spPr>
          <a:xfrm xmlns:a="http://schemas.openxmlformats.org/drawingml/2006/main">
            <a:off x="8382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都可以先做出候選稿。</a:t>
            </a:r>
          </a:p>
        </p:txBody>
      </p:sp>
      <p:sp>
        <p:nvSpPr>
          <p:cNvPr id="10" name="slide-6-text-10">
            <a:extLst xmlns:a="http://schemas.openxmlformats.org/drawingml/2006/main">
              <a:ext uri="{FF2B5EF4-FFF2-40B4-BE49-F238E27FC236}">
                <a16:creationId xmlns:a16="http://schemas.microsoft.com/office/drawing/2014/main" id="{E6DCDDFF-FBA9-461E-AEFA-F1D49D590A2B}"/>
              </a:ext>
            </a:extLst>
          </p:cNvPr>
          <p:cNvSpPr>
            <a:spLocks xmlns:a="http://schemas.openxmlformats.org/drawingml/2006/main" noGrp="1"/>
          </p:cNvSpPr>
          <p:nvPr/>
        </p:nvSpPr>
        <p:spPr>
          <a:xfrm xmlns:a="http://schemas.openxmlformats.org/drawingml/2006/main">
            <a:off x="50165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檢索與核對</a:t>
            </a:r>
          </a:p>
        </p:txBody>
      </p:sp>
      <p:sp>
        <p:nvSpPr>
          <p:cNvPr id="11" name="slide-6-line-11">
            <a:extLst xmlns:a="http://schemas.openxmlformats.org/drawingml/2006/main">
              <a:ext uri="{FF2B5EF4-FFF2-40B4-BE49-F238E27FC236}">
                <a16:creationId xmlns:a16="http://schemas.microsoft.com/office/drawing/2014/main" id="{23D19731-1780-46E6-9541-F7E7BBC286B2}"/>
              </a:ext>
            </a:extLst>
          </p:cNvPr>
          <p:cNvSpPr>
            <a:spLocks xmlns:a="http://schemas.openxmlformats.org/drawingml/2006/main" noGrp="1"/>
          </p:cNvSpPr>
          <p:nvPr/>
        </p:nvSpPr>
        <p:spPr>
          <a:xfrm xmlns:a="http://schemas.openxmlformats.org/drawingml/2006/main">
            <a:off x="5016500" y="3305175"/>
            <a:ext cx="368300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2" name="slide-6-text-12">
            <a:extLst xmlns:a="http://schemas.openxmlformats.org/drawingml/2006/main">
              <a:ext uri="{FF2B5EF4-FFF2-40B4-BE49-F238E27FC236}">
                <a16:creationId xmlns:a16="http://schemas.microsoft.com/office/drawing/2014/main" id="{3A55F8F8-092F-43C5-AB86-102996648F17}"/>
              </a:ext>
            </a:extLst>
          </p:cNvPr>
          <p:cNvSpPr>
            <a:spLocks xmlns:a="http://schemas.openxmlformats.org/drawingml/2006/main" noGrp="1"/>
          </p:cNvSpPr>
          <p:nvPr/>
        </p:nvSpPr>
        <p:spPr>
          <a:xfrm xmlns:a="http://schemas.openxmlformats.org/drawingml/2006/main">
            <a:off x="50165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FFFFFF"/>
                </a:solidFill>
                <a:latin typeface="PingFang TC"/>
                <a:ea typeface="PingFang TC"/>
                <a:cs typeface="PingFang TC"/>
              </a:defRPr>
            </a:pPr>
            <a:r>
              <a:rPr sz="2550" b="1">
                <a:solidFill>
                  <a:srgbClr val="FFFFFF"/>
                </a:solidFill>
                <a:latin typeface="PingFang TC"/>
                <a:ea typeface="PingFang TC"/>
                <a:cs typeface="PingFang TC"/>
              </a:rPr>
              <a:t>查清依據與差異</a:t>
            </a:r>
          </a:p>
        </p:txBody>
      </p:sp>
      <p:sp>
        <p:nvSpPr>
          <p:cNvPr id="13" name="slide-6-text-13">
            <a:extLst xmlns:a="http://schemas.openxmlformats.org/drawingml/2006/main">
              <a:ext uri="{FF2B5EF4-FFF2-40B4-BE49-F238E27FC236}">
                <a16:creationId xmlns:a16="http://schemas.microsoft.com/office/drawing/2014/main" id="{1C79C2F7-D91E-4FFE-86DF-727121AF7665}"/>
              </a:ext>
            </a:extLst>
          </p:cNvPr>
          <p:cNvSpPr>
            <a:spLocks xmlns:a="http://schemas.openxmlformats.org/drawingml/2006/main" noGrp="1"/>
          </p:cNvSpPr>
          <p:nvPr/>
        </p:nvSpPr>
        <p:spPr>
          <a:xfrm xmlns:a="http://schemas.openxmlformats.org/drawingml/2006/main">
            <a:off x="50165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有檢索能力的系統可定位來源，</a:t>
            </a:r>
          </a:p>
        </p:txBody>
      </p:sp>
      <p:sp>
        <p:nvSpPr>
          <p:cNvPr id="14" name="slide-6-text-14">
            <a:extLst xmlns:a="http://schemas.openxmlformats.org/drawingml/2006/main">
              <a:ext uri="{FF2B5EF4-FFF2-40B4-BE49-F238E27FC236}">
                <a16:creationId xmlns:a16="http://schemas.microsoft.com/office/drawing/2014/main" id="{FE751B44-32E1-49EB-8A99-760FBF947E87}"/>
              </a:ext>
            </a:extLst>
          </p:cNvPr>
          <p:cNvSpPr>
            <a:spLocks xmlns:a="http://schemas.openxmlformats.org/drawingml/2006/main" noGrp="1"/>
          </p:cNvSpPr>
          <p:nvPr/>
        </p:nvSpPr>
        <p:spPr>
          <a:xfrm xmlns:a="http://schemas.openxmlformats.org/drawingml/2006/main">
            <a:off x="50165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引用仍需回到原文確認。</a:t>
            </a:r>
          </a:p>
        </p:txBody>
      </p:sp>
      <p:sp>
        <p:nvSpPr>
          <p:cNvPr id="15" name="slide-6-text-15">
            <a:extLst xmlns:a="http://schemas.openxmlformats.org/drawingml/2006/main">
              <a:ext uri="{FF2B5EF4-FFF2-40B4-BE49-F238E27FC236}">
                <a16:creationId xmlns:a16="http://schemas.microsoft.com/office/drawing/2014/main" id="{5E7FC24E-73A6-415C-A3B3-725892C48D07}"/>
              </a:ext>
            </a:extLst>
          </p:cNvPr>
          <p:cNvSpPr>
            <a:spLocks xmlns:a="http://schemas.openxmlformats.org/drawingml/2006/main" noGrp="1"/>
          </p:cNvSpPr>
          <p:nvPr/>
        </p:nvSpPr>
        <p:spPr>
          <a:xfrm xmlns:a="http://schemas.openxmlformats.org/drawingml/2006/main">
            <a:off x="91948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工具與執行</a:t>
            </a:r>
          </a:p>
        </p:txBody>
      </p:sp>
      <p:sp>
        <p:nvSpPr>
          <p:cNvPr id="16" name="slide-6-line-16">
            <a:extLst xmlns:a="http://schemas.openxmlformats.org/drawingml/2006/main">
              <a:ext uri="{FF2B5EF4-FFF2-40B4-BE49-F238E27FC236}">
                <a16:creationId xmlns:a16="http://schemas.microsoft.com/office/drawing/2014/main" id="{EB2382BA-23EA-40E5-B42B-74FE8C1340B1}"/>
              </a:ext>
            </a:extLst>
          </p:cNvPr>
          <p:cNvSpPr>
            <a:spLocks xmlns:a="http://schemas.openxmlformats.org/drawingml/2006/main" noGrp="1"/>
          </p:cNvSpPr>
          <p:nvPr/>
        </p:nvSpPr>
        <p:spPr>
          <a:xfrm xmlns:a="http://schemas.openxmlformats.org/drawingml/2006/main">
            <a:off x="9194800" y="3305175"/>
            <a:ext cx="368300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7" name="slide-6-text-17">
            <a:extLst xmlns:a="http://schemas.openxmlformats.org/drawingml/2006/main">
              <a:ext uri="{FF2B5EF4-FFF2-40B4-BE49-F238E27FC236}">
                <a16:creationId xmlns:a16="http://schemas.microsoft.com/office/drawing/2014/main" id="{113C1DE5-3549-409A-A17D-067FD619AD2E}"/>
              </a:ext>
            </a:extLst>
          </p:cNvPr>
          <p:cNvSpPr>
            <a:spLocks xmlns:a="http://schemas.openxmlformats.org/drawingml/2006/main" noGrp="1"/>
          </p:cNvSpPr>
          <p:nvPr/>
        </p:nvSpPr>
        <p:spPr>
          <a:xfrm xmlns:a="http://schemas.openxmlformats.org/drawingml/2006/main">
            <a:off x="91948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FFFFFF"/>
                </a:solidFill>
                <a:latin typeface="PingFang TC"/>
                <a:ea typeface="PingFang TC"/>
                <a:cs typeface="PingFang TC"/>
              </a:defRPr>
            </a:pPr>
            <a:r>
              <a:rPr sz="2550" b="1">
                <a:solidFill>
                  <a:srgbClr val="FFFFFF"/>
                </a:solidFill>
                <a:latin typeface="PingFang TC"/>
                <a:ea typeface="PingFang TC"/>
                <a:cs typeface="PingFang TC"/>
              </a:rPr>
              <a:t>試做可用的原型</a:t>
            </a:r>
          </a:p>
        </p:txBody>
      </p:sp>
      <p:sp>
        <p:nvSpPr>
          <p:cNvPr id="18" name="slide-6-text-18">
            <a:extLst xmlns:a="http://schemas.openxmlformats.org/drawingml/2006/main">
              <a:ext uri="{FF2B5EF4-FFF2-40B4-BE49-F238E27FC236}">
                <a16:creationId xmlns:a16="http://schemas.microsoft.com/office/drawing/2014/main" id="{19266830-B24D-49DB-A7ED-D27A3589833C}"/>
              </a:ext>
            </a:extLst>
          </p:cNvPr>
          <p:cNvSpPr>
            <a:spLocks xmlns:a="http://schemas.openxmlformats.org/drawingml/2006/main" noGrp="1"/>
          </p:cNvSpPr>
          <p:nvPr/>
        </p:nvSpPr>
        <p:spPr>
          <a:xfrm xmlns:a="http://schemas.openxmlformats.org/drawingml/2006/main">
            <a:off x="91948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具工具權限的系統可協助製作，</a:t>
            </a:r>
          </a:p>
        </p:txBody>
      </p:sp>
      <p:sp>
        <p:nvSpPr>
          <p:cNvPr id="19" name="slide-6-text-19">
            <a:extLst xmlns:a="http://schemas.openxmlformats.org/drawingml/2006/main">
              <a:ext uri="{FF2B5EF4-FFF2-40B4-BE49-F238E27FC236}">
                <a16:creationId xmlns:a16="http://schemas.microsoft.com/office/drawing/2014/main" id="{9A3A0002-9168-430C-8F33-017F601D4F0C}"/>
              </a:ext>
            </a:extLst>
          </p:cNvPr>
          <p:cNvSpPr>
            <a:spLocks xmlns:a="http://schemas.openxmlformats.org/drawingml/2006/main" noGrp="1"/>
          </p:cNvSpPr>
          <p:nvPr/>
        </p:nvSpPr>
        <p:spPr>
          <a:xfrm xmlns:a="http://schemas.openxmlformats.org/drawingml/2006/main">
            <a:off x="91948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CE4F5"/>
                </a:solidFill>
                <a:latin typeface="PingFang TC"/>
                <a:ea typeface="PingFang TC"/>
                <a:cs typeface="PingFang TC"/>
              </a:defRPr>
            </a:pPr>
            <a:r>
              <a:rPr sz="1950" b="0">
                <a:solidFill>
                  <a:srgbClr val="DCE4F5"/>
                </a:solidFill>
                <a:latin typeface="PingFang TC"/>
                <a:ea typeface="PingFang TC"/>
                <a:cs typeface="PingFang TC"/>
              </a:rPr>
              <a:t>對外操作保留人工確認。</a:t>
            </a:r>
          </a:p>
        </p:txBody>
      </p:sp>
      <p:sp>
        <p:nvSpPr>
          <p:cNvPr id="20" name="slide-6-text-20">
            <a:extLst xmlns:a="http://schemas.openxmlformats.org/drawingml/2006/main">
              <a:ext uri="{FF2B5EF4-FFF2-40B4-BE49-F238E27FC236}">
                <a16:creationId xmlns:a16="http://schemas.microsoft.com/office/drawing/2014/main" id="{2AFC05B3-9229-486D-8718-2A3BA0C7F6EF}"/>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能力依工具與任務而異。原型提供討論材料，效果仍需觀察。</a:t>
            </a:r>
          </a:p>
        </p:txBody>
      </p:sp>
      <p:sp>
        <p:nvSpPr>
          <p:cNvPr id="21" name="slide-6-text-21">
            <a:extLst xmlns:a="http://schemas.openxmlformats.org/drawingml/2006/main">
              <a:ext uri="{FF2B5EF4-FFF2-40B4-BE49-F238E27FC236}">
                <a16:creationId xmlns:a16="http://schemas.microsoft.com/office/drawing/2014/main" id="{E9BE6D1E-14B6-4A84-BE3A-7081FC8B6D26}"/>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06 / 66</a:t>
            </a:r>
          </a:p>
        </p:txBody>
      </p:sp>
    </p:spTree>
    <p:extLst>
      <p:ext uri="{BB962C8B-B14F-4D97-AF65-F5344CB8AC3E}">
        <p14:creationId xmlns:p14="http://schemas.microsoft.com/office/powerpoint/2010/main" val="1255469759"/>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8" name="slide-7-text-1">
            <a:extLst xmlns:a="http://schemas.openxmlformats.org/drawingml/2006/main">
              <a:ext uri="{FF2B5EF4-FFF2-40B4-BE49-F238E27FC236}">
                <a16:creationId xmlns:a16="http://schemas.microsoft.com/office/drawing/2014/main" id="{28D1BEB1-80D2-499D-931A-5BCA6AE997DA}"/>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同一案例   說明工作</a:t>
            </a:r>
          </a:p>
        </p:txBody>
      </p:sp>
      <p:sp>
        <p:nvSpPr>
          <p:cNvPr id="2" name="slide-7-text-2">
            <a:extLst xmlns:a="http://schemas.openxmlformats.org/drawingml/2006/main">
              <a:ext uri="{FF2B5EF4-FFF2-40B4-BE49-F238E27FC236}">
                <a16:creationId xmlns:a16="http://schemas.microsoft.com/office/drawing/2014/main" id="{D8E9AA17-8B70-4972-B658-14EBD55683F6}"/>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委託需要可供檢查的條件</a:t>
            </a:r>
          </a:p>
        </p:txBody>
      </p:sp>
      <p:sp>
        <p:nvSpPr>
          <p:cNvPr id="3" name="slide-7-line-3">
            <a:extLst xmlns:a="http://schemas.openxmlformats.org/drawingml/2006/main">
              <a:ext uri="{FF2B5EF4-FFF2-40B4-BE49-F238E27FC236}">
                <a16:creationId xmlns:a16="http://schemas.microsoft.com/office/drawing/2014/main" id="{B3EF1CDE-ADDF-478E-A3FF-B267395B99EA}"/>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7-text-4">
            <a:extLst xmlns:a="http://schemas.openxmlformats.org/drawingml/2006/main">
              <a:ext uri="{FF2B5EF4-FFF2-40B4-BE49-F238E27FC236}">
                <a16:creationId xmlns:a16="http://schemas.microsoft.com/office/drawing/2014/main" id="{FDF30942-1A97-4988-8240-4BF729D397D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7-text-5">
            <a:extLst xmlns:a="http://schemas.openxmlformats.org/drawingml/2006/main">
              <a:ext uri="{FF2B5EF4-FFF2-40B4-BE49-F238E27FC236}">
                <a16:creationId xmlns:a16="http://schemas.microsoft.com/office/drawing/2014/main" id="{33CC1FED-8ED4-4B5A-987D-7963A0318FBC}"/>
              </a:ext>
            </a:extLst>
          </p:cNvPr>
          <p:cNvSpPr>
            <a:spLocks xmlns:a="http://schemas.openxmlformats.org/drawingml/2006/main" noGrp="1"/>
          </p:cNvSpPr>
          <p:nvPr/>
        </p:nvSpPr>
        <p:spPr>
          <a:xfrm xmlns:a="http://schemas.openxmlformats.org/drawingml/2006/main">
            <a:off x="838200" y="2667000"/>
            <a:ext cx="1905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輸入</a:t>
            </a:r>
          </a:p>
        </p:txBody>
      </p:sp>
      <p:sp>
        <p:nvSpPr>
          <p:cNvPr id="6" name="slide-7-text-6">
            <a:extLst xmlns:a="http://schemas.openxmlformats.org/drawingml/2006/main">
              <a:ext uri="{FF2B5EF4-FFF2-40B4-BE49-F238E27FC236}">
                <a16:creationId xmlns:a16="http://schemas.microsoft.com/office/drawing/2014/main" id="{9C7E3EA5-1A1F-4B5C-BE5D-2044AD60C3E8}"/>
              </a:ext>
            </a:extLst>
          </p:cNvPr>
          <p:cNvSpPr>
            <a:spLocks xmlns:a="http://schemas.openxmlformats.org/drawingml/2006/main" noGrp="1"/>
          </p:cNvSpPr>
          <p:nvPr/>
        </p:nvSpPr>
        <p:spPr>
          <a:xfrm xmlns:a="http://schemas.openxmlformats.org/drawingml/2006/main">
            <a:off x="3190875" y="2667000"/>
            <a:ext cx="9525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指定短文、年級、閱讀目的</a:t>
            </a:r>
          </a:p>
        </p:txBody>
      </p:sp>
      <p:sp>
        <p:nvSpPr>
          <p:cNvPr id="7" name="slide-7-line-7">
            <a:extLst xmlns:a="http://schemas.openxmlformats.org/drawingml/2006/main">
              <a:ext uri="{FF2B5EF4-FFF2-40B4-BE49-F238E27FC236}">
                <a16:creationId xmlns:a16="http://schemas.microsoft.com/office/drawing/2014/main" id="{56F9F842-0C71-454A-BF31-1D2C0FBCE4A5}"/>
              </a:ext>
            </a:extLst>
          </p:cNvPr>
          <p:cNvSpPr>
            <a:spLocks xmlns:a="http://schemas.openxmlformats.org/drawingml/2006/main" noGrp="1"/>
          </p:cNvSpPr>
          <p:nvPr/>
        </p:nvSpPr>
        <p:spPr>
          <a:xfrm xmlns:a="http://schemas.openxmlformats.org/drawingml/2006/main">
            <a:off x="838200" y="325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7-text-8">
            <a:extLst xmlns:a="http://schemas.openxmlformats.org/drawingml/2006/main">
              <a:ext uri="{FF2B5EF4-FFF2-40B4-BE49-F238E27FC236}">
                <a16:creationId xmlns:a16="http://schemas.microsoft.com/office/drawing/2014/main" id="{7B9AD3BA-81F1-45FD-836C-511F959886B5}"/>
              </a:ext>
            </a:extLst>
          </p:cNvPr>
          <p:cNvSpPr>
            <a:spLocks xmlns:a="http://schemas.openxmlformats.org/drawingml/2006/main" noGrp="1"/>
          </p:cNvSpPr>
          <p:nvPr/>
        </p:nvSpPr>
        <p:spPr>
          <a:xfrm xmlns:a="http://schemas.openxmlformats.org/drawingml/2006/main">
            <a:off x="838200" y="3514725"/>
            <a:ext cx="1905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產出</a:t>
            </a:r>
          </a:p>
        </p:txBody>
      </p:sp>
      <p:sp>
        <p:nvSpPr>
          <p:cNvPr id="9" name="slide-7-text-9">
            <a:extLst xmlns:a="http://schemas.openxmlformats.org/drawingml/2006/main">
              <a:ext uri="{FF2B5EF4-FFF2-40B4-BE49-F238E27FC236}">
                <a16:creationId xmlns:a16="http://schemas.microsoft.com/office/drawing/2014/main" id="{40CF13B2-AED5-46E6-BAA6-7963A07870A6}"/>
              </a:ext>
            </a:extLst>
          </p:cNvPr>
          <p:cNvSpPr>
            <a:spLocks xmlns:a="http://schemas.openxmlformats.org/drawingml/2006/main" noGrp="1"/>
          </p:cNvSpPr>
          <p:nvPr/>
        </p:nvSpPr>
        <p:spPr>
          <a:xfrm xmlns:a="http://schemas.openxmlformats.org/drawingml/2006/main">
            <a:off x="3190875" y="3514725"/>
            <a:ext cx="9525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三個提問及一段教師說明</a:t>
            </a:r>
          </a:p>
        </p:txBody>
      </p:sp>
      <p:sp>
        <p:nvSpPr>
          <p:cNvPr id="10" name="slide-7-line-10">
            <a:extLst xmlns:a="http://schemas.openxmlformats.org/drawingml/2006/main">
              <a:ext uri="{FF2B5EF4-FFF2-40B4-BE49-F238E27FC236}">
                <a16:creationId xmlns:a16="http://schemas.microsoft.com/office/drawing/2014/main" id="{83ED97F6-4876-47C4-B096-89F7EA57A99E}"/>
              </a:ext>
            </a:extLst>
          </p:cNvPr>
          <p:cNvSpPr>
            <a:spLocks xmlns:a="http://schemas.openxmlformats.org/drawingml/2006/main" noGrp="1"/>
          </p:cNvSpPr>
          <p:nvPr/>
        </p:nvSpPr>
        <p:spPr>
          <a:xfrm xmlns:a="http://schemas.openxmlformats.org/drawingml/2006/main">
            <a:off x="838200" y="410527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7-text-11">
            <a:extLst xmlns:a="http://schemas.openxmlformats.org/drawingml/2006/main">
              <a:ext uri="{FF2B5EF4-FFF2-40B4-BE49-F238E27FC236}">
                <a16:creationId xmlns:a16="http://schemas.microsoft.com/office/drawing/2014/main" id="{0A597A39-7CD8-4226-9EB9-EF9F9ED6C755}"/>
              </a:ext>
            </a:extLst>
          </p:cNvPr>
          <p:cNvSpPr>
            <a:spLocks xmlns:a="http://schemas.openxmlformats.org/drawingml/2006/main" noGrp="1"/>
          </p:cNvSpPr>
          <p:nvPr/>
        </p:nvSpPr>
        <p:spPr>
          <a:xfrm xmlns:a="http://schemas.openxmlformats.org/drawingml/2006/main">
            <a:off x="838200" y="4362450"/>
            <a:ext cx="1905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檢查</a:t>
            </a:r>
          </a:p>
        </p:txBody>
      </p:sp>
      <p:sp>
        <p:nvSpPr>
          <p:cNvPr id="12" name="slide-7-text-12">
            <a:extLst xmlns:a="http://schemas.openxmlformats.org/drawingml/2006/main">
              <a:ext uri="{FF2B5EF4-FFF2-40B4-BE49-F238E27FC236}">
                <a16:creationId xmlns:a16="http://schemas.microsoft.com/office/drawing/2014/main" id="{23DECD57-459C-4A13-BD2F-69ECCBE42168}"/>
              </a:ext>
            </a:extLst>
          </p:cNvPr>
          <p:cNvSpPr>
            <a:spLocks xmlns:a="http://schemas.openxmlformats.org/drawingml/2006/main" noGrp="1"/>
          </p:cNvSpPr>
          <p:nvPr/>
        </p:nvSpPr>
        <p:spPr>
          <a:xfrm xmlns:a="http://schemas.openxmlformats.org/drawingml/2006/main">
            <a:off x="3190875" y="4362450"/>
            <a:ext cx="9525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每個提問都能回到原文找到依據</a:t>
            </a:r>
          </a:p>
        </p:txBody>
      </p:sp>
      <p:sp>
        <p:nvSpPr>
          <p:cNvPr id="13" name="slide-7-line-13">
            <a:extLst xmlns:a="http://schemas.openxmlformats.org/drawingml/2006/main">
              <a:ext uri="{FF2B5EF4-FFF2-40B4-BE49-F238E27FC236}">
                <a16:creationId xmlns:a16="http://schemas.microsoft.com/office/drawing/2014/main" id="{E8DF66A8-7F1D-4F16-9C64-7D0972D560D8}"/>
              </a:ext>
            </a:extLst>
          </p:cNvPr>
          <p:cNvSpPr>
            <a:spLocks xmlns:a="http://schemas.openxmlformats.org/drawingml/2006/main" noGrp="1"/>
          </p:cNvSpPr>
          <p:nvPr/>
        </p:nvSpPr>
        <p:spPr>
          <a:xfrm xmlns:a="http://schemas.openxmlformats.org/drawingml/2006/main">
            <a:off x="838200" y="49530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7-text-14">
            <a:extLst xmlns:a="http://schemas.openxmlformats.org/drawingml/2006/main">
              <a:ext uri="{FF2B5EF4-FFF2-40B4-BE49-F238E27FC236}">
                <a16:creationId xmlns:a16="http://schemas.microsoft.com/office/drawing/2014/main" id="{6BE12EDA-74A3-40FB-B8F3-386352D108C7}"/>
              </a:ext>
            </a:extLst>
          </p:cNvPr>
          <p:cNvSpPr>
            <a:spLocks xmlns:a="http://schemas.openxmlformats.org/drawingml/2006/main" noGrp="1"/>
          </p:cNvSpPr>
          <p:nvPr/>
        </p:nvSpPr>
        <p:spPr>
          <a:xfrm xmlns:a="http://schemas.openxmlformats.org/drawingml/2006/main">
            <a:off x="838200" y="5210175"/>
            <a:ext cx="1905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邊界</a:t>
            </a:r>
          </a:p>
        </p:txBody>
      </p:sp>
      <p:sp>
        <p:nvSpPr>
          <p:cNvPr id="15" name="slide-7-text-15">
            <a:extLst xmlns:a="http://schemas.openxmlformats.org/drawingml/2006/main">
              <a:ext uri="{FF2B5EF4-FFF2-40B4-BE49-F238E27FC236}">
                <a16:creationId xmlns:a16="http://schemas.microsoft.com/office/drawing/2014/main" id="{D849CF15-29BA-4E46-8D45-E805C639DFFC}"/>
              </a:ext>
            </a:extLst>
          </p:cNvPr>
          <p:cNvSpPr>
            <a:spLocks xmlns:a="http://schemas.openxmlformats.org/drawingml/2006/main" noGrp="1"/>
          </p:cNvSpPr>
          <p:nvPr/>
        </p:nvSpPr>
        <p:spPr>
          <a:xfrm xmlns:a="http://schemas.openxmlformats.org/drawingml/2006/main">
            <a:off x="3190875" y="5210175"/>
            <a:ext cx="95250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不補寫故事，不預先提供標準答案</a:t>
            </a:r>
          </a:p>
        </p:txBody>
      </p:sp>
      <p:sp>
        <p:nvSpPr>
          <p:cNvPr id="16" name="slide-7-line-16">
            <a:extLst xmlns:a="http://schemas.openxmlformats.org/drawingml/2006/main">
              <a:ext uri="{FF2B5EF4-FFF2-40B4-BE49-F238E27FC236}">
                <a16:creationId xmlns:a16="http://schemas.microsoft.com/office/drawing/2014/main" id="{04B8CB30-D345-4DAD-8DFF-C993A0DD9157}"/>
              </a:ext>
            </a:extLst>
          </p:cNvPr>
          <p:cNvSpPr>
            <a:spLocks xmlns:a="http://schemas.openxmlformats.org/drawingml/2006/main" noGrp="1"/>
          </p:cNvSpPr>
          <p:nvPr/>
        </p:nvSpPr>
        <p:spPr>
          <a:xfrm xmlns:a="http://schemas.openxmlformats.org/drawingml/2006/main">
            <a:off x="838200" y="580072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7" name="slide-7-text-17">
            <a:extLst xmlns:a="http://schemas.openxmlformats.org/drawingml/2006/main">
              <a:ext uri="{FF2B5EF4-FFF2-40B4-BE49-F238E27FC236}">
                <a16:creationId xmlns:a16="http://schemas.microsoft.com/office/drawing/2014/main" id="{2A362309-5726-43F9-B8CB-F01F471957E1}"/>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07 / 66</a:t>
            </a:r>
          </a:p>
        </p:txBody>
      </p:sp>
    </p:spTree>
    <p:extLst>
      <p:ext uri="{BB962C8B-B14F-4D97-AF65-F5344CB8AC3E}">
        <p14:creationId xmlns:p14="http://schemas.microsoft.com/office/powerpoint/2010/main" val="67334525"/>
      </p:ext>
    </p:extLst>
  </p:cSld>
</p:sld>
</file>

<file path=ppt/slides/slide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4" name="slide-8-text-1">
            <a:extLst xmlns:a="http://schemas.openxmlformats.org/drawingml/2006/main">
              <a:ext uri="{FF2B5EF4-FFF2-40B4-BE49-F238E27FC236}">
                <a16:creationId xmlns:a16="http://schemas.microsoft.com/office/drawing/2014/main" id="{D0DB2ADF-0D6A-4EE3-BF62-446445C1979D}"/>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現場示範   對象與用途</a:t>
            </a:r>
          </a:p>
        </p:txBody>
      </p:sp>
      <p:sp>
        <p:nvSpPr>
          <p:cNvPr id="2" name="slide-8-text-2">
            <a:extLst xmlns:a="http://schemas.openxmlformats.org/drawingml/2006/main">
              <a:ext uri="{FF2B5EF4-FFF2-40B4-BE49-F238E27FC236}">
                <a16:creationId xmlns:a16="http://schemas.microsoft.com/office/drawing/2014/main" id="{AE5C93A8-A45E-4E68-820A-718621585CE4}"/>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FFFF"/>
                </a:solidFill>
                <a:latin typeface="PingFang TC"/>
                <a:ea typeface="PingFang TC"/>
                <a:cs typeface="PingFang TC"/>
              </a:defRPr>
            </a:pPr>
            <a:r>
              <a:rPr sz="4200" b="1">
                <a:solidFill>
                  <a:srgbClr val="FFFFFF"/>
                </a:solidFill>
                <a:latin typeface="PingFang TC"/>
                <a:ea typeface="PingFang TC"/>
                <a:cs typeface="PingFang TC"/>
              </a:rPr>
              <a:t>示範一：同一短文，不同委託</a:t>
            </a:r>
          </a:p>
        </p:txBody>
      </p:sp>
      <p:sp>
        <p:nvSpPr>
          <p:cNvPr id="3" name="slide-8-line-3">
            <a:extLst xmlns:a="http://schemas.openxmlformats.org/drawingml/2006/main">
              <a:ext uri="{FF2B5EF4-FFF2-40B4-BE49-F238E27FC236}">
                <a16:creationId xmlns:a16="http://schemas.microsoft.com/office/drawing/2014/main" id="{6857AA5F-6BFC-4E3A-86F1-44F8A3B8ED14}"/>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8-text-4">
            <a:extLst xmlns:a="http://schemas.openxmlformats.org/drawingml/2006/main">
              <a:ext uri="{FF2B5EF4-FFF2-40B4-BE49-F238E27FC236}">
                <a16:creationId xmlns:a16="http://schemas.microsoft.com/office/drawing/2014/main" id="{442F0781-F080-4563-A89F-B225CD577A9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8-text-5">
            <a:extLst xmlns:a="http://schemas.openxmlformats.org/drawingml/2006/main">
              <a:ext uri="{FF2B5EF4-FFF2-40B4-BE49-F238E27FC236}">
                <a16:creationId xmlns:a16="http://schemas.microsoft.com/office/drawing/2014/main" id="{3A85B2D7-9433-4806-BCEA-D8A6E4B40645}"/>
              </a:ext>
            </a:extLst>
          </p:cNvPr>
          <p:cNvSpPr>
            <a:spLocks xmlns:a="http://schemas.openxmlformats.org/drawingml/2006/main" noGrp="1"/>
          </p:cNvSpPr>
          <p:nvPr/>
        </p:nvSpPr>
        <p:spPr>
          <a:xfrm xmlns:a="http://schemas.openxmlformats.org/drawingml/2006/main">
            <a:off x="838200" y="2505075"/>
            <a:ext cx="5238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原創示例短文《窗邊的樹》</a:t>
            </a:r>
          </a:p>
        </p:txBody>
      </p:sp>
      <p:sp>
        <p:nvSpPr>
          <p:cNvPr id="6" name="slide-8-text-6">
            <a:extLst xmlns:a="http://schemas.openxmlformats.org/drawingml/2006/main">
              <a:ext uri="{FF2B5EF4-FFF2-40B4-BE49-F238E27FC236}">
                <a16:creationId xmlns:a16="http://schemas.microsoft.com/office/drawing/2014/main" id="{E8BC2E76-AAC0-4453-9C1D-F29F8C9023A8}"/>
              </a:ext>
            </a:extLst>
          </p:cNvPr>
          <p:cNvSpPr>
            <a:spLocks xmlns:a="http://schemas.openxmlformats.org/drawingml/2006/main" noGrp="1"/>
          </p:cNvSpPr>
          <p:nvPr/>
        </p:nvSpPr>
        <p:spPr>
          <a:xfrm xmlns:a="http://schemas.openxmlformats.org/drawingml/2006/main">
            <a:off x="838200" y="2981325"/>
            <a:ext cx="119062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早晨，小晴推開窗，看見樹葉上停着幾滴雨水。</a:t>
            </a:r>
          </a:p>
        </p:txBody>
      </p:sp>
      <p:sp>
        <p:nvSpPr>
          <p:cNvPr id="7" name="slide-8-text-7">
            <a:extLst xmlns:a="http://schemas.openxmlformats.org/drawingml/2006/main">
              <a:ext uri="{FF2B5EF4-FFF2-40B4-BE49-F238E27FC236}">
                <a16:creationId xmlns:a16="http://schemas.microsoft.com/office/drawing/2014/main" id="{D80D8B6F-4959-403A-980F-673997CF109F}"/>
              </a:ext>
            </a:extLst>
          </p:cNvPr>
          <p:cNvSpPr>
            <a:spLocks xmlns:a="http://schemas.openxmlformats.org/drawingml/2006/main" noGrp="1"/>
          </p:cNvSpPr>
          <p:nvPr/>
        </p:nvSpPr>
        <p:spPr>
          <a:xfrm xmlns:a="http://schemas.openxmlformats.org/drawingml/2006/main">
            <a:off x="838200" y="3499961"/>
            <a:ext cx="119062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風一吹，雨水落在窗台。午後，陽光照進來，</a:t>
            </a:r>
          </a:p>
        </p:txBody>
      </p:sp>
      <p:sp>
        <p:nvSpPr>
          <p:cNvPr id="8" name="slide-8-text-8">
            <a:extLst xmlns:a="http://schemas.openxmlformats.org/drawingml/2006/main">
              <a:ext uri="{FF2B5EF4-FFF2-40B4-BE49-F238E27FC236}">
                <a16:creationId xmlns:a16="http://schemas.microsoft.com/office/drawing/2014/main" id="{FE0F4345-2714-4998-AA3E-33A475A8D007}"/>
              </a:ext>
            </a:extLst>
          </p:cNvPr>
          <p:cNvSpPr>
            <a:spLocks xmlns:a="http://schemas.openxmlformats.org/drawingml/2006/main" noGrp="1"/>
          </p:cNvSpPr>
          <p:nvPr/>
        </p:nvSpPr>
        <p:spPr>
          <a:xfrm xmlns:a="http://schemas.openxmlformats.org/drawingml/2006/main">
            <a:off x="838200" y="4018598"/>
            <a:ext cx="119062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窗台乾了，樹影慢慢移到書桌旁。</a:t>
            </a:r>
          </a:p>
        </p:txBody>
      </p:sp>
      <p:sp>
        <p:nvSpPr>
          <p:cNvPr id="9" name="slide-8-text-9">
            <a:extLst xmlns:a="http://schemas.openxmlformats.org/drawingml/2006/main">
              <a:ext uri="{FF2B5EF4-FFF2-40B4-BE49-F238E27FC236}">
                <a16:creationId xmlns:a16="http://schemas.microsoft.com/office/drawing/2014/main" id="{DBFA7962-C979-423C-8572-B5F3FD698131}"/>
              </a:ext>
            </a:extLst>
          </p:cNvPr>
          <p:cNvSpPr>
            <a:spLocks xmlns:a="http://schemas.openxmlformats.org/drawingml/2006/main" noGrp="1"/>
          </p:cNvSpPr>
          <p:nvPr/>
        </p:nvSpPr>
        <p:spPr>
          <a:xfrm xmlns:a="http://schemas.openxmlformats.org/drawingml/2006/main">
            <a:off x="838200" y="4537234"/>
            <a:ext cx="119062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她把椅子挪近窗邊，繼續讀那本沒有讀完的書。</a:t>
            </a:r>
          </a:p>
        </p:txBody>
      </p:sp>
      <p:sp>
        <p:nvSpPr>
          <p:cNvPr id="10" name="slide-8-line-10">
            <a:extLst xmlns:a="http://schemas.openxmlformats.org/drawingml/2006/main">
              <a:ext uri="{FF2B5EF4-FFF2-40B4-BE49-F238E27FC236}">
                <a16:creationId xmlns:a16="http://schemas.microsoft.com/office/drawing/2014/main" id="{CFE45BA7-3DEE-4F05-AE75-2BB1473A9BE3}"/>
              </a:ext>
            </a:extLst>
          </p:cNvPr>
          <p:cNvSpPr>
            <a:spLocks xmlns:a="http://schemas.openxmlformats.org/drawingml/2006/main" noGrp="1"/>
          </p:cNvSpPr>
          <p:nvPr/>
        </p:nvSpPr>
        <p:spPr>
          <a:xfrm xmlns:a="http://schemas.openxmlformats.org/drawingml/2006/main">
            <a:off x="838200" y="5429250"/>
            <a:ext cx="12039600" cy="0"/>
          </a:xfrm>
          <a:prstGeom xmlns:a="http://schemas.openxmlformats.org/drawingml/2006/main" prst="line">
            <a:avLst/>
          </a:prstGeom>
          <a:noFill xmlns:a="http://schemas.openxmlformats.org/drawingml/2006/main"/>
          <a:ln xmlns:a="http://schemas.openxmlformats.org/drawingml/2006/main" w="9525">
            <a:solidFill>
              <a:srgbClr val="607296"/>
            </a:solidFill>
            <a:prstDash val="solid"/>
          </a:ln>
        </p:spPr>
      </p:sp>
      <p:sp>
        <p:nvSpPr>
          <p:cNvPr id="11" name="slide-8-text-11">
            <a:extLst xmlns:a="http://schemas.openxmlformats.org/drawingml/2006/main">
              <a:ext uri="{FF2B5EF4-FFF2-40B4-BE49-F238E27FC236}">
                <a16:creationId xmlns:a16="http://schemas.microsoft.com/office/drawing/2014/main" id="{FC379681-E44A-4A30-A6C7-3F7BF4BC1195}"/>
              </a:ext>
            </a:extLst>
          </p:cNvPr>
          <p:cNvSpPr>
            <a:spLocks xmlns:a="http://schemas.openxmlformats.org/drawingml/2006/main" noGrp="1"/>
          </p:cNvSpPr>
          <p:nvPr/>
        </p:nvSpPr>
        <p:spPr>
          <a:xfrm xmlns:a="http://schemas.openxmlformats.org/drawingml/2006/main">
            <a:off x="838200" y="5829300"/>
            <a:ext cx="1190625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DCE4F5"/>
                </a:solidFill>
                <a:latin typeface="PingFang TC"/>
                <a:ea typeface="PingFang TC"/>
                <a:cs typeface="PingFang TC"/>
              </a:defRPr>
            </a:pPr>
            <a:r>
              <a:rPr sz="2100" b="0">
                <a:solidFill>
                  <a:srgbClr val="DCE4F5"/>
                </a:solidFill>
                <a:latin typeface="PingFang TC"/>
                <a:ea typeface="PingFang TC"/>
                <a:cs typeface="PingFang TC"/>
              </a:rPr>
              <a:t>兩次都使用相同短文。第二次補充對象、用途與不可改變的事實。</a:t>
            </a:r>
          </a:p>
        </p:txBody>
      </p:sp>
      <p:sp>
        <p:nvSpPr>
          <p:cNvPr id="12" name="slide-8-text-12">
            <a:extLst xmlns:a="http://schemas.openxmlformats.org/drawingml/2006/main">
              <a:ext uri="{FF2B5EF4-FFF2-40B4-BE49-F238E27FC236}">
                <a16:creationId xmlns:a16="http://schemas.microsoft.com/office/drawing/2014/main" id="{6837533C-243B-4C6E-8831-372F88D677A0}"/>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短文與離線對照稿均為講座示例，不代表實際模型效果。</a:t>
            </a:r>
          </a:p>
        </p:txBody>
      </p:sp>
      <p:sp>
        <p:nvSpPr>
          <p:cNvPr id="13" name="slide-8-text-13">
            <a:extLst xmlns:a="http://schemas.openxmlformats.org/drawingml/2006/main">
              <a:ext uri="{FF2B5EF4-FFF2-40B4-BE49-F238E27FC236}">
                <a16:creationId xmlns:a16="http://schemas.microsoft.com/office/drawing/2014/main" id="{31B0A2AF-F630-48CE-907D-A1B6B132F096}"/>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08 / 66</a:t>
            </a:r>
          </a:p>
        </p:txBody>
      </p:sp>
    </p:spTree>
    <p:extLst>
      <p:ext uri="{BB962C8B-B14F-4D97-AF65-F5344CB8AC3E}">
        <p14:creationId xmlns:p14="http://schemas.microsoft.com/office/powerpoint/2010/main" val="623139799"/>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8" name="slide-9-text-1">
            <a:extLst xmlns:a="http://schemas.openxmlformats.org/drawingml/2006/main">
              <a:ext uri="{FF2B5EF4-FFF2-40B4-BE49-F238E27FC236}">
                <a16:creationId xmlns:a16="http://schemas.microsoft.com/office/drawing/2014/main" id="{96A38897-A948-4DE9-8BD7-0214D18362FC}"/>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示範一   離線對照稿</a:t>
            </a:r>
          </a:p>
        </p:txBody>
      </p:sp>
      <p:sp>
        <p:nvSpPr>
          <p:cNvPr id="2" name="slide-9-text-2">
            <a:extLst xmlns:a="http://schemas.openxmlformats.org/drawingml/2006/main">
              <a:ext uri="{FF2B5EF4-FFF2-40B4-BE49-F238E27FC236}">
                <a16:creationId xmlns:a16="http://schemas.microsoft.com/office/drawing/2014/main" id="{262518D5-6616-4D9C-8AEC-3D386066AB53}"/>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情境改變了提問的具體程度</a:t>
            </a:r>
          </a:p>
        </p:txBody>
      </p:sp>
      <p:sp>
        <p:nvSpPr>
          <p:cNvPr id="3" name="slide-9-line-3">
            <a:extLst xmlns:a="http://schemas.openxmlformats.org/drawingml/2006/main">
              <a:ext uri="{FF2B5EF4-FFF2-40B4-BE49-F238E27FC236}">
                <a16:creationId xmlns:a16="http://schemas.microsoft.com/office/drawing/2014/main" id="{F95B2F57-8966-42B6-AE6B-445A4307D184}"/>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9-text-4">
            <a:extLst xmlns:a="http://schemas.openxmlformats.org/drawingml/2006/main">
              <a:ext uri="{FF2B5EF4-FFF2-40B4-BE49-F238E27FC236}">
                <a16:creationId xmlns:a16="http://schemas.microsoft.com/office/drawing/2014/main" id="{74B62384-480C-469D-95D1-691B64E1197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9-line-5">
            <a:extLst xmlns:a="http://schemas.openxmlformats.org/drawingml/2006/main">
              <a:ext uri="{FF2B5EF4-FFF2-40B4-BE49-F238E27FC236}">
                <a16:creationId xmlns:a16="http://schemas.microsoft.com/office/drawing/2014/main" id="{842D5907-589A-4512-B812-7F1A9E5AB6E1}"/>
              </a:ext>
            </a:extLst>
          </p:cNvPr>
          <p:cNvSpPr>
            <a:spLocks xmlns:a="http://schemas.openxmlformats.org/drawingml/2006/main" noGrp="1"/>
          </p:cNvSpPr>
          <p:nvPr/>
        </p:nvSpPr>
        <p:spPr>
          <a:xfrm xmlns:a="http://schemas.openxmlformats.org/drawingml/2006/main">
            <a:off x="6705600" y="2686050"/>
            <a:ext cx="0" cy="304800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6" name="slide-9-text-6">
            <a:extLst xmlns:a="http://schemas.openxmlformats.org/drawingml/2006/main">
              <a:ext uri="{FF2B5EF4-FFF2-40B4-BE49-F238E27FC236}">
                <a16:creationId xmlns:a16="http://schemas.microsoft.com/office/drawing/2014/main" id="{3A9E0242-1282-4E20-AF50-D78E6FE45451}"/>
              </a:ext>
            </a:extLst>
          </p:cNvPr>
          <p:cNvSpPr>
            <a:spLocks xmlns:a="http://schemas.openxmlformats.org/drawingml/2006/main" noGrp="1"/>
          </p:cNvSpPr>
          <p:nvPr/>
        </p:nvSpPr>
        <p:spPr>
          <a:xfrm xmlns:a="http://schemas.openxmlformats.org/drawingml/2006/main">
            <a:off x="838200" y="2857500"/>
            <a:ext cx="5334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條件不足的示例</a:t>
            </a:r>
          </a:p>
        </p:txBody>
      </p:sp>
      <p:sp>
        <p:nvSpPr>
          <p:cNvPr id="7" name="slide-9-text-7">
            <a:extLst xmlns:a="http://schemas.openxmlformats.org/drawingml/2006/main">
              <a:ext uri="{FF2B5EF4-FFF2-40B4-BE49-F238E27FC236}">
                <a16:creationId xmlns:a16="http://schemas.microsoft.com/office/drawing/2014/main" id="{0DE3FD12-FD8A-4396-A7B4-5F6EC9B3965A}"/>
              </a:ext>
            </a:extLst>
          </p:cNvPr>
          <p:cNvSpPr>
            <a:spLocks xmlns:a="http://schemas.openxmlformats.org/drawingml/2006/main" noGrp="1"/>
          </p:cNvSpPr>
          <p:nvPr/>
        </p:nvSpPr>
        <p:spPr>
          <a:xfrm xmlns:a="http://schemas.openxmlformats.org/drawingml/2006/main">
            <a:off x="838200" y="3381375"/>
            <a:ext cx="51435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談談這篇文章</a:t>
            </a:r>
          </a:p>
        </p:txBody>
      </p:sp>
      <p:sp>
        <p:nvSpPr>
          <p:cNvPr id="8" name="slide-9-text-8">
            <a:extLst xmlns:a="http://schemas.openxmlformats.org/drawingml/2006/main">
              <a:ext uri="{FF2B5EF4-FFF2-40B4-BE49-F238E27FC236}">
                <a16:creationId xmlns:a16="http://schemas.microsoft.com/office/drawing/2014/main" id="{86AF6452-57E9-4815-A45C-4474F9D45AA6}"/>
              </a:ext>
            </a:extLst>
          </p:cNvPr>
          <p:cNvSpPr>
            <a:spLocks xmlns:a="http://schemas.openxmlformats.org/drawingml/2006/main" noGrp="1"/>
          </p:cNvSpPr>
          <p:nvPr/>
        </p:nvSpPr>
        <p:spPr>
          <a:xfrm xmlns:a="http://schemas.openxmlformats.org/drawingml/2006/main">
            <a:off x="838200" y="3868293"/>
            <a:ext cx="51435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帶來的人生啟示</a:t>
            </a:r>
          </a:p>
        </p:txBody>
      </p:sp>
      <p:sp>
        <p:nvSpPr>
          <p:cNvPr id="9" name="slide-9-text-9">
            <a:extLst xmlns:a="http://schemas.openxmlformats.org/drawingml/2006/main">
              <a:ext uri="{FF2B5EF4-FFF2-40B4-BE49-F238E27FC236}">
                <a16:creationId xmlns:a16="http://schemas.microsoft.com/office/drawing/2014/main" id="{9AB130D3-8DD4-4ACF-B4DD-22980A828670}"/>
              </a:ext>
            </a:extLst>
          </p:cNvPr>
          <p:cNvSpPr>
            <a:spLocks xmlns:a="http://schemas.openxmlformats.org/drawingml/2006/main" noGrp="1"/>
          </p:cNvSpPr>
          <p:nvPr/>
        </p:nvSpPr>
        <p:spPr>
          <a:xfrm xmlns:a="http://schemas.openxmlformats.org/drawingml/2006/main">
            <a:off x="838200" y="4495800"/>
            <a:ext cx="51435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問題沒有指定文本依據，</a:t>
            </a:r>
          </a:p>
        </p:txBody>
      </p:sp>
      <p:sp>
        <p:nvSpPr>
          <p:cNvPr id="10" name="slide-9-text-10">
            <a:extLst xmlns:a="http://schemas.openxmlformats.org/drawingml/2006/main">
              <a:ext uri="{FF2B5EF4-FFF2-40B4-BE49-F238E27FC236}">
                <a16:creationId xmlns:a16="http://schemas.microsoft.com/office/drawing/2014/main" id="{65BB9C16-02C4-41DE-BFA7-265F4AFDB772}"/>
              </a:ext>
            </a:extLst>
          </p:cNvPr>
          <p:cNvSpPr>
            <a:spLocks xmlns:a="http://schemas.openxmlformats.org/drawingml/2006/main" noGrp="1"/>
          </p:cNvSpPr>
          <p:nvPr/>
        </p:nvSpPr>
        <p:spPr>
          <a:xfrm xmlns:a="http://schemas.openxmlformats.org/drawingml/2006/main">
            <a:off x="838200" y="4847463"/>
            <a:ext cx="51435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也未對應本次閱讀目的。</a:t>
            </a:r>
          </a:p>
        </p:txBody>
      </p:sp>
      <p:sp>
        <p:nvSpPr>
          <p:cNvPr id="11" name="slide-9-text-11">
            <a:extLst xmlns:a="http://schemas.openxmlformats.org/drawingml/2006/main">
              <a:ext uri="{FF2B5EF4-FFF2-40B4-BE49-F238E27FC236}">
                <a16:creationId xmlns:a16="http://schemas.microsoft.com/office/drawing/2014/main" id="{8E4AE23C-9287-41C8-A544-498B38E82BDC}"/>
              </a:ext>
            </a:extLst>
          </p:cNvPr>
          <p:cNvSpPr>
            <a:spLocks xmlns:a="http://schemas.openxmlformats.org/drawingml/2006/main" noGrp="1"/>
          </p:cNvSpPr>
          <p:nvPr/>
        </p:nvSpPr>
        <p:spPr>
          <a:xfrm xmlns:a="http://schemas.openxmlformats.org/drawingml/2006/main">
            <a:off x="7334250" y="2857500"/>
            <a:ext cx="55245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依委託修訂的示例</a:t>
            </a:r>
          </a:p>
        </p:txBody>
      </p:sp>
      <p:sp>
        <p:nvSpPr>
          <p:cNvPr id="12" name="slide-9-text-12">
            <a:extLst xmlns:a="http://schemas.openxmlformats.org/drawingml/2006/main">
              <a:ext uri="{FF2B5EF4-FFF2-40B4-BE49-F238E27FC236}">
                <a16:creationId xmlns:a16="http://schemas.microsoft.com/office/drawing/2014/main" id="{15B34101-079A-4A3D-915D-BB0468F342BD}"/>
              </a:ext>
            </a:extLst>
          </p:cNvPr>
          <p:cNvSpPr>
            <a:spLocks xmlns:a="http://schemas.openxmlformats.org/drawingml/2006/main" noGrp="1"/>
          </p:cNvSpPr>
          <p:nvPr/>
        </p:nvSpPr>
        <p:spPr>
          <a:xfrm xmlns:a="http://schemas.openxmlformats.org/drawingml/2006/main">
            <a:off x="7334250" y="3381375"/>
            <a:ext cx="54102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找出早晨與午後</a:t>
            </a:r>
          </a:p>
        </p:txBody>
      </p:sp>
      <p:sp>
        <p:nvSpPr>
          <p:cNvPr id="13" name="slide-9-text-13">
            <a:extLst xmlns:a="http://schemas.openxmlformats.org/drawingml/2006/main">
              <a:ext uri="{FF2B5EF4-FFF2-40B4-BE49-F238E27FC236}">
                <a16:creationId xmlns:a16="http://schemas.microsoft.com/office/drawing/2014/main" id="{4ADC2485-4C2E-47D9-95C2-D941D54A368C}"/>
              </a:ext>
            </a:extLst>
          </p:cNvPr>
          <p:cNvSpPr>
            <a:spLocks xmlns:a="http://schemas.openxmlformats.org/drawingml/2006/main" noGrp="1"/>
          </p:cNvSpPr>
          <p:nvPr/>
        </p:nvSpPr>
        <p:spPr>
          <a:xfrm xmlns:a="http://schemas.openxmlformats.org/drawingml/2006/main">
            <a:off x="7334250" y="3868293"/>
            <a:ext cx="5410200" cy="466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0B1830"/>
                </a:solidFill>
                <a:latin typeface="PingFang TC"/>
                <a:ea typeface="PingFang TC"/>
                <a:cs typeface="PingFang TC"/>
              </a:defRPr>
            </a:pPr>
            <a:r>
              <a:rPr sz="2700" b="1">
                <a:solidFill>
                  <a:srgbClr val="0B1830"/>
                </a:solidFill>
                <a:latin typeface="PingFang TC"/>
                <a:ea typeface="PingFang TC"/>
                <a:cs typeface="PingFang TC"/>
              </a:rPr>
              <a:t>景物改變的語句</a:t>
            </a:r>
          </a:p>
        </p:txBody>
      </p:sp>
      <p:sp>
        <p:nvSpPr>
          <p:cNvPr id="14" name="slide-9-text-14">
            <a:extLst xmlns:a="http://schemas.openxmlformats.org/drawingml/2006/main">
              <a:ext uri="{FF2B5EF4-FFF2-40B4-BE49-F238E27FC236}">
                <a16:creationId xmlns:a16="http://schemas.microsoft.com/office/drawing/2014/main" id="{7273C730-5764-4583-9525-EA291C44C4F6}"/>
              </a:ext>
            </a:extLst>
          </p:cNvPr>
          <p:cNvSpPr>
            <a:spLocks xmlns:a="http://schemas.openxmlformats.org/drawingml/2006/main" noGrp="1"/>
          </p:cNvSpPr>
          <p:nvPr/>
        </p:nvSpPr>
        <p:spPr>
          <a:xfrm xmlns:a="http://schemas.openxmlformats.org/drawingml/2006/main">
            <a:off x="7334250" y="4495800"/>
            <a:ext cx="54102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哪些變化由原文直接說明？</a:t>
            </a:r>
          </a:p>
        </p:txBody>
      </p:sp>
      <p:sp>
        <p:nvSpPr>
          <p:cNvPr id="15" name="slide-9-text-15">
            <a:extLst xmlns:a="http://schemas.openxmlformats.org/drawingml/2006/main">
              <a:ext uri="{FF2B5EF4-FFF2-40B4-BE49-F238E27FC236}">
                <a16:creationId xmlns:a16="http://schemas.microsoft.com/office/drawing/2014/main" id="{2869614B-B6EC-4B7C-8A98-EE38D900756A}"/>
              </a:ext>
            </a:extLst>
          </p:cNvPr>
          <p:cNvSpPr>
            <a:spLocks xmlns:a="http://schemas.openxmlformats.org/drawingml/2006/main" noGrp="1"/>
          </p:cNvSpPr>
          <p:nvPr/>
        </p:nvSpPr>
        <p:spPr>
          <a:xfrm xmlns:a="http://schemas.openxmlformats.org/drawingml/2006/main">
            <a:off x="7334250" y="4847463"/>
            <a:ext cx="54102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哪些只是讀者的推測？</a:t>
            </a:r>
          </a:p>
        </p:txBody>
      </p:sp>
      <p:sp>
        <p:nvSpPr>
          <p:cNvPr id="16" name="slide-9-text-16">
            <a:extLst xmlns:a="http://schemas.openxmlformats.org/drawingml/2006/main">
              <a:ext uri="{FF2B5EF4-FFF2-40B4-BE49-F238E27FC236}">
                <a16:creationId xmlns:a16="http://schemas.microsoft.com/office/drawing/2014/main" id="{EE894690-43F9-4C6C-AEC9-F471A4412A3A}"/>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本講座預先準備的對照稿，非模型實測輸出。</a:t>
            </a:r>
          </a:p>
        </p:txBody>
      </p:sp>
      <p:sp>
        <p:nvSpPr>
          <p:cNvPr id="17" name="slide-9-text-17">
            <a:extLst xmlns:a="http://schemas.openxmlformats.org/drawingml/2006/main">
              <a:ext uri="{FF2B5EF4-FFF2-40B4-BE49-F238E27FC236}">
                <a16:creationId xmlns:a16="http://schemas.microsoft.com/office/drawing/2014/main" id="{8C6A2987-3640-4AFC-9671-828236F9CD5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09 / 66</a:t>
            </a:r>
          </a:p>
        </p:txBody>
      </p:sp>
    </p:spTree>
    <p:extLst>
      <p:ext uri="{BB962C8B-B14F-4D97-AF65-F5344CB8AC3E}">
        <p14:creationId xmlns:p14="http://schemas.microsoft.com/office/powerpoint/2010/main" val="527928956"/>
      </p:ext>
    </p:extLst>
  </p:cSld>
</p:sld>
</file>

<file path=ppt/slides/slide10.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11" name="slide-10-text-1">
            <a:extLst xmlns:a="http://schemas.openxmlformats.org/drawingml/2006/main">
              <a:ext uri="{FF2B5EF4-FFF2-40B4-BE49-F238E27FC236}">
                <a16:creationId xmlns:a16="http://schemas.microsoft.com/office/drawing/2014/main" id="{92B06993-2954-4B4F-BD60-D920A62EF1A1}"/>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企業家的取捨   投入深度</a:t>
            </a:r>
          </a:p>
        </p:txBody>
      </p:sp>
      <p:sp>
        <p:nvSpPr>
          <p:cNvPr id="2" name="slide-10-text-2">
            <a:extLst xmlns:a="http://schemas.openxmlformats.org/drawingml/2006/main">
              <a:ext uri="{FF2B5EF4-FFF2-40B4-BE49-F238E27FC236}">
                <a16:creationId xmlns:a16="http://schemas.microsoft.com/office/drawing/2014/main" id="{702CF6CC-BBCF-4A43-89FC-C3AFDC8BB7E4}"/>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FFFF"/>
                </a:solidFill>
                <a:latin typeface="PingFang TC"/>
                <a:ea typeface="PingFang TC"/>
                <a:cs typeface="PingFang TC"/>
              </a:defRPr>
            </a:pPr>
            <a:r>
              <a:rPr sz="4200" b="1">
                <a:solidFill>
                  <a:srgbClr val="FFFFFF"/>
                </a:solidFill>
                <a:latin typeface="PingFang TC"/>
                <a:ea typeface="PingFang TC"/>
                <a:cs typeface="PingFang TC"/>
              </a:rPr>
              <a:t>我會先驗證一次具體的備課</a:t>
            </a:r>
          </a:p>
        </p:txBody>
      </p:sp>
      <p:sp>
        <p:nvSpPr>
          <p:cNvPr id="3" name="slide-10-line-3">
            <a:extLst xmlns:a="http://schemas.openxmlformats.org/drawingml/2006/main">
              <a:ext uri="{FF2B5EF4-FFF2-40B4-BE49-F238E27FC236}">
                <a16:creationId xmlns:a16="http://schemas.microsoft.com/office/drawing/2014/main" id="{6D464C7B-24F6-4FB0-A2A1-EC68CCB754E5}"/>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10-text-4">
            <a:extLst xmlns:a="http://schemas.openxmlformats.org/drawingml/2006/main">
              <a:ext uri="{FF2B5EF4-FFF2-40B4-BE49-F238E27FC236}">
                <a16:creationId xmlns:a16="http://schemas.microsoft.com/office/drawing/2014/main" id="{DC2889C5-441D-4E05-8AD5-B01EA5DFD301}"/>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10-text-5">
            <a:extLst xmlns:a="http://schemas.openxmlformats.org/drawingml/2006/main">
              <a:ext uri="{FF2B5EF4-FFF2-40B4-BE49-F238E27FC236}">
                <a16:creationId xmlns:a16="http://schemas.microsoft.com/office/drawing/2014/main" id="{1A5C48C0-6841-4054-A273-B9D47EB0CC71}"/>
              </a:ext>
            </a:extLst>
          </p:cNvPr>
          <p:cNvSpPr>
            <a:spLocks xmlns:a="http://schemas.openxmlformats.org/drawingml/2006/main" noGrp="1"/>
          </p:cNvSpPr>
          <p:nvPr/>
        </p:nvSpPr>
        <p:spPr>
          <a:xfrm xmlns:a="http://schemas.openxmlformats.org/drawingml/2006/main">
            <a:off x="838200" y="2857500"/>
            <a:ext cx="9525000" cy="1139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600" b="1">
                <a:solidFill>
                  <a:srgbClr val="FFFFFF"/>
                </a:solidFill>
                <a:latin typeface="PingFang TC"/>
                <a:ea typeface="PingFang TC"/>
                <a:cs typeface="PingFang TC"/>
              </a:defRPr>
            </a:pPr>
            <a:r>
              <a:rPr sz="6600" b="1">
                <a:solidFill>
                  <a:srgbClr val="FFFFFF"/>
                </a:solidFill>
                <a:latin typeface="PingFang TC"/>
                <a:ea typeface="PingFang TC"/>
                <a:cs typeface="PingFang TC"/>
              </a:rPr>
              <a:t>一次備課</a:t>
            </a:r>
          </a:p>
        </p:txBody>
      </p:sp>
      <p:sp>
        <p:nvSpPr>
          <p:cNvPr id="6" name="slide-10-text-6">
            <a:extLst xmlns:a="http://schemas.openxmlformats.org/drawingml/2006/main">
              <a:ext uri="{FF2B5EF4-FFF2-40B4-BE49-F238E27FC236}">
                <a16:creationId xmlns:a16="http://schemas.microsoft.com/office/drawing/2014/main" id="{AEC75494-4DB2-4137-B0F2-ECF75F97C6C5}"/>
              </a:ext>
            </a:extLst>
          </p:cNvPr>
          <p:cNvSpPr>
            <a:spLocks xmlns:a="http://schemas.openxmlformats.org/drawingml/2006/main" noGrp="1"/>
          </p:cNvSpPr>
          <p:nvPr/>
        </p:nvSpPr>
        <p:spPr>
          <a:xfrm xmlns:a="http://schemas.openxmlformats.org/drawingml/2006/main">
            <a:off x="876300" y="4267200"/>
            <a:ext cx="1190625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0">
                <a:solidFill>
                  <a:srgbClr val="DCE4F5"/>
                </a:solidFill>
                <a:latin typeface="PingFang TC"/>
                <a:ea typeface="PingFang TC"/>
                <a:cs typeface="PingFang TC"/>
              </a:defRPr>
            </a:pPr>
            <a:r>
              <a:rPr sz="2550" b="0">
                <a:solidFill>
                  <a:srgbClr val="DCE4F5"/>
                </a:solidFill>
                <a:latin typeface="PingFang TC"/>
                <a:ea typeface="PingFang TC"/>
                <a:cs typeface="PingFang TC"/>
              </a:rPr>
              <a:t>觀察教師如何選材料、修改提問、決定是否採用。</a:t>
            </a:r>
          </a:p>
        </p:txBody>
      </p:sp>
      <p:sp>
        <p:nvSpPr>
          <p:cNvPr id="7" name="slide-10-text-7">
            <a:extLst xmlns:a="http://schemas.openxmlformats.org/drawingml/2006/main">
              <a:ext uri="{FF2B5EF4-FFF2-40B4-BE49-F238E27FC236}">
                <a16:creationId xmlns:a16="http://schemas.microsoft.com/office/drawing/2014/main" id="{FD2F7E37-E75C-4CE2-ABE0-88B32A74BEAE}"/>
              </a:ext>
            </a:extLst>
          </p:cNvPr>
          <p:cNvSpPr>
            <a:spLocks xmlns:a="http://schemas.openxmlformats.org/drawingml/2006/main" noGrp="1"/>
          </p:cNvSpPr>
          <p:nvPr/>
        </p:nvSpPr>
        <p:spPr>
          <a:xfrm xmlns:a="http://schemas.openxmlformats.org/drawingml/2006/main">
            <a:off x="876300" y="5086350"/>
            <a:ext cx="1190625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DCE4F5"/>
                </a:solidFill>
                <a:latin typeface="PingFang TC"/>
                <a:ea typeface="PingFang TC"/>
                <a:cs typeface="PingFang TC"/>
              </a:defRPr>
            </a:pPr>
            <a:r>
              <a:rPr sz="2250" b="0">
                <a:solidFill>
                  <a:srgbClr val="DCE4F5"/>
                </a:solidFill>
                <a:latin typeface="PingFang TC"/>
                <a:ea typeface="PingFang TC"/>
                <a:cs typeface="PingFang TC"/>
              </a:rPr>
              <a:t>先取得能支持下一步投入的資訊，</a:t>
            </a:r>
          </a:p>
        </p:txBody>
      </p:sp>
      <p:sp>
        <p:nvSpPr>
          <p:cNvPr id="8" name="slide-10-text-8">
            <a:extLst xmlns:a="http://schemas.openxmlformats.org/drawingml/2006/main">
              <a:ext uri="{FF2B5EF4-FFF2-40B4-BE49-F238E27FC236}">
                <a16:creationId xmlns:a16="http://schemas.microsoft.com/office/drawing/2014/main" id="{F82F1F48-D06D-4DDC-9D6D-33213A69D256}"/>
              </a:ext>
            </a:extLst>
          </p:cNvPr>
          <p:cNvSpPr>
            <a:spLocks xmlns:a="http://schemas.openxmlformats.org/drawingml/2006/main" noGrp="1"/>
          </p:cNvSpPr>
          <p:nvPr/>
        </p:nvSpPr>
        <p:spPr>
          <a:xfrm xmlns:a="http://schemas.openxmlformats.org/drawingml/2006/main">
            <a:off x="876300" y="5492115"/>
            <a:ext cx="1190625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DCE4F5"/>
                </a:solidFill>
                <a:latin typeface="PingFang TC"/>
                <a:ea typeface="PingFang TC"/>
                <a:cs typeface="PingFang TC"/>
              </a:defRPr>
            </a:pPr>
            <a:r>
              <a:rPr sz="2250" b="0">
                <a:solidFill>
                  <a:srgbClr val="DCE4F5"/>
                </a:solidFill>
                <a:latin typeface="PingFang TC"/>
                <a:ea typeface="PingFang TC"/>
                <a:cs typeface="PingFang TC"/>
              </a:rPr>
              <a:t>再決定是否擴展到更多教材與使用者。</a:t>
            </a:r>
          </a:p>
        </p:txBody>
      </p:sp>
      <p:sp>
        <p:nvSpPr>
          <p:cNvPr id="9" name="slide-10-text-9">
            <a:extLst xmlns:a="http://schemas.openxmlformats.org/drawingml/2006/main">
              <a:ext uri="{FF2B5EF4-FFF2-40B4-BE49-F238E27FC236}">
                <a16:creationId xmlns:a16="http://schemas.microsoft.com/office/drawing/2014/main" id="{10D9B95D-324E-4DA6-AD9A-9654EB25E207}"/>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試用可以發現問題。單次正面回饋仍不足以證明普遍效果。</a:t>
            </a:r>
          </a:p>
        </p:txBody>
      </p:sp>
      <p:sp>
        <p:nvSpPr>
          <p:cNvPr id="10" name="slide-10-text-10">
            <a:extLst xmlns:a="http://schemas.openxmlformats.org/drawingml/2006/main">
              <a:ext uri="{FF2B5EF4-FFF2-40B4-BE49-F238E27FC236}">
                <a16:creationId xmlns:a16="http://schemas.microsoft.com/office/drawing/2014/main" id="{05BBE230-5229-40AF-9E24-1B66A868E62E}"/>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10 / 66</a:t>
            </a:r>
          </a:p>
        </p:txBody>
      </p:sp>
    </p:spTree>
    <p:extLst>
      <p:ext uri="{BB962C8B-B14F-4D97-AF65-F5344CB8AC3E}">
        <p14:creationId xmlns:p14="http://schemas.microsoft.com/office/powerpoint/2010/main" val="378049369"/>
      </p:ext>
    </p:extLst>
  </p:cSld>
</p:sld>
</file>

<file path=ppt/slides/slide11.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8" name="slide-11-text-1">
            <a:extLst xmlns:a="http://schemas.openxmlformats.org/drawingml/2006/main">
              <a:ext uri="{FF2B5EF4-FFF2-40B4-BE49-F238E27FC236}">
                <a16:creationId xmlns:a16="http://schemas.microsoft.com/office/drawing/2014/main" id="{61BE06E6-B66E-4AA5-86C5-31520A137689}"/>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前導 B   證據與中文傳意</a:t>
            </a:r>
          </a:p>
        </p:txBody>
      </p:sp>
      <p:sp>
        <p:nvSpPr>
          <p:cNvPr id="2" name="slide-11-line-2">
            <a:extLst xmlns:a="http://schemas.openxmlformats.org/drawingml/2006/main">
              <a:ext uri="{FF2B5EF4-FFF2-40B4-BE49-F238E27FC236}">
                <a16:creationId xmlns:a16="http://schemas.microsoft.com/office/drawing/2014/main" id="{D234FB1C-1A58-4D30-ADED-6A9C6E44E72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11-text-3">
            <a:extLst xmlns:a="http://schemas.openxmlformats.org/drawingml/2006/main">
              <a:ext uri="{FF2B5EF4-FFF2-40B4-BE49-F238E27FC236}">
                <a16:creationId xmlns:a16="http://schemas.microsoft.com/office/drawing/2014/main" id="{968C9D1E-8796-4BD0-9DF4-4569D71132F0}"/>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11-text-4">
            <a:extLst xmlns:a="http://schemas.openxmlformats.org/drawingml/2006/main">
              <a:ext uri="{FF2B5EF4-FFF2-40B4-BE49-F238E27FC236}">
                <a16:creationId xmlns:a16="http://schemas.microsoft.com/office/drawing/2014/main" id="{7CF8B2E5-7666-4E2D-BD70-994F71F84773}"/>
              </a:ext>
            </a:extLst>
          </p:cNvPr>
          <p:cNvSpPr>
            <a:spLocks xmlns:a="http://schemas.openxmlformats.org/drawingml/2006/main" noGrp="1"/>
          </p:cNvSpPr>
          <p:nvPr/>
        </p:nvSpPr>
        <p:spPr>
          <a:xfrm xmlns:a="http://schemas.openxmlformats.org/drawingml/2006/main">
            <a:off x="857250" y="1857375"/>
            <a:ext cx="3143250" cy="1813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0500" b="1">
                <a:solidFill>
                  <a:srgbClr val="B8C8FF"/>
                </a:solidFill>
                <a:latin typeface="PingFang TC"/>
                <a:ea typeface="PingFang TC"/>
                <a:cs typeface="PingFang TC"/>
              </a:defRPr>
            </a:pPr>
            <a:r>
              <a:rPr sz="10500" b="1">
                <a:solidFill>
                  <a:srgbClr val="B8C8FF"/>
                </a:solidFill>
                <a:latin typeface="PingFang TC"/>
                <a:ea typeface="PingFang TC"/>
                <a:cs typeface="PingFang TC"/>
              </a:rPr>
              <a:t>序</a:t>
            </a:r>
          </a:p>
        </p:txBody>
      </p:sp>
      <p:sp>
        <p:nvSpPr>
          <p:cNvPr id="5" name="slide-11-text-5">
            <a:extLst xmlns:a="http://schemas.openxmlformats.org/drawingml/2006/main">
              <a:ext uri="{FF2B5EF4-FFF2-40B4-BE49-F238E27FC236}">
                <a16:creationId xmlns:a16="http://schemas.microsoft.com/office/drawing/2014/main" id="{A2B81245-BE0D-42DF-B37E-463EE0286780}"/>
              </a:ext>
            </a:extLst>
          </p:cNvPr>
          <p:cNvSpPr>
            <a:spLocks xmlns:a="http://schemas.openxmlformats.org/drawingml/2006/main" noGrp="1"/>
          </p:cNvSpPr>
          <p:nvPr/>
        </p:nvSpPr>
        <p:spPr>
          <a:xfrm xmlns:a="http://schemas.openxmlformats.org/drawingml/2006/main">
            <a:off x="4381500" y="2266950"/>
            <a:ext cx="8096250" cy="880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5100" b="1">
                <a:solidFill>
                  <a:srgbClr val="FFFFFF"/>
                </a:solidFill>
                <a:latin typeface="PingFang TC"/>
                <a:ea typeface="PingFang TC"/>
                <a:cs typeface="PingFang TC"/>
              </a:defRPr>
            </a:pPr>
            <a:r>
              <a:rPr sz="5100" b="1">
                <a:solidFill>
                  <a:srgbClr val="FFFFFF"/>
                </a:solidFill>
                <a:latin typeface="PingFang TC"/>
                <a:ea typeface="PingFang TC"/>
                <a:cs typeface="PingFang TC"/>
              </a:rPr>
              <a:t>一句話的承諾</a:t>
            </a:r>
          </a:p>
        </p:txBody>
      </p:sp>
      <p:sp>
        <p:nvSpPr>
          <p:cNvPr id="6" name="slide-11-text-6">
            <a:extLst xmlns:a="http://schemas.openxmlformats.org/drawingml/2006/main">
              <a:ext uri="{FF2B5EF4-FFF2-40B4-BE49-F238E27FC236}">
                <a16:creationId xmlns:a16="http://schemas.microsoft.com/office/drawing/2014/main" id="{0F5C82DC-5529-4BA5-83A6-A0B297D821BA}"/>
              </a:ext>
            </a:extLst>
          </p:cNvPr>
          <p:cNvSpPr>
            <a:spLocks xmlns:a="http://schemas.openxmlformats.org/drawingml/2006/main" noGrp="1"/>
          </p:cNvSpPr>
          <p:nvPr/>
        </p:nvSpPr>
        <p:spPr>
          <a:xfrm xmlns:a="http://schemas.openxmlformats.org/drawingml/2006/main">
            <a:off x="4429125" y="4514850"/>
            <a:ext cx="742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E1E8FF"/>
                </a:solidFill>
                <a:latin typeface="PingFang TC"/>
                <a:ea typeface="PingFang TC"/>
                <a:cs typeface="PingFang TC"/>
              </a:defRPr>
            </a:pPr>
            <a:r>
              <a:rPr sz="2175" b="0">
                <a:solidFill>
                  <a:srgbClr val="E1E8FF"/>
                </a:solidFill>
                <a:latin typeface="PingFang TC"/>
                <a:ea typeface="PingFang TC"/>
                <a:cs typeface="PingFang TC"/>
              </a:rPr>
              <a:t>導讀完成之後，介紹它的語言會影響他人對效果的期待。</a:t>
            </a:r>
          </a:p>
        </p:txBody>
      </p:sp>
      <p:sp>
        <p:nvSpPr>
          <p:cNvPr id="7" name="slide-11-text-7">
            <a:extLst xmlns:a="http://schemas.openxmlformats.org/drawingml/2006/main">
              <a:ext uri="{FF2B5EF4-FFF2-40B4-BE49-F238E27FC236}">
                <a16:creationId xmlns:a16="http://schemas.microsoft.com/office/drawing/2014/main" id="{1CC83906-ABD7-400A-ADD5-83B9FBF7D0C9}"/>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11 / 66</a:t>
            </a:r>
          </a:p>
        </p:txBody>
      </p:sp>
    </p:spTree>
    <p:extLst>
      <p:ext uri="{BB962C8B-B14F-4D97-AF65-F5344CB8AC3E}">
        <p14:creationId xmlns:p14="http://schemas.microsoft.com/office/powerpoint/2010/main" val="2095600617"/>
      </p:ext>
    </p:extLst>
  </p:cSld>
</p:sld>
</file>

<file path=ppt/slides/slide1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12-text-1">
            <a:extLst xmlns:a="http://schemas.openxmlformats.org/drawingml/2006/main">
              <a:ext uri="{FF2B5EF4-FFF2-40B4-BE49-F238E27FC236}">
                <a16:creationId xmlns:a16="http://schemas.microsoft.com/office/drawing/2014/main" id="{A8596DD3-B718-4A52-AB6A-CA8113B1CE0D}"/>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現場示範   證據與承諾</a:t>
            </a:r>
          </a:p>
        </p:txBody>
      </p:sp>
      <p:sp>
        <p:nvSpPr>
          <p:cNvPr id="2" name="slide-12-text-2">
            <a:extLst xmlns:a="http://schemas.openxmlformats.org/drawingml/2006/main">
              <a:ext uri="{FF2B5EF4-FFF2-40B4-BE49-F238E27FC236}">
                <a16:creationId xmlns:a16="http://schemas.microsoft.com/office/drawing/2014/main" id="{39787516-1E6D-4EBF-AB02-40CA178E740D}"/>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FFFF"/>
                </a:solidFill>
                <a:latin typeface="PingFang TC"/>
                <a:ea typeface="PingFang TC"/>
                <a:cs typeface="PingFang TC"/>
              </a:defRPr>
            </a:pPr>
            <a:r>
              <a:rPr sz="4200" b="1">
                <a:solidFill>
                  <a:srgbClr val="FFFFFF"/>
                </a:solidFill>
                <a:latin typeface="PingFang TC"/>
                <a:ea typeface="PingFang TC"/>
                <a:cs typeface="PingFang TC"/>
              </a:rPr>
              <a:t>示範二：新資料要求重新判斷</a:t>
            </a:r>
          </a:p>
        </p:txBody>
      </p:sp>
      <p:sp>
        <p:nvSpPr>
          <p:cNvPr id="3" name="slide-12-line-3">
            <a:extLst xmlns:a="http://schemas.openxmlformats.org/drawingml/2006/main">
              <a:ext uri="{FF2B5EF4-FFF2-40B4-BE49-F238E27FC236}">
                <a16:creationId xmlns:a16="http://schemas.microsoft.com/office/drawing/2014/main" id="{4B765CB6-4CE2-4A35-840C-1BE235D2349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12-text-4">
            <a:extLst xmlns:a="http://schemas.openxmlformats.org/drawingml/2006/main">
              <a:ext uri="{FF2B5EF4-FFF2-40B4-BE49-F238E27FC236}">
                <a16:creationId xmlns:a16="http://schemas.microsoft.com/office/drawing/2014/main" id="{C50E19D4-49EC-445F-9063-7E64A30A2B95}"/>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12-text-5">
            <a:extLst xmlns:a="http://schemas.openxmlformats.org/drawingml/2006/main">
              <a:ext uri="{FF2B5EF4-FFF2-40B4-BE49-F238E27FC236}">
                <a16:creationId xmlns:a16="http://schemas.microsoft.com/office/drawing/2014/main" id="{2C0571B6-71D1-4A73-BCCE-49DEE57AD6DC}"/>
              </a:ext>
            </a:extLst>
          </p:cNvPr>
          <p:cNvSpPr>
            <a:spLocks xmlns:a="http://schemas.openxmlformats.org/drawingml/2006/main" noGrp="1"/>
          </p:cNvSpPr>
          <p:nvPr/>
        </p:nvSpPr>
        <p:spPr>
          <a:xfrm xmlns:a="http://schemas.openxmlformats.org/drawingml/2006/main">
            <a:off x="838200" y="2638425"/>
            <a:ext cx="5238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待審主張</a:t>
            </a:r>
          </a:p>
        </p:txBody>
      </p:sp>
      <p:sp>
        <p:nvSpPr>
          <p:cNvPr id="6" name="slide-12-text-6">
            <a:extLst xmlns:a="http://schemas.openxmlformats.org/drawingml/2006/main">
              <a:ext uri="{FF2B5EF4-FFF2-40B4-BE49-F238E27FC236}">
                <a16:creationId xmlns:a16="http://schemas.microsoft.com/office/drawing/2014/main" id="{9C70E761-2694-41E1-B858-0D0EAF3C7F05}"/>
              </a:ext>
            </a:extLst>
          </p:cNvPr>
          <p:cNvSpPr>
            <a:spLocks xmlns:a="http://schemas.openxmlformats.org/drawingml/2006/main" noGrp="1"/>
          </p:cNvSpPr>
          <p:nvPr/>
        </p:nvSpPr>
        <p:spPr>
          <a:xfrm xmlns:a="http://schemas.openxmlformats.org/drawingml/2006/main">
            <a:off x="838200" y="3105150"/>
            <a:ext cx="7477125" cy="75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350" b="1">
                <a:solidFill>
                  <a:srgbClr val="FFFFFF"/>
                </a:solidFill>
                <a:latin typeface="PingFang TC"/>
                <a:ea typeface="PingFang TC"/>
                <a:cs typeface="PingFang TC"/>
              </a:defRPr>
            </a:pPr>
            <a:r>
              <a:rPr sz="4350" b="1">
                <a:solidFill>
                  <a:srgbClr val="FFFFFF"/>
                </a:solidFill>
                <a:latin typeface="PingFang TC"/>
                <a:ea typeface="PingFang TC"/>
                <a:cs typeface="PingFang TC"/>
              </a:rPr>
              <a:t>這份導讀能提升</a:t>
            </a:r>
          </a:p>
        </p:txBody>
      </p:sp>
      <p:sp>
        <p:nvSpPr>
          <p:cNvPr id="7" name="slide-12-text-7">
            <a:extLst xmlns:a="http://schemas.openxmlformats.org/drawingml/2006/main">
              <a:ext uri="{FF2B5EF4-FFF2-40B4-BE49-F238E27FC236}">
                <a16:creationId xmlns:a16="http://schemas.microsoft.com/office/drawing/2014/main" id="{2855DAD7-E03B-4B1A-BA4A-AE10994F261D}"/>
              </a:ext>
            </a:extLst>
          </p:cNvPr>
          <p:cNvSpPr>
            <a:spLocks xmlns:a="http://schemas.openxmlformats.org/drawingml/2006/main" noGrp="1"/>
          </p:cNvSpPr>
          <p:nvPr/>
        </p:nvSpPr>
        <p:spPr>
          <a:xfrm xmlns:a="http://schemas.openxmlformats.org/drawingml/2006/main">
            <a:off x="838200" y="3889629"/>
            <a:ext cx="7477125" cy="75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350" b="1">
                <a:solidFill>
                  <a:srgbClr val="FFFFFF"/>
                </a:solidFill>
                <a:latin typeface="PingFang TC"/>
                <a:ea typeface="PingFang TC"/>
                <a:cs typeface="PingFang TC"/>
              </a:defRPr>
            </a:pPr>
            <a:r>
              <a:rPr sz="4350" b="1">
                <a:solidFill>
                  <a:srgbClr val="FFFFFF"/>
                </a:solidFill>
                <a:latin typeface="PingFang TC"/>
                <a:ea typeface="PingFang TC"/>
                <a:cs typeface="PingFang TC"/>
              </a:rPr>
              <a:t>學生的閱讀理解</a:t>
            </a:r>
          </a:p>
        </p:txBody>
      </p:sp>
      <p:sp>
        <p:nvSpPr>
          <p:cNvPr id="8" name="slide-12-line-8">
            <a:extLst xmlns:a="http://schemas.openxmlformats.org/drawingml/2006/main">
              <a:ext uri="{FF2B5EF4-FFF2-40B4-BE49-F238E27FC236}">
                <a16:creationId xmlns:a16="http://schemas.microsoft.com/office/drawing/2014/main" id="{5670DE3B-2B5E-4BEA-9F06-070FD44586C6}"/>
              </a:ext>
            </a:extLst>
          </p:cNvPr>
          <p:cNvSpPr>
            <a:spLocks xmlns:a="http://schemas.openxmlformats.org/drawingml/2006/main" noGrp="1"/>
          </p:cNvSpPr>
          <p:nvPr/>
        </p:nvSpPr>
        <p:spPr>
          <a:xfrm xmlns:a="http://schemas.openxmlformats.org/drawingml/2006/main">
            <a:off x="9067800" y="2581275"/>
            <a:ext cx="0" cy="3076575"/>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9" name="slide-12-text-9">
            <a:extLst xmlns:a="http://schemas.openxmlformats.org/drawingml/2006/main">
              <a:ext uri="{FF2B5EF4-FFF2-40B4-BE49-F238E27FC236}">
                <a16:creationId xmlns:a16="http://schemas.microsoft.com/office/drawing/2014/main" id="{21952979-1C62-4873-AB5A-0B738DD25375}"/>
              </a:ext>
            </a:extLst>
          </p:cNvPr>
          <p:cNvSpPr>
            <a:spLocks xmlns:a="http://schemas.openxmlformats.org/drawingml/2006/main" noGrp="1"/>
          </p:cNvSpPr>
          <p:nvPr/>
        </p:nvSpPr>
        <p:spPr>
          <a:xfrm xmlns:a="http://schemas.openxmlformats.org/drawingml/2006/main">
            <a:off x="9525000" y="2638425"/>
            <a:ext cx="3333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49D4E3"/>
                </a:solidFill>
                <a:latin typeface="PingFang TC"/>
                <a:ea typeface="PingFang TC"/>
                <a:cs typeface="PingFang TC"/>
              </a:defRPr>
            </a:pPr>
            <a:r>
              <a:rPr sz="1650" b="1">
                <a:solidFill>
                  <a:srgbClr val="49D4E3"/>
                </a:solidFill>
                <a:latin typeface="PingFang TC"/>
                <a:ea typeface="PingFang TC"/>
                <a:cs typeface="PingFang TC"/>
              </a:rPr>
              <a:t>構擬資料</a:t>
            </a:r>
          </a:p>
        </p:txBody>
      </p:sp>
      <p:sp>
        <p:nvSpPr>
          <p:cNvPr id="10" name="slide-12-text-10">
            <a:extLst xmlns:a="http://schemas.openxmlformats.org/drawingml/2006/main">
              <a:ext uri="{FF2B5EF4-FFF2-40B4-BE49-F238E27FC236}">
                <a16:creationId xmlns:a16="http://schemas.microsoft.com/office/drawing/2014/main" id="{75D78A23-E9F8-4726-9A19-91FAF60FD7C0}"/>
              </a:ext>
            </a:extLst>
          </p:cNvPr>
          <p:cNvSpPr>
            <a:spLocks xmlns:a="http://schemas.openxmlformats.org/drawingml/2006/main" noGrp="1"/>
          </p:cNvSpPr>
          <p:nvPr/>
        </p:nvSpPr>
        <p:spPr>
          <a:xfrm xmlns:a="http://schemas.openxmlformats.org/drawingml/2006/main">
            <a:off x="9525000" y="3171825"/>
            <a:ext cx="33337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DCE4F5"/>
                </a:solidFill>
                <a:latin typeface="PingFang TC"/>
                <a:ea typeface="PingFang TC"/>
                <a:cs typeface="PingFang TC"/>
              </a:defRPr>
            </a:pPr>
            <a:r>
              <a:rPr sz="2175" b="0">
                <a:solidFill>
                  <a:srgbClr val="DCE4F5"/>
                </a:solidFill>
                <a:latin typeface="PingFang TC"/>
                <a:ea typeface="PingFang TC"/>
                <a:cs typeface="PingFang TC"/>
              </a:rPr>
              <a:t>教師認為整理較方便。</a:t>
            </a:r>
          </a:p>
        </p:txBody>
      </p:sp>
      <p:sp>
        <p:nvSpPr>
          <p:cNvPr id="11" name="slide-12-text-11">
            <a:extLst xmlns:a="http://schemas.openxmlformats.org/drawingml/2006/main">
              <a:ext uri="{FF2B5EF4-FFF2-40B4-BE49-F238E27FC236}">
                <a16:creationId xmlns:a16="http://schemas.microsoft.com/office/drawing/2014/main" id="{C9B9D51C-A125-4794-A96F-B6FA3C7DBEB3}"/>
              </a:ext>
            </a:extLst>
          </p:cNvPr>
          <p:cNvSpPr>
            <a:spLocks xmlns:a="http://schemas.openxmlformats.org/drawingml/2006/main" noGrp="1"/>
          </p:cNvSpPr>
          <p:nvPr/>
        </p:nvSpPr>
        <p:spPr>
          <a:xfrm xmlns:a="http://schemas.openxmlformats.org/drawingml/2006/main">
            <a:off x="9525000" y="3564065"/>
            <a:ext cx="33337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DCE4F5"/>
                </a:solidFill>
                <a:latin typeface="PingFang TC"/>
                <a:ea typeface="PingFang TC"/>
                <a:cs typeface="PingFang TC"/>
              </a:defRPr>
            </a:pPr>
            <a:r>
              <a:rPr sz="2175" b="0">
                <a:solidFill>
                  <a:srgbClr val="DCE4F5"/>
                </a:solidFill>
                <a:latin typeface="PingFang TC"/>
                <a:ea typeface="PingFang TC"/>
                <a:cs typeface="PingFang TC"/>
              </a:rPr>
              <a:t>尚未收集學生作答。</a:t>
            </a:r>
          </a:p>
        </p:txBody>
      </p:sp>
      <p:sp>
        <p:nvSpPr>
          <p:cNvPr id="12" name="slide-12-text-12">
            <a:extLst xmlns:a="http://schemas.openxmlformats.org/drawingml/2006/main">
              <a:ext uri="{FF2B5EF4-FFF2-40B4-BE49-F238E27FC236}">
                <a16:creationId xmlns:a16="http://schemas.microsoft.com/office/drawing/2014/main" id="{615BF719-00DE-45BD-B898-1C6F77BCBB69}"/>
              </a:ext>
            </a:extLst>
          </p:cNvPr>
          <p:cNvSpPr>
            <a:spLocks xmlns:a="http://schemas.openxmlformats.org/drawingml/2006/main" noGrp="1"/>
          </p:cNvSpPr>
          <p:nvPr/>
        </p:nvSpPr>
        <p:spPr>
          <a:xfrm xmlns:a="http://schemas.openxmlformats.org/drawingml/2006/main">
            <a:off x="9525000" y="3956304"/>
            <a:ext cx="33337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DCE4F5"/>
                </a:solidFill>
                <a:latin typeface="PingFang TC"/>
                <a:ea typeface="PingFang TC"/>
                <a:cs typeface="PingFang TC"/>
              </a:defRPr>
            </a:pPr>
            <a:r>
              <a:rPr sz="2175" b="0">
                <a:solidFill>
                  <a:srgbClr val="DCE4F5"/>
                </a:solidFill>
                <a:latin typeface="PingFang TC"/>
                <a:ea typeface="PingFang TC"/>
                <a:cs typeface="PingFang TC"/>
              </a:rPr>
              <a:t>未作比較或後續追蹤。</a:t>
            </a:r>
          </a:p>
        </p:txBody>
      </p:sp>
      <p:sp>
        <p:nvSpPr>
          <p:cNvPr id="13" name="slide-12-text-13">
            <a:extLst xmlns:a="http://schemas.openxmlformats.org/drawingml/2006/main">
              <a:ext uri="{FF2B5EF4-FFF2-40B4-BE49-F238E27FC236}">
                <a16:creationId xmlns:a16="http://schemas.microsoft.com/office/drawing/2014/main" id="{BCB21B98-9A9F-4EED-92D5-9A9AF5B29614}"/>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構擬回饋與待審主張。演示檢查推論，不展示教學成效。</a:t>
            </a:r>
          </a:p>
        </p:txBody>
      </p:sp>
      <p:sp>
        <p:nvSpPr>
          <p:cNvPr id="14" name="slide-12-text-14">
            <a:extLst xmlns:a="http://schemas.openxmlformats.org/drawingml/2006/main">
              <a:ext uri="{FF2B5EF4-FFF2-40B4-BE49-F238E27FC236}">
                <a16:creationId xmlns:a16="http://schemas.microsoft.com/office/drawing/2014/main" id="{786C376F-D65C-4B20-948E-83BC9CDDC58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12 / 66</a:t>
            </a:r>
          </a:p>
        </p:txBody>
      </p:sp>
    </p:spTree>
    <p:extLst>
      <p:ext uri="{BB962C8B-B14F-4D97-AF65-F5344CB8AC3E}">
        <p14:creationId xmlns:p14="http://schemas.microsoft.com/office/powerpoint/2010/main" val="1969113405"/>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slide-13-text-1">
            <a:extLst xmlns:a="http://schemas.openxmlformats.org/drawingml/2006/main">
              <a:ext uri="{FF2B5EF4-FFF2-40B4-BE49-F238E27FC236}">
                <a16:creationId xmlns:a16="http://schemas.microsoft.com/office/drawing/2014/main" id="{B8C8B965-DE61-439D-8947-D1B4D4B7883B}"/>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示範二   離線修訂稿</a:t>
            </a:r>
          </a:p>
        </p:txBody>
      </p:sp>
      <p:sp>
        <p:nvSpPr>
          <p:cNvPr id="2" name="slide-13-text-2">
            <a:extLst xmlns:a="http://schemas.openxmlformats.org/drawingml/2006/main">
              <a:ext uri="{FF2B5EF4-FFF2-40B4-BE49-F238E27FC236}">
                <a16:creationId xmlns:a16="http://schemas.microsoft.com/office/drawing/2014/main" id="{1BB0FC0E-AD18-4A62-941A-639504DB6101}"/>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方便備課，尚不能推出學習提升</a:t>
            </a:r>
          </a:p>
        </p:txBody>
      </p:sp>
      <p:sp>
        <p:nvSpPr>
          <p:cNvPr id="3" name="slide-13-line-3">
            <a:extLst xmlns:a="http://schemas.openxmlformats.org/drawingml/2006/main">
              <a:ext uri="{FF2B5EF4-FFF2-40B4-BE49-F238E27FC236}">
                <a16:creationId xmlns:a16="http://schemas.microsoft.com/office/drawing/2014/main" id="{02B37DD0-4CA4-4997-A545-863D0BE73B04}"/>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13-text-4">
            <a:extLst xmlns:a="http://schemas.openxmlformats.org/drawingml/2006/main">
              <a:ext uri="{FF2B5EF4-FFF2-40B4-BE49-F238E27FC236}">
                <a16:creationId xmlns:a16="http://schemas.microsoft.com/office/drawing/2014/main" id="{A42BD0CF-1B6C-4018-A7AB-C87BFF631BC4}"/>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13-text-5">
            <a:extLst xmlns:a="http://schemas.openxmlformats.org/drawingml/2006/main">
              <a:ext uri="{FF2B5EF4-FFF2-40B4-BE49-F238E27FC236}">
                <a16:creationId xmlns:a16="http://schemas.microsoft.com/office/drawing/2014/main" id="{D0B56E41-FEE1-4979-9CA3-6B17A6AC7FD9}"/>
              </a:ext>
            </a:extLst>
          </p:cNvPr>
          <p:cNvSpPr>
            <a:spLocks xmlns:a="http://schemas.openxmlformats.org/drawingml/2006/main" noGrp="1"/>
          </p:cNvSpPr>
          <p:nvPr/>
        </p:nvSpPr>
        <p:spPr>
          <a:xfrm xmlns:a="http://schemas.openxmlformats.org/drawingml/2006/main">
            <a:off x="838200" y="2628900"/>
            <a:ext cx="5238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根據現有資料可以說明</a:t>
            </a:r>
          </a:p>
        </p:txBody>
      </p:sp>
      <p:sp>
        <p:nvSpPr>
          <p:cNvPr id="6" name="slide-13-text-6">
            <a:extLst xmlns:a="http://schemas.openxmlformats.org/drawingml/2006/main">
              <a:ext uri="{FF2B5EF4-FFF2-40B4-BE49-F238E27FC236}">
                <a16:creationId xmlns:a16="http://schemas.microsoft.com/office/drawing/2014/main" id="{0264368B-C2FD-4942-B65D-618911DC31B3}"/>
              </a:ext>
            </a:extLst>
          </p:cNvPr>
          <p:cNvSpPr>
            <a:spLocks xmlns:a="http://schemas.openxmlformats.org/drawingml/2006/main" noGrp="1"/>
          </p:cNvSpPr>
          <p:nvPr/>
        </p:nvSpPr>
        <p:spPr>
          <a:xfrm xmlns:a="http://schemas.openxmlformats.org/drawingml/2006/main">
            <a:off x="838200" y="3124200"/>
            <a:ext cx="120015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0B1830"/>
                </a:solidFill>
                <a:latin typeface="PingFang TC"/>
                <a:ea typeface="PingFang TC"/>
                <a:cs typeface="PingFang TC"/>
              </a:defRPr>
            </a:pPr>
            <a:r>
              <a:rPr sz="2850" b="1">
                <a:solidFill>
                  <a:srgbClr val="0B1830"/>
                </a:solidFill>
                <a:latin typeface="PingFang TC"/>
                <a:ea typeface="PingFang TC"/>
                <a:cs typeface="PingFang TC"/>
              </a:rPr>
              <a:t>這份導讀可供教師備課時參考。</a:t>
            </a:r>
          </a:p>
        </p:txBody>
      </p:sp>
      <p:sp>
        <p:nvSpPr>
          <p:cNvPr id="7" name="slide-13-text-7">
            <a:extLst xmlns:a="http://schemas.openxmlformats.org/drawingml/2006/main">
              <a:ext uri="{FF2B5EF4-FFF2-40B4-BE49-F238E27FC236}">
                <a16:creationId xmlns:a16="http://schemas.microsoft.com/office/drawing/2014/main" id="{B464BB89-5A92-4D14-B78D-F673E3F8BECF}"/>
              </a:ext>
            </a:extLst>
          </p:cNvPr>
          <p:cNvSpPr>
            <a:spLocks xmlns:a="http://schemas.openxmlformats.org/drawingml/2006/main" noGrp="1"/>
          </p:cNvSpPr>
          <p:nvPr/>
        </p:nvSpPr>
        <p:spPr>
          <a:xfrm xmlns:a="http://schemas.openxmlformats.org/drawingml/2006/main">
            <a:off x="838200" y="3638169"/>
            <a:ext cx="120015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0B1830"/>
                </a:solidFill>
                <a:latin typeface="PingFang TC"/>
                <a:ea typeface="PingFang TC"/>
                <a:cs typeface="PingFang TC"/>
              </a:defRPr>
            </a:pPr>
            <a:r>
              <a:rPr sz="2850" b="1">
                <a:solidFill>
                  <a:srgbClr val="0B1830"/>
                </a:solidFill>
                <a:latin typeface="PingFang TC"/>
                <a:ea typeface="PingFang TC"/>
                <a:cs typeface="PingFang TC"/>
              </a:rPr>
              <a:t>構擬試用回饋提到整理材料較方便。</a:t>
            </a:r>
          </a:p>
        </p:txBody>
      </p:sp>
      <p:sp>
        <p:nvSpPr>
          <p:cNvPr id="8" name="slide-13-text-8">
            <a:extLst xmlns:a="http://schemas.openxmlformats.org/drawingml/2006/main">
              <a:ext uri="{FF2B5EF4-FFF2-40B4-BE49-F238E27FC236}">
                <a16:creationId xmlns:a16="http://schemas.microsoft.com/office/drawing/2014/main" id="{E670E1DE-7AFF-4864-80FB-8DDE2F29B2AD}"/>
              </a:ext>
            </a:extLst>
          </p:cNvPr>
          <p:cNvSpPr>
            <a:spLocks xmlns:a="http://schemas.openxmlformats.org/drawingml/2006/main" noGrp="1"/>
          </p:cNvSpPr>
          <p:nvPr/>
        </p:nvSpPr>
        <p:spPr>
          <a:xfrm xmlns:a="http://schemas.openxmlformats.org/drawingml/2006/main">
            <a:off x="838200" y="4543425"/>
            <a:ext cx="523875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仍待檢驗</a:t>
            </a:r>
          </a:p>
        </p:txBody>
      </p:sp>
      <p:sp>
        <p:nvSpPr>
          <p:cNvPr id="9" name="slide-13-text-9">
            <a:extLst xmlns:a="http://schemas.openxmlformats.org/drawingml/2006/main">
              <a:ext uri="{FF2B5EF4-FFF2-40B4-BE49-F238E27FC236}">
                <a16:creationId xmlns:a16="http://schemas.microsoft.com/office/drawing/2014/main" id="{3B76262E-4C06-43AA-B152-1890A4F043DA}"/>
              </a:ext>
            </a:extLst>
          </p:cNvPr>
          <p:cNvSpPr>
            <a:spLocks xmlns:a="http://schemas.openxmlformats.org/drawingml/2006/main" noGrp="1"/>
          </p:cNvSpPr>
          <p:nvPr/>
        </p:nvSpPr>
        <p:spPr>
          <a:xfrm xmlns:a="http://schemas.openxmlformats.org/drawingml/2006/main">
            <a:off x="838200" y="5019675"/>
            <a:ext cx="12001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52627A"/>
                </a:solidFill>
                <a:latin typeface="PingFang TC"/>
                <a:ea typeface="PingFang TC"/>
                <a:cs typeface="PingFang TC"/>
              </a:defRPr>
            </a:pPr>
            <a:r>
              <a:rPr sz="2325" b="0">
                <a:solidFill>
                  <a:srgbClr val="52627A"/>
                </a:solidFill>
                <a:latin typeface="PingFang TC"/>
                <a:ea typeface="PingFang TC"/>
                <a:cs typeface="PingFang TC"/>
              </a:rPr>
              <a:t>對學生閱讀理解的影響尚未評估。</a:t>
            </a:r>
          </a:p>
        </p:txBody>
      </p:sp>
      <p:sp>
        <p:nvSpPr>
          <p:cNvPr id="10" name="slide-13-text-10">
            <a:extLst xmlns:a="http://schemas.openxmlformats.org/drawingml/2006/main">
              <a:ext uri="{FF2B5EF4-FFF2-40B4-BE49-F238E27FC236}">
                <a16:creationId xmlns:a16="http://schemas.microsoft.com/office/drawing/2014/main" id="{2F7CAF20-64D0-46E5-9172-1344B5DC9BCF}"/>
              </a:ext>
            </a:extLst>
          </p:cNvPr>
          <p:cNvSpPr>
            <a:spLocks xmlns:a="http://schemas.openxmlformats.org/drawingml/2006/main" noGrp="1"/>
          </p:cNvSpPr>
          <p:nvPr/>
        </p:nvSpPr>
        <p:spPr>
          <a:xfrm xmlns:a="http://schemas.openxmlformats.org/drawingml/2006/main">
            <a:off x="838200" y="5438966"/>
            <a:ext cx="12001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52627A"/>
                </a:solidFill>
                <a:latin typeface="PingFang TC"/>
                <a:ea typeface="PingFang TC"/>
                <a:cs typeface="PingFang TC"/>
              </a:defRPr>
            </a:pPr>
            <a:r>
              <a:rPr sz="2325" b="0">
                <a:solidFill>
                  <a:srgbClr val="52627A"/>
                </a:solidFill>
                <a:latin typeface="PingFang TC"/>
                <a:ea typeface="PingFang TC"/>
                <a:cs typeface="PingFang TC"/>
              </a:rPr>
              <a:t>下一步需要觀察學生能否依據短文解釋自己的回答。</a:t>
            </a:r>
          </a:p>
        </p:txBody>
      </p:sp>
      <p:sp>
        <p:nvSpPr>
          <p:cNvPr id="11" name="slide-13-text-11">
            <a:extLst xmlns:a="http://schemas.openxmlformats.org/drawingml/2006/main">
              <a:ext uri="{FF2B5EF4-FFF2-40B4-BE49-F238E27FC236}">
                <a16:creationId xmlns:a16="http://schemas.microsoft.com/office/drawing/2014/main" id="{5663C28A-FB48-47F3-8638-F4F696742BCF}"/>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本講座預先準備的修訂示例，非研究發現或真實產品宣傳。</a:t>
            </a:r>
          </a:p>
        </p:txBody>
      </p:sp>
      <p:sp>
        <p:nvSpPr>
          <p:cNvPr id="12" name="slide-13-text-12">
            <a:extLst xmlns:a="http://schemas.openxmlformats.org/drawingml/2006/main">
              <a:ext uri="{FF2B5EF4-FFF2-40B4-BE49-F238E27FC236}">
                <a16:creationId xmlns:a16="http://schemas.microsoft.com/office/drawing/2014/main" id="{79F2CA05-4A2B-462B-9B64-A2B168E3CA2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13 / 66</a:t>
            </a:r>
          </a:p>
        </p:txBody>
      </p:sp>
    </p:spTree>
    <p:extLst>
      <p:ext uri="{BB962C8B-B14F-4D97-AF65-F5344CB8AC3E}">
        <p14:creationId xmlns:p14="http://schemas.microsoft.com/office/powerpoint/2010/main" val="434349344"/>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8" name="slide-14-text-1">
            <a:extLst xmlns:a="http://schemas.openxmlformats.org/drawingml/2006/main">
              <a:ext uri="{FF2B5EF4-FFF2-40B4-BE49-F238E27FC236}">
                <a16:creationId xmlns:a16="http://schemas.microsoft.com/office/drawing/2014/main" id="{8EB6F643-5173-4223-A7E4-C6E38A8D6557}"/>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同一案例   表達中的判斷</a:t>
            </a:r>
          </a:p>
        </p:txBody>
      </p:sp>
      <p:sp>
        <p:nvSpPr>
          <p:cNvPr id="2" name="slide-14-text-2">
            <a:extLst xmlns:a="http://schemas.openxmlformats.org/drawingml/2006/main">
              <a:ext uri="{FF2B5EF4-FFF2-40B4-BE49-F238E27FC236}">
                <a16:creationId xmlns:a16="http://schemas.microsoft.com/office/drawing/2014/main" id="{F4151756-B6DB-4CD5-8A08-72BFAD347CB2}"/>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幾個中文詞語，界定了證據的範圍</a:t>
            </a:r>
          </a:p>
        </p:txBody>
      </p:sp>
      <p:sp>
        <p:nvSpPr>
          <p:cNvPr id="3" name="slide-14-line-3">
            <a:extLst xmlns:a="http://schemas.openxmlformats.org/drawingml/2006/main">
              <a:ext uri="{FF2B5EF4-FFF2-40B4-BE49-F238E27FC236}">
                <a16:creationId xmlns:a16="http://schemas.microsoft.com/office/drawing/2014/main" id="{6BF97EB7-FEDD-4772-83C2-263328A3D28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14-text-4">
            <a:extLst xmlns:a="http://schemas.openxmlformats.org/drawingml/2006/main">
              <a:ext uri="{FF2B5EF4-FFF2-40B4-BE49-F238E27FC236}">
                <a16:creationId xmlns:a16="http://schemas.microsoft.com/office/drawing/2014/main" id="{C5925651-3E68-4FB4-AD8C-C9D5265FCBE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14-text-5">
            <a:extLst xmlns:a="http://schemas.openxmlformats.org/drawingml/2006/main">
              <a:ext uri="{FF2B5EF4-FFF2-40B4-BE49-F238E27FC236}">
                <a16:creationId xmlns:a16="http://schemas.microsoft.com/office/drawing/2014/main" id="{CF30456B-AB2D-413D-A216-21EBEE4A916B}"/>
              </a:ext>
            </a:extLst>
          </p:cNvPr>
          <p:cNvSpPr>
            <a:spLocks xmlns:a="http://schemas.openxmlformats.org/drawingml/2006/main" noGrp="1"/>
          </p:cNvSpPr>
          <p:nvPr/>
        </p:nvSpPr>
        <p:spPr>
          <a:xfrm xmlns:a="http://schemas.openxmlformats.org/drawingml/2006/main">
            <a:off x="838200" y="2724150"/>
            <a:ext cx="2047875"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誰的觀察</a:t>
            </a:r>
          </a:p>
        </p:txBody>
      </p:sp>
      <p:sp>
        <p:nvSpPr>
          <p:cNvPr id="6" name="slide-14-text-6">
            <a:extLst xmlns:a="http://schemas.openxmlformats.org/drawingml/2006/main">
              <a:ext uri="{FF2B5EF4-FFF2-40B4-BE49-F238E27FC236}">
                <a16:creationId xmlns:a16="http://schemas.microsoft.com/office/drawing/2014/main" id="{2FBA4B1C-512C-45D2-A3CE-2C88CFE7464F}"/>
              </a:ext>
            </a:extLst>
          </p:cNvPr>
          <p:cNvSpPr>
            <a:spLocks xmlns:a="http://schemas.openxmlformats.org/drawingml/2006/main" noGrp="1"/>
          </p:cNvSpPr>
          <p:nvPr/>
        </p:nvSpPr>
        <p:spPr>
          <a:xfrm xmlns:a="http://schemas.openxmlformats.org/drawingml/2006/main">
            <a:off x="3448050" y="2667000"/>
            <a:ext cx="5572125"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0B1830"/>
                </a:solidFill>
                <a:latin typeface="PingFang TC"/>
                <a:ea typeface="PingFang TC"/>
                <a:cs typeface="PingFang TC"/>
              </a:defRPr>
            </a:pPr>
            <a:r>
              <a:rPr sz="2850" b="1">
                <a:solidFill>
                  <a:srgbClr val="0B1830"/>
                </a:solidFill>
                <a:latin typeface="PingFang TC"/>
                <a:ea typeface="PingFang TC"/>
                <a:cs typeface="PingFang TC"/>
              </a:rPr>
              <a:t>教師認為</a:t>
            </a:r>
          </a:p>
        </p:txBody>
      </p:sp>
      <p:sp>
        <p:nvSpPr>
          <p:cNvPr id="7" name="slide-14-text-7">
            <a:extLst xmlns:a="http://schemas.openxmlformats.org/drawingml/2006/main">
              <a:ext uri="{FF2B5EF4-FFF2-40B4-BE49-F238E27FC236}">
                <a16:creationId xmlns:a16="http://schemas.microsoft.com/office/drawing/2014/main" id="{93C7A74F-EB05-4424-B1B2-7B75F82C24F2}"/>
              </a:ext>
            </a:extLst>
          </p:cNvPr>
          <p:cNvSpPr>
            <a:spLocks xmlns:a="http://schemas.openxmlformats.org/drawingml/2006/main" noGrp="1"/>
          </p:cNvSpPr>
          <p:nvPr/>
        </p:nvSpPr>
        <p:spPr>
          <a:xfrm xmlns:a="http://schemas.openxmlformats.org/drawingml/2006/main">
            <a:off x="9429750" y="2743200"/>
            <a:ext cx="34290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52627A"/>
                </a:solidFill>
                <a:latin typeface="PingFang TC"/>
                <a:ea typeface="PingFang TC"/>
                <a:cs typeface="PingFang TC"/>
              </a:defRPr>
            </a:pPr>
            <a:r>
              <a:rPr sz="2025" b="0">
                <a:solidFill>
                  <a:srgbClr val="52627A"/>
                </a:solidFill>
                <a:latin typeface="PingFang TC"/>
                <a:ea typeface="PingFang TC"/>
                <a:cs typeface="PingFang TC"/>
              </a:rPr>
              <a:t>主觀回饋的來源</a:t>
            </a:r>
          </a:p>
        </p:txBody>
      </p:sp>
      <p:sp>
        <p:nvSpPr>
          <p:cNvPr id="8" name="slide-14-line-8">
            <a:extLst xmlns:a="http://schemas.openxmlformats.org/drawingml/2006/main">
              <a:ext uri="{FF2B5EF4-FFF2-40B4-BE49-F238E27FC236}">
                <a16:creationId xmlns:a16="http://schemas.microsoft.com/office/drawing/2014/main" id="{B7C1CEAB-C96D-41A1-9A19-BEBAE5E6C810}"/>
              </a:ext>
            </a:extLst>
          </p:cNvPr>
          <p:cNvSpPr>
            <a:spLocks xmlns:a="http://schemas.openxmlformats.org/drawingml/2006/main" noGrp="1"/>
          </p:cNvSpPr>
          <p:nvPr/>
        </p:nvSpPr>
        <p:spPr>
          <a:xfrm xmlns:a="http://schemas.openxmlformats.org/drawingml/2006/main">
            <a:off x="838200" y="34861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9" name="slide-14-text-9">
            <a:extLst xmlns:a="http://schemas.openxmlformats.org/drawingml/2006/main">
              <a:ext uri="{FF2B5EF4-FFF2-40B4-BE49-F238E27FC236}">
                <a16:creationId xmlns:a16="http://schemas.microsoft.com/office/drawing/2014/main" id="{8CE46EC4-39C1-4F4C-996E-EB9440D5A6FE}"/>
              </a:ext>
            </a:extLst>
          </p:cNvPr>
          <p:cNvSpPr>
            <a:spLocks xmlns:a="http://schemas.openxmlformats.org/drawingml/2006/main" noGrp="1"/>
          </p:cNvSpPr>
          <p:nvPr/>
        </p:nvSpPr>
        <p:spPr>
          <a:xfrm xmlns:a="http://schemas.openxmlformats.org/drawingml/2006/main">
            <a:off x="838200" y="3857625"/>
            <a:ext cx="2047875"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在哪個範圍</a:t>
            </a:r>
          </a:p>
        </p:txBody>
      </p:sp>
      <p:sp>
        <p:nvSpPr>
          <p:cNvPr id="10" name="slide-14-text-10">
            <a:extLst xmlns:a="http://schemas.openxmlformats.org/drawingml/2006/main">
              <a:ext uri="{FF2B5EF4-FFF2-40B4-BE49-F238E27FC236}">
                <a16:creationId xmlns:a16="http://schemas.microsoft.com/office/drawing/2014/main" id="{5F40C57C-1D27-4A82-BBE5-4CD77800B395}"/>
              </a:ext>
            </a:extLst>
          </p:cNvPr>
          <p:cNvSpPr>
            <a:spLocks xmlns:a="http://schemas.openxmlformats.org/drawingml/2006/main" noGrp="1"/>
          </p:cNvSpPr>
          <p:nvPr/>
        </p:nvSpPr>
        <p:spPr>
          <a:xfrm xmlns:a="http://schemas.openxmlformats.org/drawingml/2006/main">
            <a:off x="3448050" y="3800475"/>
            <a:ext cx="5572125"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0B1830"/>
                </a:solidFill>
                <a:latin typeface="PingFang TC"/>
                <a:ea typeface="PingFang TC"/>
                <a:cs typeface="PingFang TC"/>
              </a:defRPr>
            </a:pPr>
            <a:r>
              <a:rPr sz="2850" b="1">
                <a:solidFill>
                  <a:srgbClr val="0B1830"/>
                </a:solidFill>
                <a:latin typeface="PingFang TC"/>
                <a:ea typeface="PingFang TC"/>
                <a:cs typeface="PingFang TC"/>
              </a:rPr>
              <a:t>整理材料較方便</a:t>
            </a:r>
          </a:p>
        </p:txBody>
      </p:sp>
      <p:sp>
        <p:nvSpPr>
          <p:cNvPr id="11" name="slide-14-text-11">
            <a:extLst xmlns:a="http://schemas.openxmlformats.org/drawingml/2006/main">
              <a:ext uri="{FF2B5EF4-FFF2-40B4-BE49-F238E27FC236}">
                <a16:creationId xmlns:a16="http://schemas.microsoft.com/office/drawing/2014/main" id="{33CE9461-43D6-4FD7-8B4C-CE997E45D5BD}"/>
              </a:ext>
            </a:extLst>
          </p:cNvPr>
          <p:cNvSpPr>
            <a:spLocks xmlns:a="http://schemas.openxmlformats.org/drawingml/2006/main" noGrp="1"/>
          </p:cNvSpPr>
          <p:nvPr/>
        </p:nvSpPr>
        <p:spPr>
          <a:xfrm xmlns:a="http://schemas.openxmlformats.org/drawingml/2006/main">
            <a:off x="9429750" y="3876675"/>
            <a:ext cx="34290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52627A"/>
                </a:solidFill>
                <a:latin typeface="PingFang TC"/>
                <a:ea typeface="PingFang TC"/>
                <a:cs typeface="PingFang TC"/>
              </a:defRPr>
            </a:pPr>
            <a:r>
              <a:rPr sz="2025" b="0">
                <a:solidFill>
                  <a:srgbClr val="52627A"/>
                </a:solidFill>
                <a:latin typeface="PingFang TC"/>
                <a:ea typeface="PingFang TC"/>
                <a:cs typeface="PingFang TC"/>
              </a:rPr>
              <a:t>指向備課工作</a:t>
            </a:r>
          </a:p>
        </p:txBody>
      </p:sp>
      <p:sp>
        <p:nvSpPr>
          <p:cNvPr id="12" name="slide-14-line-12">
            <a:extLst xmlns:a="http://schemas.openxmlformats.org/drawingml/2006/main">
              <a:ext uri="{FF2B5EF4-FFF2-40B4-BE49-F238E27FC236}">
                <a16:creationId xmlns:a16="http://schemas.microsoft.com/office/drawing/2014/main" id="{C0CAB593-3EBE-4027-88A4-43F9A57BEBB6}"/>
              </a:ext>
            </a:extLst>
          </p:cNvPr>
          <p:cNvSpPr>
            <a:spLocks xmlns:a="http://schemas.openxmlformats.org/drawingml/2006/main" noGrp="1"/>
          </p:cNvSpPr>
          <p:nvPr/>
        </p:nvSpPr>
        <p:spPr>
          <a:xfrm xmlns:a="http://schemas.openxmlformats.org/drawingml/2006/main">
            <a:off x="838200" y="461962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3" name="slide-14-text-13">
            <a:extLst xmlns:a="http://schemas.openxmlformats.org/drawingml/2006/main">
              <a:ext uri="{FF2B5EF4-FFF2-40B4-BE49-F238E27FC236}">
                <a16:creationId xmlns:a16="http://schemas.microsoft.com/office/drawing/2014/main" id="{464DFF66-14FC-4D3F-8DD1-0E8444003DBE}"/>
              </a:ext>
            </a:extLst>
          </p:cNvPr>
          <p:cNvSpPr>
            <a:spLocks xmlns:a="http://schemas.openxmlformats.org/drawingml/2006/main" noGrp="1"/>
          </p:cNvSpPr>
          <p:nvPr/>
        </p:nvSpPr>
        <p:spPr>
          <a:xfrm xmlns:a="http://schemas.openxmlformats.org/drawingml/2006/main">
            <a:off x="838200" y="4991100"/>
            <a:ext cx="2047875"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哪些仍未知</a:t>
            </a:r>
          </a:p>
        </p:txBody>
      </p:sp>
      <p:sp>
        <p:nvSpPr>
          <p:cNvPr id="14" name="slide-14-text-14">
            <a:extLst xmlns:a="http://schemas.openxmlformats.org/drawingml/2006/main">
              <a:ext uri="{FF2B5EF4-FFF2-40B4-BE49-F238E27FC236}">
                <a16:creationId xmlns:a16="http://schemas.microsoft.com/office/drawing/2014/main" id="{A26A8A7E-EC2F-4D6A-9579-DDC5ABF12150}"/>
              </a:ext>
            </a:extLst>
          </p:cNvPr>
          <p:cNvSpPr>
            <a:spLocks xmlns:a="http://schemas.openxmlformats.org/drawingml/2006/main" noGrp="1"/>
          </p:cNvSpPr>
          <p:nvPr/>
        </p:nvSpPr>
        <p:spPr>
          <a:xfrm xmlns:a="http://schemas.openxmlformats.org/drawingml/2006/main">
            <a:off x="3448050" y="4933950"/>
            <a:ext cx="5572125"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0B1830"/>
                </a:solidFill>
                <a:latin typeface="PingFang TC"/>
                <a:ea typeface="PingFang TC"/>
                <a:cs typeface="PingFang TC"/>
              </a:defRPr>
            </a:pPr>
            <a:r>
              <a:rPr sz="2850" b="1">
                <a:solidFill>
                  <a:srgbClr val="0B1830"/>
                </a:solidFill>
                <a:latin typeface="PingFang TC"/>
                <a:ea typeface="PingFang TC"/>
                <a:cs typeface="PingFang TC"/>
              </a:rPr>
              <a:t>尚未評估</a:t>
            </a:r>
          </a:p>
        </p:txBody>
      </p:sp>
      <p:sp>
        <p:nvSpPr>
          <p:cNvPr id="15" name="slide-14-text-15">
            <a:extLst xmlns:a="http://schemas.openxmlformats.org/drawingml/2006/main">
              <a:ext uri="{FF2B5EF4-FFF2-40B4-BE49-F238E27FC236}">
                <a16:creationId xmlns:a16="http://schemas.microsoft.com/office/drawing/2014/main" id="{6C51C7AE-49ED-4BCF-BF1C-6FEBE6502C73}"/>
              </a:ext>
            </a:extLst>
          </p:cNvPr>
          <p:cNvSpPr>
            <a:spLocks xmlns:a="http://schemas.openxmlformats.org/drawingml/2006/main" noGrp="1"/>
          </p:cNvSpPr>
          <p:nvPr/>
        </p:nvSpPr>
        <p:spPr>
          <a:xfrm xmlns:a="http://schemas.openxmlformats.org/drawingml/2006/main">
            <a:off x="9429750" y="5010150"/>
            <a:ext cx="34290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52627A"/>
                </a:solidFill>
                <a:latin typeface="PingFang TC"/>
                <a:ea typeface="PingFang TC"/>
                <a:cs typeface="PingFang TC"/>
              </a:defRPr>
            </a:pPr>
            <a:r>
              <a:rPr sz="2025" b="0">
                <a:solidFill>
                  <a:srgbClr val="52627A"/>
                </a:solidFill>
                <a:latin typeface="PingFang TC"/>
                <a:ea typeface="PingFang TC"/>
                <a:cs typeface="PingFang TC"/>
              </a:rPr>
              <a:t>不能宣稱學習提升</a:t>
            </a:r>
          </a:p>
        </p:txBody>
      </p:sp>
      <p:sp>
        <p:nvSpPr>
          <p:cNvPr id="16" name="slide-14-line-16">
            <a:extLst xmlns:a="http://schemas.openxmlformats.org/drawingml/2006/main">
              <a:ext uri="{FF2B5EF4-FFF2-40B4-BE49-F238E27FC236}">
                <a16:creationId xmlns:a16="http://schemas.microsoft.com/office/drawing/2014/main" id="{F20569DC-F88E-40AC-8E8D-8AE8E709AFAB}"/>
              </a:ext>
            </a:extLst>
          </p:cNvPr>
          <p:cNvSpPr>
            <a:spLocks xmlns:a="http://schemas.openxmlformats.org/drawingml/2006/main" noGrp="1"/>
          </p:cNvSpPr>
          <p:nvPr/>
        </p:nvSpPr>
        <p:spPr>
          <a:xfrm xmlns:a="http://schemas.openxmlformats.org/drawingml/2006/main">
            <a:off x="838200" y="57531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7" name="slide-14-text-17">
            <a:extLst xmlns:a="http://schemas.openxmlformats.org/drawingml/2006/main">
              <a:ext uri="{FF2B5EF4-FFF2-40B4-BE49-F238E27FC236}">
                <a16:creationId xmlns:a16="http://schemas.microsoft.com/office/drawing/2014/main" id="{6A592FF2-AA71-4773-8695-9D7AC5F0998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14 / 66</a:t>
            </a:r>
          </a:p>
        </p:txBody>
      </p:sp>
    </p:spTree>
    <p:extLst>
      <p:ext uri="{BB962C8B-B14F-4D97-AF65-F5344CB8AC3E}">
        <p14:creationId xmlns:p14="http://schemas.microsoft.com/office/powerpoint/2010/main" val="502069474"/>
      </p:ext>
    </p:extLst>
  </p:cSld>
</p:sld>
</file>

<file path=ppt/slides/slide1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1" name="slide-15-text-1">
            <a:extLst xmlns:a="http://schemas.openxmlformats.org/drawingml/2006/main">
              <a:ext uri="{FF2B5EF4-FFF2-40B4-BE49-F238E27FC236}">
                <a16:creationId xmlns:a16="http://schemas.microsoft.com/office/drawing/2014/main" id="{121FEC23-B5C2-46A1-9AF1-011042C508D9}"/>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同一案例   判斷的基礎</a:t>
            </a:r>
          </a:p>
        </p:txBody>
      </p:sp>
      <p:sp>
        <p:nvSpPr>
          <p:cNvPr id="2" name="slide-15-text-2">
            <a:extLst xmlns:a="http://schemas.openxmlformats.org/drawingml/2006/main">
              <a:ext uri="{FF2B5EF4-FFF2-40B4-BE49-F238E27FC236}">
                <a16:creationId xmlns:a16="http://schemas.microsoft.com/office/drawing/2014/main" id="{BFDCBD64-973E-43BF-9053-1A5BB3D59C33}"/>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FFFF"/>
                </a:solidFill>
                <a:latin typeface="PingFang TC"/>
                <a:ea typeface="PingFang TC"/>
                <a:cs typeface="PingFang TC"/>
              </a:defRPr>
            </a:pPr>
            <a:r>
              <a:rPr sz="4200" b="1">
                <a:solidFill>
                  <a:srgbClr val="FFFFFF"/>
                </a:solidFill>
                <a:latin typeface="PingFang TC"/>
                <a:ea typeface="PingFang TC"/>
                <a:cs typeface="PingFang TC"/>
              </a:rPr>
              <a:t>專業知識決定該追問甚麼</a:t>
            </a:r>
          </a:p>
        </p:txBody>
      </p:sp>
      <p:sp>
        <p:nvSpPr>
          <p:cNvPr id="3" name="slide-15-line-3">
            <a:extLst xmlns:a="http://schemas.openxmlformats.org/drawingml/2006/main">
              <a:ext uri="{FF2B5EF4-FFF2-40B4-BE49-F238E27FC236}">
                <a16:creationId xmlns:a16="http://schemas.microsoft.com/office/drawing/2014/main" id="{38F978E8-9BEB-4138-B28C-70C0B8AF9BE0}"/>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15-text-4">
            <a:extLst xmlns:a="http://schemas.openxmlformats.org/drawingml/2006/main">
              <a:ext uri="{FF2B5EF4-FFF2-40B4-BE49-F238E27FC236}">
                <a16:creationId xmlns:a16="http://schemas.microsoft.com/office/drawing/2014/main" id="{97A82E86-E03E-4C67-B382-ECA5E77C8E24}"/>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15-text-5">
            <a:extLst xmlns:a="http://schemas.openxmlformats.org/drawingml/2006/main">
              <a:ext uri="{FF2B5EF4-FFF2-40B4-BE49-F238E27FC236}">
                <a16:creationId xmlns:a16="http://schemas.microsoft.com/office/drawing/2014/main" id="{D9519D00-886D-43EB-82C8-9BAE691D8B53}"/>
              </a:ext>
            </a:extLst>
          </p:cNvPr>
          <p:cNvSpPr>
            <a:spLocks xmlns:a="http://schemas.openxmlformats.org/drawingml/2006/main" noGrp="1"/>
          </p:cNvSpPr>
          <p:nvPr/>
        </p:nvSpPr>
        <p:spPr>
          <a:xfrm xmlns:a="http://schemas.openxmlformats.org/drawingml/2006/main">
            <a:off x="838200" y="2809875"/>
            <a:ext cx="1190625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500" b="1">
                <a:solidFill>
                  <a:srgbClr val="FFFFFF"/>
                </a:solidFill>
                <a:latin typeface="PingFang TC"/>
                <a:ea typeface="PingFang TC"/>
                <a:cs typeface="PingFang TC"/>
              </a:defRPr>
            </a:pPr>
            <a:r>
              <a:rPr sz="4500" b="1">
                <a:solidFill>
                  <a:srgbClr val="FFFFFF"/>
                </a:solidFill>
                <a:latin typeface="PingFang TC"/>
                <a:ea typeface="PingFang TC"/>
                <a:cs typeface="PingFang TC"/>
              </a:rPr>
              <a:t>「效果」指的是甚麼？</a:t>
            </a:r>
          </a:p>
        </p:txBody>
      </p:sp>
      <p:sp>
        <p:nvSpPr>
          <p:cNvPr id="6" name="slide-15-text-6">
            <a:extLst xmlns:a="http://schemas.openxmlformats.org/drawingml/2006/main">
              <a:ext uri="{FF2B5EF4-FFF2-40B4-BE49-F238E27FC236}">
                <a16:creationId xmlns:a16="http://schemas.microsoft.com/office/drawing/2014/main" id="{E8AA5E3B-9775-44DD-9643-A99011EC9153}"/>
              </a:ext>
            </a:extLst>
          </p:cNvPr>
          <p:cNvSpPr>
            <a:spLocks xmlns:a="http://schemas.openxmlformats.org/drawingml/2006/main" noGrp="1"/>
          </p:cNvSpPr>
          <p:nvPr/>
        </p:nvSpPr>
        <p:spPr>
          <a:xfrm xmlns:a="http://schemas.openxmlformats.org/drawingml/2006/main">
            <a:off x="838200" y="4057650"/>
            <a:ext cx="119062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DCE4F5"/>
                </a:solidFill>
                <a:latin typeface="PingFang TC"/>
                <a:ea typeface="PingFang TC"/>
                <a:cs typeface="PingFang TC"/>
              </a:defRPr>
            </a:pPr>
            <a:r>
              <a:rPr sz="2400" b="0">
                <a:solidFill>
                  <a:srgbClr val="DCE4F5"/>
                </a:solidFill>
                <a:latin typeface="PingFang TC"/>
                <a:ea typeface="PingFang TC"/>
                <a:cs typeface="PingFang TC"/>
              </a:rPr>
              <a:t>教育：方便備課，與學生理解是不同結果。</a:t>
            </a:r>
          </a:p>
        </p:txBody>
      </p:sp>
      <p:sp>
        <p:nvSpPr>
          <p:cNvPr id="7" name="slide-15-text-7">
            <a:extLst xmlns:a="http://schemas.openxmlformats.org/drawingml/2006/main">
              <a:ext uri="{FF2B5EF4-FFF2-40B4-BE49-F238E27FC236}">
                <a16:creationId xmlns:a16="http://schemas.microsoft.com/office/drawing/2014/main" id="{69542E65-4A9E-42A6-93BF-D2DAB186D9C6}"/>
              </a:ext>
            </a:extLst>
          </p:cNvPr>
          <p:cNvSpPr>
            <a:spLocks xmlns:a="http://schemas.openxmlformats.org/drawingml/2006/main" noGrp="1"/>
          </p:cNvSpPr>
          <p:nvPr/>
        </p:nvSpPr>
        <p:spPr>
          <a:xfrm xmlns:a="http://schemas.openxmlformats.org/drawingml/2006/main">
            <a:off x="838200" y="4490466"/>
            <a:ext cx="119062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DCE4F5"/>
                </a:solidFill>
                <a:latin typeface="PingFang TC"/>
                <a:ea typeface="PingFang TC"/>
                <a:cs typeface="PingFang TC"/>
              </a:defRPr>
            </a:pPr>
            <a:r>
              <a:rPr sz="2400" b="0">
                <a:solidFill>
                  <a:srgbClr val="DCE4F5"/>
                </a:solidFill>
                <a:latin typeface="PingFang TC"/>
                <a:ea typeface="PingFang TC"/>
                <a:cs typeface="PingFang TC"/>
              </a:rPr>
              <a:t>商業：表示喜歡，與願意持續使用是不同證據。</a:t>
            </a:r>
          </a:p>
        </p:txBody>
      </p:sp>
      <p:sp>
        <p:nvSpPr>
          <p:cNvPr id="8" name="slide-15-text-8">
            <a:extLst xmlns:a="http://schemas.openxmlformats.org/drawingml/2006/main">
              <a:ext uri="{FF2B5EF4-FFF2-40B4-BE49-F238E27FC236}">
                <a16:creationId xmlns:a16="http://schemas.microsoft.com/office/drawing/2014/main" id="{70EE3B5D-9357-4DD3-8CCD-DF1B9BB9452A}"/>
              </a:ext>
            </a:extLst>
          </p:cNvPr>
          <p:cNvSpPr>
            <a:spLocks xmlns:a="http://schemas.openxmlformats.org/drawingml/2006/main" noGrp="1"/>
          </p:cNvSpPr>
          <p:nvPr/>
        </p:nvSpPr>
        <p:spPr>
          <a:xfrm xmlns:a="http://schemas.openxmlformats.org/drawingml/2006/main">
            <a:off x="838200" y="4923282"/>
            <a:ext cx="119062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DCE4F5"/>
                </a:solidFill>
                <a:latin typeface="PingFang TC"/>
                <a:ea typeface="PingFang TC"/>
                <a:cs typeface="PingFang TC"/>
              </a:defRPr>
            </a:pPr>
            <a:r>
              <a:rPr sz="2400" b="0">
                <a:solidFill>
                  <a:srgbClr val="DCE4F5"/>
                </a:solidFill>
                <a:latin typeface="PingFang TC"/>
                <a:ea typeface="PingFang TC"/>
                <a:cs typeface="PingFang TC"/>
              </a:rPr>
              <a:t>科學：同時出現的變化，仍需檢查因果解釋。</a:t>
            </a:r>
          </a:p>
        </p:txBody>
      </p:sp>
      <p:sp>
        <p:nvSpPr>
          <p:cNvPr id="9" name="slide-15-text-9">
            <a:extLst xmlns:a="http://schemas.openxmlformats.org/drawingml/2006/main">
              <a:ext uri="{FF2B5EF4-FFF2-40B4-BE49-F238E27FC236}">
                <a16:creationId xmlns:a16="http://schemas.microsoft.com/office/drawing/2014/main" id="{B581A7DD-5FD7-4632-B9FC-F4DB67C18370}"/>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跨學科類比。各領域需依其專業標準判斷。</a:t>
            </a:r>
          </a:p>
        </p:txBody>
      </p:sp>
      <p:sp>
        <p:nvSpPr>
          <p:cNvPr id="10" name="slide-15-text-10">
            <a:extLst xmlns:a="http://schemas.openxmlformats.org/drawingml/2006/main">
              <a:ext uri="{FF2B5EF4-FFF2-40B4-BE49-F238E27FC236}">
                <a16:creationId xmlns:a16="http://schemas.microsoft.com/office/drawing/2014/main" id="{8BF2DE8E-37AC-4BFB-8544-DC62E0CE7749}"/>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15 / 66</a:t>
            </a:r>
          </a:p>
        </p:txBody>
      </p:sp>
    </p:spTree>
    <p:extLst>
      <p:ext uri="{BB962C8B-B14F-4D97-AF65-F5344CB8AC3E}">
        <p14:creationId xmlns:p14="http://schemas.microsoft.com/office/powerpoint/2010/main" val="2077673982"/>
      </p:ext>
    </p:extLst>
  </p:cSld>
</p:sld>
</file>

<file path=ppt/slides/slide1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2" name="slide-16-text-1">
            <a:extLst xmlns:a="http://schemas.openxmlformats.org/drawingml/2006/main">
              <a:ext uri="{FF2B5EF4-FFF2-40B4-BE49-F238E27FC236}">
                <a16:creationId xmlns:a16="http://schemas.microsoft.com/office/drawing/2014/main" id="{4D13B1E1-4EB2-4FDB-924E-F483775F4DA9}"/>
              </a:ext>
            </a:extLst>
          </p:cNvPr>
          <p:cNvSpPr>
            <a:spLocks xmlns:a="http://schemas.openxmlformats.org/drawingml/2006/main" noGrp="1"/>
          </p:cNvSpPr>
          <p:nvPr/>
        </p:nvSpPr>
        <p:spPr>
          <a:xfrm xmlns:a="http://schemas.openxmlformats.org/drawingml/2006/main">
            <a:off x="838200" y="457200"/>
            <a:ext cx="10668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同一案例   協調共同理解</a:t>
            </a:r>
          </a:p>
        </p:txBody>
      </p:sp>
      <p:sp>
        <p:nvSpPr>
          <p:cNvPr id="2" name="slide-16-text-2">
            <a:extLst xmlns:a="http://schemas.openxmlformats.org/drawingml/2006/main">
              <a:ext uri="{FF2B5EF4-FFF2-40B4-BE49-F238E27FC236}">
                <a16:creationId xmlns:a16="http://schemas.microsoft.com/office/drawing/2014/main" id="{AEBFF458-FA13-4841-B1AE-A1EE0AB7208A}"/>
              </a:ext>
            </a:extLst>
          </p:cNvPr>
          <p:cNvSpPr>
            <a:spLocks xmlns:a="http://schemas.openxmlformats.org/drawingml/2006/main" noGrp="1"/>
          </p:cNvSpPr>
          <p:nvPr/>
        </p:nvSpPr>
        <p:spPr>
          <a:xfrm xmlns:a="http://schemas.openxmlformats.org/drawingml/2006/main">
            <a:off x="838200" y="990600"/>
            <a:ext cx="12096750" cy="7254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0B1830"/>
                </a:solidFill>
                <a:latin typeface="PingFang TC"/>
                <a:ea typeface="PingFang TC"/>
                <a:cs typeface="PingFang TC"/>
              </a:defRPr>
            </a:pPr>
            <a:r>
              <a:rPr sz="4200" b="1">
                <a:solidFill>
                  <a:srgbClr val="0B1830"/>
                </a:solidFill>
                <a:latin typeface="PingFang TC"/>
                <a:ea typeface="PingFang TC"/>
                <a:cs typeface="PingFang TC"/>
              </a:rPr>
              <a:t>不同角色，需要不同的說明</a:t>
            </a:r>
          </a:p>
        </p:txBody>
      </p:sp>
      <p:sp>
        <p:nvSpPr>
          <p:cNvPr id="3" name="slide-16-line-3">
            <a:extLst xmlns:a="http://schemas.openxmlformats.org/drawingml/2006/main">
              <a:ext uri="{FF2B5EF4-FFF2-40B4-BE49-F238E27FC236}">
                <a16:creationId xmlns:a16="http://schemas.microsoft.com/office/drawing/2014/main" id="{0A9293E4-64A4-4683-B6AE-62C944945E4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16-text-4">
            <a:extLst xmlns:a="http://schemas.openxmlformats.org/drawingml/2006/main">
              <a:ext uri="{FF2B5EF4-FFF2-40B4-BE49-F238E27FC236}">
                <a16:creationId xmlns:a16="http://schemas.microsoft.com/office/drawing/2014/main" id="{0B9BA0DD-29C4-48C8-A27F-59032430D59B}"/>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16-text-5">
            <a:extLst xmlns:a="http://schemas.openxmlformats.org/drawingml/2006/main">
              <a:ext uri="{FF2B5EF4-FFF2-40B4-BE49-F238E27FC236}">
                <a16:creationId xmlns:a16="http://schemas.microsoft.com/office/drawing/2014/main" id="{36BA9B67-20CF-4D63-9B2A-12A04EB2A2C1}"/>
              </a:ext>
            </a:extLst>
          </p:cNvPr>
          <p:cNvSpPr>
            <a:spLocks xmlns:a="http://schemas.openxmlformats.org/drawingml/2006/main" noGrp="1"/>
          </p:cNvSpPr>
          <p:nvPr/>
        </p:nvSpPr>
        <p:spPr>
          <a:xfrm xmlns:a="http://schemas.openxmlformats.org/drawingml/2006/main">
            <a:off x="8382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對教師</a:t>
            </a:r>
          </a:p>
        </p:txBody>
      </p:sp>
      <p:sp>
        <p:nvSpPr>
          <p:cNvPr id="6" name="slide-16-line-6">
            <a:extLst xmlns:a="http://schemas.openxmlformats.org/drawingml/2006/main">
              <a:ext uri="{FF2B5EF4-FFF2-40B4-BE49-F238E27FC236}">
                <a16:creationId xmlns:a16="http://schemas.microsoft.com/office/drawing/2014/main" id="{6F90B2F6-9A70-4C92-A9BD-86C76218CB56}"/>
              </a:ext>
            </a:extLst>
          </p:cNvPr>
          <p:cNvSpPr>
            <a:spLocks xmlns:a="http://schemas.openxmlformats.org/drawingml/2006/main" noGrp="1"/>
          </p:cNvSpPr>
          <p:nvPr/>
        </p:nvSpPr>
        <p:spPr>
          <a:xfrm xmlns:a="http://schemas.openxmlformats.org/drawingml/2006/main">
            <a:off x="838200" y="3305175"/>
            <a:ext cx="36830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16-text-7">
            <a:extLst xmlns:a="http://schemas.openxmlformats.org/drawingml/2006/main">
              <a:ext uri="{FF2B5EF4-FFF2-40B4-BE49-F238E27FC236}">
                <a16:creationId xmlns:a16="http://schemas.microsoft.com/office/drawing/2014/main" id="{CAA40474-F547-456D-AF5E-E4C4959AAE64}"/>
              </a:ext>
            </a:extLst>
          </p:cNvPr>
          <p:cNvSpPr>
            <a:spLocks xmlns:a="http://schemas.openxmlformats.org/drawingml/2006/main" noGrp="1"/>
          </p:cNvSpPr>
          <p:nvPr/>
        </p:nvSpPr>
        <p:spPr>
          <a:xfrm xmlns:a="http://schemas.openxmlformats.org/drawingml/2006/main">
            <a:off x="8382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0B1830"/>
                </a:solidFill>
                <a:latin typeface="PingFang TC"/>
                <a:ea typeface="PingFang TC"/>
                <a:cs typeface="PingFang TC"/>
              </a:defRPr>
            </a:pPr>
            <a:r>
              <a:rPr sz="2550" b="1">
                <a:solidFill>
                  <a:srgbClr val="0B1830"/>
                </a:solidFill>
                <a:latin typeface="PingFang TC"/>
                <a:ea typeface="PingFang TC"/>
                <a:cs typeface="PingFang TC"/>
              </a:rPr>
              <a:t>說明如何使用</a:t>
            </a:r>
          </a:p>
        </p:txBody>
      </p:sp>
      <p:sp>
        <p:nvSpPr>
          <p:cNvPr id="8" name="slide-16-text-8">
            <a:extLst xmlns:a="http://schemas.openxmlformats.org/drawingml/2006/main">
              <a:ext uri="{FF2B5EF4-FFF2-40B4-BE49-F238E27FC236}">
                <a16:creationId xmlns:a16="http://schemas.microsoft.com/office/drawing/2014/main" id="{7FEAFD1A-C256-4F6C-B5F0-DEFE3ECF63FF}"/>
              </a:ext>
            </a:extLst>
          </p:cNvPr>
          <p:cNvSpPr>
            <a:spLocks xmlns:a="http://schemas.openxmlformats.org/drawingml/2006/main" noGrp="1"/>
          </p:cNvSpPr>
          <p:nvPr/>
        </p:nvSpPr>
        <p:spPr>
          <a:xfrm xmlns:a="http://schemas.openxmlformats.org/drawingml/2006/main">
            <a:off x="8382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適用的學生與課文。</a:t>
            </a:r>
          </a:p>
        </p:txBody>
      </p:sp>
      <p:sp>
        <p:nvSpPr>
          <p:cNvPr id="9" name="slide-16-text-9">
            <a:extLst xmlns:a="http://schemas.openxmlformats.org/drawingml/2006/main">
              <a:ext uri="{FF2B5EF4-FFF2-40B4-BE49-F238E27FC236}">
                <a16:creationId xmlns:a16="http://schemas.microsoft.com/office/drawing/2014/main" id="{9AE05102-986E-4EF5-92FC-6E7F9EE5459B}"/>
              </a:ext>
            </a:extLst>
          </p:cNvPr>
          <p:cNvSpPr>
            <a:spLocks xmlns:a="http://schemas.openxmlformats.org/drawingml/2006/main" noGrp="1"/>
          </p:cNvSpPr>
          <p:nvPr/>
        </p:nvSpPr>
        <p:spPr>
          <a:xfrm xmlns:a="http://schemas.openxmlformats.org/drawingml/2006/main">
            <a:off x="8382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需要教師再作哪些調整。</a:t>
            </a:r>
          </a:p>
        </p:txBody>
      </p:sp>
      <p:sp>
        <p:nvSpPr>
          <p:cNvPr id="10" name="slide-16-text-10">
            <a:extLst xmlns:a="http://schemas.openxmlformats.org/drawingml/2006/main">
              <a:ext uri="{FF2B5EF4-FFF2-40B4-BE49-F238E27FC236}">
                <a16:creationId xmlns:a16="http://schemas.microsoft.com/office/drawing/2014/main" id="{DA5281C2-D5BC-41F2-B229-AD4DF3406198}"/>
              </a:ext>
            </a:extLst>
          </p:cNvPr>
          <p:cNvSpPr>
            <a:spLocks xmlns:a="http://schemas.openxmlformats.org/drawingml/2006/main" noGrp="1"/>
          </p:cNvSpPr>
          <p:nvPr/>
        </p:nvSpPr>
        <p:spPr>
          <a:xfrm xmlns:a="http://schemas.openxmlformats.org/drawingml/2006/main">
            <a:off x="50165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對協作者</a:t>
            </a:r>
          </a:p>
        </p:txBody>
      </p:sp>
      <p:sp>
        <p:nvSpPr>
          <p:cNvPr id="11" name="slide-16-line-11">
            <a:extLst xmlns:a="http://schemas.openxmlformats.org/drawingml/2006/main">
              <a:ext uri="{FF2B5EF4-FFF2-40B4-BE49-F238E27FC236}">
                <a16:creationId xmlns:a16="http://schemas.microsoft.com/office/drawing/2014/main" id="{8BF63DC6-0D34-4D9B-A18F-C61A4DC0A78F}"/>
              </a:ext>
            </a:extLst>
          </p:cNvPr>
          <p:cNvSpPr>
            <a:spLocks xmlns:a="http://schemas.openxmlformats.org/drawingml/2006/main" noGrp="1"/>
          </p:cNvSpPr>
          <p:nvPr/>
        </p:nvSpPr>
        <p:spPr>
          <a:xfrm xmlns:a="http://schemas.openxmlformats.org/drawingml/2006/main">
            <a:off x="5016500" y="3305175"/>
            <a:ext cx="36830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2" name="slide-16-text-12">
            <a:extLst xmlns:a="http://schemas.openxmlformats.org/drawingml/2006/main">
              <a:ext uri="{FF2B5EF4-FFF2-40B4-BE49-F238E27FC236}">
                <a16:creationId xmlns:a16="http://schemas.microsoft.com/office/drawing/2014/main" id="{F2F74292-9A34-4010-A7ED-7DE2849BCF1E}"/>
              </a:ext>
            </a:extLst>
          </p:cNvPr>
          <p:cNvSpPr>
            <a:spLocks xmlns:a="http://schemas.openxmlformats.org/drawingml/2006/main" noGrp="1"/>
          </p:cNvSpPr>
          <p:nvPr/>
        </p:nvSpPr>
        <p:spPr>
          <a:xfrm xmlns:a="http://schemas.openxmlformats.org/drawingml/2006/main">
            <a:off x="50165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0B1830"/>
                </a:solidFill>
                <a:latin typeface="PingFang TC"/>
                <a:ea typeface="PingFang TC"/>
                <a:cs typeface="PingFang TC"/>
              </a:defRPr>
            </a:pPr>
            <a:r>
              <a:rPr sz="2550" b="1">
                <a:solidFill>
                  <a:srgbClr val="0B1830"/>
                </a:solidFill>
                <a:latin typeface="PingFang TC"/>
                <a:ea typeface="PingFang TC"/>
                <a:cs typeface="PingFang TC"/>
              </a:rPr>
              <a:t>說明如何製作</a:t>
            </a:r>
          </a:p>
        </p:txBody>
      </p:sp>
      <p:sp>
        <p:nvSpPr>
          <p:cNvPr id="13" name="slide-16-text-13">
            <a:extLst xmlns:a="http://schemas.openxmlformats.org/drawingml/2006/main">
              <a:ext uri="{FF2B5EF4-FFF2-40B4-BE49-F238E27FC236}">
                <a16:creationId xmlns:a16="http://schemas.microsoft.com/office/drawing/2014/main" id="{081CA556-19E4-496A-A828-AC8FA26C3D38}"/>
              </a:ext>
            </a:extLst>
          </p:cNvPr>
          <p:cNvSpPr>
            <a:spLocks xmlns:a="http://schemas.openxmlformats.org/drawingml/2006/main" noGrp="1"/>
          </p:cNvSpPr>
          <p:nvPr/>
        </p:nvSpPr>
        <p:spPr>
          <a:xfrm xmlns:a="http://schemas.openxmlformats.org/drawingml/2006/main">
            <a:off x="50165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輸入材料、產出形式。</a:t>
            </a:r>
          </a:p>
        </p:txBody>
      </p:sp>
      <p:sp>
        <p:nvSpPr>
          <p:cNvPr id="14" name="slide-16-text-14">
            <a:extLst xmlns:a="http://schemas.openxmlformats.org/drawingml/2006/main">
              <a:ext uri="{FF2B5EF4-FFF2-40B4-BE49-F238E27FC236}">
                <a16:creationId xmlns:a16="http://schemas.microsoft.com/office/drawing/2014/main" id="{4D4217B9-1151-4B9A-93F7-0B349F2206CC}"/>
              </a:ext>
            </a:extLst>
          </p:cNvPr>
          <p:cNvSpPr>
            <a:spLocks xmlns:a="http://schemas.openxmlformats.org/drawingml/2006/main" noGrp="1"/>
          </p:cNvSpPr>
          <p:nvPr/>
        </p:nvSpPr>
        <p:spPr>
          <a:xfrm xmlns:a="http://schemas.openxmlformats.org/drawingml/2006/main">
            <a:off x="50165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檢查依據與需要確認的地方。</a:t>
            </a:r>
          </a:p>
        </p:txBody>
      </p:sp>
      <p:sp>
        <p:nvSpPr>
          <p:cNvPr id="15" name="slide-16-text-15">
            <a:extLst xmlns:a="http://schemas.openxmlformats.org/drawingml/2006/main">
              <a:ext uri="{FF2B5EF4-FFF2-40B4-BE49-F238E27FC236}">
                <a16:creationId xmlns:a16="http://schemas.microsoft.com/office/drawing/2014/main" id="{8BE936CE-014F-40DB-A3C9-C28677E474D3}"/>
              </a:ext>
            </a:extLst>
          </p:cNvPr>
          <p:cNvSpPr>
            <a:spLocks xmlns:a="http://schemas.openxmlformats.org/drawingml/2006/main" noGrp="1"/>
          </p:cNvSpPr>
          <p:nvPr/>
        </p:nvSpPr>
        <p:spPr>
          <a:xfrm xmlns:a="http://schemas.openxmlformats.org/drawingml/2006/main">
            <a:off x="9194800" y="2838450"/>
            <a:ext cx="36830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1">
                <a:solidFill>
                  <a:srgbClr val="315CF5"/>
                </a:solidFill>
                <a:latin typeface="PingFang TC"/>
                <a:ea typeface="PingFang TC"/>
                <a:cs typeface="PingFang TC"/>
              </a:defRPr>
            </a:pPr>
            <a:r>
              <a:rPr sz="1650" b="1">
                <a:solidFill>
                  <a:srgbClr val="315CF5"/>
                </a:solidFill>
                <a:latin typeface="PingFang TC"/>
                <a:ea typeface="PingFang TC"/>
                <a:cs typeface="PingFang TC"/>
              </a:rPr>
              <a:t>對負責人</a:t>
            </a:r>
          </a:p>
        </p:txBody>
      </p:sp>
      <p:sp>
        <p:nvSpPr>
          <p:cNvPr id="16" name="slide-16-line-16">
            <a:extLst xmlns:a="http://schemas.openxmlformats.org/drawingml/2006/main">
              <a:ext uri="{FF2B5EF4-FFF2-40B4-BE49-F238E27FC236}">
                <a16:creationId xmlns:a16="http://schemas.microsoft.com/office/drawing/2014/main" id="{42960257-2A66-4CCE-A1C1-49E1C25AED34}"/>
              </a:ext>
            </a:extLst>
          </p:cNvPr>
          <p:cNvSpPr>
            <a:spLocks xmlns:a="http://schemas.openxmlformats.org/drawingml/2006/main" noGrp="1"/>
          </p:cNvSpPr>
          <p:nvPr/>
        </p:nvSpPr>
        <p:spPr>
          <a:xfrm xmlns:a="http://schemas.openxmlformats.org/drawingml/2006/main">
            <a:off x="9194800" y="3305175"/>
            <a:ext cx="36830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7" name="slide-16-text-17">
            <a:extLst xmlns:a="http://schemas.openxmlformats.org/drawingml/2006/main">
              <a:ext uri="{FF2B5EF4-FFF2-40B4-BE49-F238E27FC236}">
                <a16:creationId xmlns:a16="http://schemas.microsoft.com/office/drawing/2014/main" id="{AAA4CFD7-F737-464E-86DF-8D05C7772C93}"/>
              </a:ext>
            </a:extLst>
          </p:cNvPr>
          <p:cNvSpPr>
            <a:spLocks xmlns:a="http://schemas.openxmlformats.org/drawingml/2006/main" noGrp="1"/>
          </p:cNvSpPr>
          <p:nvPr/>
        </p:nvSpPr>
        <p:spPr>
          <a:xfrm xmlns:a="http://schemas.openxmlformats.org/drawingml/2006/main">
            <a:off x="9194800" y="3571875"/>
            <a:ext cx="36830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0B1830"/>
                </a:solidFill>
                <a:latin typeface="PingFang TC"/>
                <a:ea typeface="PingFang TC"/>
                <a:cs typeface="PingFang TC"/>
              </a:defRPr>
            </a:pPr>
            <a:r>
              <a:rPr sz="2550" b="1">
                <a:solidFill>
                  <a:srgbClr val="0B1830"/>
                </a:solidFill>
                <a:latin typeface="PingFang TC"/>
                <a:ea typeface="PingFang TC"/>
                <a:cs typeface="PingFang TC"/>
              </a:rPr>
              <a:t>說明承諾到哪裏</a:t>
            </a:r>
          </a:p>
        </p:txBody>
      </p:sp>
      <p:sp>
        <p:nvSpPr>
          <p:cNvPr id="18" name="slide-16-text-18">
            <a:extLst xmlns:a="http://schemas.openxmlformats.org/drawingml/2006/main">
              <a:ext uri="{FF2B5EF4-FFF2-40B4-BE49-F238E27FC236}">
                <a16:creationId xmlns:a16="http://schemas.microsoft.com/office/drawing/2014/main" id="{C24217F0-5409-4D0F-997F-CC2E2699ED6F}"/>
              </a:ext>
            </a:extLst>
          </p:cNvPr>
          <p:cNvSpPr>
            <a:spLocks xmlns:a="http://schemas.openxmlformats.org/drawingml/2006/main" noGrp="1"/>
          </p:cNvSpPr>
          <p:nvPr/>
        </p:nvSpPr>
        <p:spPr>
          <a:xfrm xmlns:a="http://schemas.openxmlformats.org/drawingml/2006/main">
            <a:off x="9194800" y="4610100"/>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已完成的工作。</a:t>
            </a:r>
          </a:p>
        </p:txBody>
      </p:sp>
      <p:sp>
        <p:nvSpPr>
          <p:cNvPr id="19" name="slide-16-text-19">
            <a:extLst xmlns:a="http://schemas.openxmlformats.org/drawingml/2006/main">
              <a:ext uri="{FF2B5EF4-FFF2-40B4-BE49-F238E27FC236}">
                <a16:creationId xmlns:a16="http://schemas.microsoft.com/office/drawing/2014/main" id="{196D289F-E134-4975-9D72-EE7166A2A025}"/>
              </a:ext>
            </a:extLst>
          </p:cNvPr>
          <p:cNvSpPr>
            <a:spLocks xmlns:a="http://schemas.openxmlformats.org/drawingml/2006/main" noGrp="1"/>
          </p:cNvSpPr>
          <p:nvPr/>
        </p:nvSpPr>
        <p:spPr>
          <a:xfrm xmlns:a="http://schemas.openxmlformats.org/drawingml/2006/main">
            <a:off x="9194800" y="4961763"/>
            <a:ext cx="36830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未知、風險及下一步驗證。</a:t>
            </a:r>
          </a:p>
        </p:txBody>
      </p:sp>
      <p:sp>
        <p:nvSpPr>
          <p:cNvPr id="20" name="slide-16-text-20">
            <a:extLst xmlns:a="http://schemas.openxmlformats.org/drawingml/2006/main">
              <a:ext uri="{FF2B5EF4-FFF2-40B4-BE49-F238E27FC236}">
                <a16:creationId xmlns:a16="http://schemas.microsoft.com/office/drawing/2014/main" id="{BA279041-B49E-42D9-B002-FA4325837AD7}"/>
              </a:ext>
            </a:extLst>
          </p:cNvPr>
          <p:cNvSpPr>
            <a:spLocks xmlns:a="http://schemas.openxmlformats.org/drawingml/2006/main" noGrp="1"/>
          </p:cNvSpPr>
          <p:nvPr/>
        </p:nvSpPr>
        <p:spPr>
          <a:xfrm xmlns:a="http://schemas.openxmlformats.org/drawingml/2006/main">
            <a:off x="838200" y="6572250"/>
            <a:ext cx="120015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受眾改變，可以調整解釋方式。核心事實與承諾保持一致。</a:t>
            </a:r>
          </a:p>
        </p:txBody>
      </p:sp>
      <p:sp>
        <p:nvSpPr>
          <p:cNvPr id="21" name="slide-16-text-21">
            <a:extLst xmlns:a="http://schemas.openxmlformats.org/drawingml/2006/main">
              <a:ext uri="{FF2B5EF4-FFF2-40B4-BE49-F238E27FC236}">
                <a16:creationId xmlns:a16="http://schemas.microsoft.com/office/drawing/2014/main" id="{9A6595D0-D945-4C4A-A2A8-B7DAA58241D1}"/>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16 / 66</a:t>
            </a:r>
          </a:p>
        </p:txBody>
      </p:sp>
    </p:spTree>
    <p:extLst>
      <p:ext uri="{BB962C8B-B14F-4D97-AF65-F5344CB8AC3E}">
        <p14:creationId xmlns:p14="http://schemas.microsoft.com/office/powerpoint/2010/main" val="1851723293"/>
      </p:ext>
    </p:extLst>
  </p:cSld>
</p:sld>
</file>

<file path=ppt/slides/slide1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4" name="slide-17-text-1">
            <a:extLst xmlns:a="http://schemas.openxmlformats.org/drawingml/2006/main">
              <a:ext uri="{FF2B5EF4-FFF2-40B4-BE49-F238E27FC236}">
                <a16:creationId xmlns:a16="http://schemas.microsoft.com/office/drawing/2014/main" id="{6E4C75B2-9566-433B-A89A-48F2EA694203}"/>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表達與工作</a:t>
            </a:r>
          </a:p>
        </p:txBody>
      </p:sp>
      <p:sp>
        <p:nvSpPr>
          <p:cNvPr id="2" name="slide-17-text-2">
            <a:extLst xmlns:a="http://schemas.openxmlformats.org/drawingml/2006/main">
              <a:ext uri="{FF2B5EF4-FFF2-40B4-BE49-F238E27FC236}">
                <a16:creationId xmlns:a16="http://schemas.microsoft.com/office/drawing/2014/main" id="{228BB378-0FB5-4E6C-B71A-15EAF99B45D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中文傳意參與了工作的形成</a:t>
            </a:r>
          </a:p>
        </p:txBody>
      </p:sp>
      <p:sp>
        <p:nvSpPr>
          <p:cNvPr id="3" name="slide-17-line-3">
            <a:extLst xmlns:a="http://schemas.openxmlformats.org/drawingml/2006/main">
              <a:ext uri="{FF2B5EF4-FFF2-40B4-BE49-F238E27FC236}">
                <a16:creationId xmlns:a16="http://schemas.microsoft.com/office/drawing/2014/main" id="{1DC40089-F381-4B2C-8096-67CFED368D6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17-text-4">
            <a:extLst xmlns:a="http://schemas.openxmlformats.org/drawingml/2006/main">
              <a:ext uri="{FF2B5EF4-FFF2-40B4-BE49-F238E27FC236}">
                <a16:creationId xmlns:a16="http://schemas.microsoft.com/office/drawing/2014/main" id="{1E3EF056-F024-4A0E-9B23-A47C777C230C}"/>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17-text-5">
            <a:extLst xmlns:a="http://schemas.openxmlformats.org/drawingml/2006/main">
              <a:ext uri="{FF2B5EF4-FFF2-40B4-BE49-F238E27FC236}">
                <a16:creationId xmlns:a16="http://schemas.microsoft.com/office/drawing/2014/main" id="{E2A4B7EC-FC53-45D2-A559-C7727A83E82B}"/>
              </a:ext>
            </a:extLst>
          </p:cNvPr>
          <p:cNvSpPr>
            <a:spLocks xmlns:a="http://schemas.openxmlformats.org/drawingml/2006/main" noGrp="1"/>
          </p:cNvSpPr>
          <p:nvPr/>
        </p:nvSpPr>
        <p:spPr>
          <a:xfrm xmlns:a="http://schemas.openxmlformats.org/drawingml/2006/main">
            <a:off x="8382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17-line-6">
            <a:extLst xmlns:a="http://schemas.openxmlformats.org/drawingml/2006/main">
              <a:ext uri="{FF2B5EF4-FFF2-40B4-BE49-F238E27FC236}">
                <a16:creationId xmlns:a16="http://schemas.microsoft.com/office/drawing/2014/main" id="{057B7B6D-7CC1-4524-9477-5A0584178754}"/>
              </a:ext>
            </a:extLst>
          </p:cNvPr>
          <p:cNvSpPr>
            <a:spLocks xmlns:a="http://schemas.openxmlformats.org/drawingml/2006/main" noGrp="1"/>
          </p:cNvSpPr>
          <p:nvPr/>
        </p:nvSpPr>
        <p:spPr>
          <a:xfrm xmlns:a="http://schemas.openxmlformats.org/drawingml/2006/main">
            <a:off x="8382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17-text-7">
            <a:extLst xmlns:a="http://schemas.openxmlformats.org/drawingml/2006/main">
              <a:ext uri="{FF2B5EF4-FFF2-40B4-BE49-F238E27FC236}">
                <a16:creationId xmlns:a16="http://schemas.microsoft.com/office/drawing/2014/main" id="{B96CE882-33A6-41C2-BE5F-03630D96FBAA}"/>
              </a:ext>
            </a:extLst>
          </p:cNvPr>
          <p:cNvSpPr>
            <a:spLocks xmlns:a="http://schemas.openxmlformats.org/drawingml/2006/main" noGrp="1"/>
          </p:cNvSpPr>
          <p:nvPr/>
        </p:nvSpPr>
        <p:spPr>
          <a:xfrm xmlns:a="http://schemas.openxmlformats.org/drawingml/2006/main">
            <a:off x="8382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委託</a:t>
            </a:r>
          </a:p>
        </p:txBody>
      </p:sp>
      <p:sp>
        <p:nvSpPr>
          <p:cNvPr id="8" name="slide-17-text-8">
            <a:extLst xmlns:a="http://schemas.openxmlformats.org/drawingml/2006/main">
              <a:ext uri="{FF2B5EF4-FFF2-40B4-BE49-F238E27FC236}">
                <a16:creationId xmlns:a16="http://schemas.microsoft.com/office/drawing/2014/main" id="{81B0E9AD-9F27-4842-B104-32F2C5BBC61B}"/>
              </a:ext>
            </a:extLst>
          </p:cNvPr>
          <p:cNvSpPr>
            <a:spLocks xmlns:a="http://schemas.openxmlformats.org/drawingml/2006/main" noGrp="1"/>
          </p:cNvSpPr>
          <p:nvPr/>
        </p:nvSpPr>
        <p:spPr>
          <a:xfrm xmlns:a="http://schemas.openxmlformats.org/drawingml/2006/main">
            <a:off x="8382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讓另一個人知道</a:t>
            </a:r>
          </a:p>
        </p:txBody>
      </p:sp>
      <p:sp>
        <p:nvSpPr>
          <p:cNvPr id="9" name="slide-17-text-9">
            <a:extLst xmlns:a="http://schemas.openxmlformats.org/drawingml/2006/main">
              <a:ext uri="{FF2B5EF4-FFF2-40B4-BE49-F238E27FC236}">
                <a16:creationId xmlns:a16="http://schemas.microsoft.com/office/drawing/2014/main" id="{9D6C3D3E-2FB4-4822-94FC-4A744432BDAF}"/>
              </a:ext>
            </a:extLst>
          </p:cNvPr>
          <p:cNvSpPr>
            <a:spLocks xmlns:a="http://schemas.openxmlformats.org/drawingml/2006/main" noGrp="1"/>
          </p:cNvSpPr>
          <p:nvPr/>
        </p:nvSpPr>
        <p:spPr>
          <a:xfrm xmlns:a="http://schemas.openxmlformats.org/drawingml/2006/main">
            <a:off x="8382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具體要完成甚麼</a:t>
            </a:r>
          </a:p>
        </p:txBody>
      </p:sp>
      <p:sp>
        <p:nvSpPr>
          <p:cNvPr id="10" name="slide-17-line-10">
            <a:extLst xmlns:a="http://schemas.openxmlformats.org/drawingml/2006/main">
              <a:ext uri="{FF2B5EF4-FFF2-40B4-BE49-F238E27FC236}">
                <a16:creationId xmlns:a16="http://schemas.microsoft.com/office/drawing/2014/main" id="{12AE3459-62BC-4086-A7EE-E45200756741}"/>
              </a:ext>
            </a:extLst>
          </p:cNvPr>
          <p:cNvSpPr>
            <a:spLocks xmlns:a="http://schemas.openxmlformats.org/drawingml/2006/main" noGrp="1"/>
          </p:cNvSpPr>
          <p:nvPr/>
        </p:nvSpPr>
        <p:spPr>
          <a:xfrm xmlns:a="http://schemas.openxmlformats.org/drawingml/2006/main">
            <a:off x="46736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17-text-11">
            <a:extLst xmlns:a="http://schemas.openxmlformats.org/drawingml/2006/main">
              <a:ext uri="{FF2B5EF4-FFF2-40B4-BE49-F238E27FC236}">
                <a16:creationId xmlns:a16="http://schemas.microsoft.com/office/drawing/2014/main" id="{2DF6ABD2-E267-4DE7-9ACA-A7A1F5CE992A}"/>
              </a:ext>
            </a:extLst>
          </p:cNvPr>
          <p:cNvSpPr>
            <a:spLocks xmlns:a="http://schemas.openxmlformats.org/drawingml/2006/main" noGrp="1"/>
          </p:cNvSpPr>
          <p:nvPr/>
        </p:nvSpPr>
        <p:spPr>
          <a:xfrm xmlns:a="http://schemas.openxmlformats.org/drawingml/2006/main">
            <a:off x="49784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17-line-12">
            <a:extLst xmlns:a="http://schemas.openxmlformats.org/drawingml/2006/main">
              <a:ext uri="{FF2B5EF4-FFF2-40B4-BE49-F238E27FC236}">
                <a16:creationId xmlns:a16="http://schemas.microsoft.com/office/drawing/2014/main" id="{53AE23CC-F07E-40B1-B748-48E4354357CA}"/>
              </a:ext>
            </a:extLst>
          </p:cNvPr>
          <p:cNvSpPr>
            <a:spLocks xmlns:a="http://schemas.openxmlformats.org/drawingml/2006/main" noGrp="1"/>
          </p:cNvSpPr>
          <p:nvPr/>
        </p:nvSpPr>
        <p:spPr>
          <a:xfrm xmlns:a="http://schemas.openxmlformats.org/drawingml/2006/main">
            <a:off x="49784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17-text-13">
            <a:extLst xmlns:a="http://schemas.openxmlformats.org/drawingml/2006/main">
              <a:ext uri="{FF2B5EF4-FFF2-40B4-BE49-F238E27FC236}">
                <a16:creationId xmlns:a16="http://schemas.microsoft.com/office/drawing/2014/main" id="{3AF7B605-5AF4-4E3F-B9EF-8165195EBABB}"/>
              </a:ext>
            </a:extLst>
          </p:cNvPr>
          <p:cNvSpPr>
            <a:spLocks xmlns:a="http://schemas.openxmlformats.org/drawingml/2006/main" noGrp="1"/>
          </p:cNvSpPr>
          <p:nvPr/>
        </p:nvSpPr>
        <p:spPr>
          <a:xfrm xmlns:a="http://schemas.openxmlformats.org/drawingml/2006/main">
            <a:off x="49784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證據</a:t>
            </a:r>
          </a:p>
        </p:txBody>
      </p:sp>
      <p:sp>
        <p:nvSpPr>
          <p:cNvPr id="14" name="slide-17-text-14">
            <a:extLst xmlns:a="http://schemas.openxmlformats.org/drawingml/2006/main">
              <a:ext uri="{FF2B5EF4-FFF2-40B4-BE49-F238E27FC236}">
                <a16:creationId xmlns:a16="http://schemas.microsoft.com/office/drawing/2014/main" id="{7C4EB74B-C17F-4BAD-A3E8-60616DB9BD97}"/>
              </a:ext>
            </a:extLst>
          </p:cNvPr>
          <p:cNvSpPr>
            <a:spLocks xmlns:a="http://schemas.openxmlformats.org/drawingml/2006/main" noGrp="1"/>
          </p:cNvSpPr>
          <p:nvPr/>
        </p:nvSpPr>
        <p:spPr>
          <a:xfrm xmlns:a="http://schemas.openxmlformats.org/drawingml/2006/main">
            <a:off x="49784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讓對方判斷</a:t>
            </a:r>
          </a:p>
        </p:txBody>
      </p:sp>
      <p:sp>
        <p:nvSpPr>
          <p:cNvPr id="15" name="slide-17-text-15">
            <a:extLst xmlns:a="http://schemas.openxmlformats.org/drawingml/2006/main">
              <a:ext uri="{FF2B5EF4-FFF2-40B4-BE49-F238E27FC236}">
                <a16:creationId xmlns:a16="http://schemas.microsoft.com/office/drawing/2014/main" id="{C370E46D-6E9D-473F-9183-7215923BE41D}"/>
              </a:ext>
            </a:extLst>
          </p:cNvPr>
          <p:cNvSpPr>
            <a:spLocks xmlns:a="http://schemas.openxmlformats.org/drawingml/2006/main" noGrp="1"/>
          </p:cNvSpPr>
          <p:nvPr/>
        </p:nvSpPr>
        <p:spPr>
          <a:xfrm xmlns:a="http://schemas.openxmlformats.org/drawingml/2006/main">
            <a:off x="49784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結論依據在哪裏</a:t>
            </a:r>
          </a:p>
        </p:txBody>
      </p:sp>
      <p:sp>
        <p:nvSpPr>
          <p:cNvPr id="16" name="slide-17-line-16">
            <a:extLst xmlns:a="http://schemas.openxmlformats.org/drawingml/2006/main">
              <a:ext uri="{FF2B5EF4-FFF2-40B4-BE49-F238E27FC236}">
                <a16:creationId xmlns:a16="http://schemas.microsoft.com/office/drawing/2014/main" id="{6B4184CC-17F5-47B9-B4CC-FD7BF7E139C4}"/>
              </a:ext>
            </a:extLst>
          </p:cNvPr>
          <p:cNvSpPr>
            <a:spLocks xmlns:a="http://schemas.openxmlformats.org/drawingml/2006/main" noGrp="1"/>
          </p:cNvSpPr>
          <p:nvPr/>
        </p:nvSpPr>
        <p:spPr>
          <a:xfrm xmlns:a="http://schemas.openxmlformats.org/drawingml/2006/main">
            <a:off x="88138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17-text-17">
            <a:extLst xmlns:a="http://schemas.openxmlformats.org/drawingml/2006/main">
              <a:ext uri="{FF2B5EF4-FFF2-40B4-BE49-F238E27FC236}">
                <a16:creationId xmlns:a16="http://schemas.microsoft.com/office/drawing/2014/main" id="{402BF966-DA52-4930-B1AE-910DF92FE317}"/>
              </a:ext>
            </a:extLst>
          </p:cNvPr>
          <p:cNvSpPr>
            <a:spLocks xmlns:a="http://schemas.openxmlformats.org/drawingml/2006/main" noGrp="1"/>
          </p:cNvSpPr>
          <p:nvPr/>
        </p:nvSpPr>
        <p:spPr>
          <a:xfrm xmlns:a="http://schemas.openxmlformats.org/drawingml/2006/main">
            <a:off x="91186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17-line-18">
            <a:extLst xmlns:a="http://schemas.openxmlformats.org/drawingml/2006/main">
              <a:ext uri="{FF2B5EF4-FFF2-40B4-BE49-F238E27FC236}">
                <a16:creationId xmlns:a16="http://schemas.microsoft.com/office/drawing/2014/main" id="{DF015B30-5A53-442D-9664-629F915AB124}"/>
              </a:ext>
            </a:extLst>
          </p:cNvPr>
          <p:cNvSpPr>
            <a:spLocks xmlns:a="http://schemas.openxmlformats.org/drawingml/2006/main" noGrp="1"/>
          </p:cNvSpPr>
          <p:nvPr/>
        </p:nvSpPr>
        <p:spPr>
          <a:xfrm xmlns:a="http://schemas.openxmlformats.org/drawingml/2006/main">
            <a:off x="91186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17-text-19">
            <a:extLst xmlns:a="http://schemas.openxmlformats.org/drawingml/2006/main">
              <a:ext uri="{FF2B5EF4-FFF2-40B4-BE49-F238E27FC236}">
                <a16:creationId xmlns:a16="http://schemas.microsoft.com/office/drawing/2014/main" id="{D8216B20-F3CB-478D-AC98-A32C084C64A4}"/>
              </a:ext>
            </a:extLst>
          </p:cNvPr>
          <p:cNvSpPr>
            <a:spLocks xmlns:a="http://schemas.openxmlformats.org/drawingml/2006/main" noGrp="1"/>
          </p:cNvSpPr>
          <p:nvPr/>
        </p:nvSpPr>
        <p:spPr>
          <a:xfrm xmlns:a="http://schemas.openxmlformats.org/drawingml/2006/main">
            <a:off x="91186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承諾</a:t>
            </a:r>
          </a:p>
        </p:txBody>
      </p:sp>
      <p:sp>
        <p:nvSpPr>
          <p:cNvPr id="20" name="slide-17-text-20">
            <a:extLst xmlns:a="http://schemas.openxmlformats.org/drawingml/2006/main">
              <a:ext uri="{FF2B5EF4-FFF2-40B4-BE49-F238E27FC236}">
                <a16:creationId xmlns:a16="http://schemas.microsoft.com/office/drawing/2014/main" id="{B4214094-1F75-48BB-9512-09280DF7D9A5}"/>
              </a:ext>
            </a:extLst>
          </p:cNvPr>
          <p:cNvSpPr>
            <a:spLocks xmlns:a="http://schemas.openxmlformats.org/drawingml/2006/main" noGrp="1"/>
          </p:cNvSpPr>
          <p:nvPr/>
        </p:nvSpPr>
        <p:spPr>
          <a:xfrm xmlns:a="http://schemas.openxmlformats.org/drawingml/2006/main">
            <a:off x="91186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交代已確認範圍</a:t>
            </a:r>
          </a:p>
        </p:txBody>
      </p:sp>
      <p:sp>
        <p:nvSpPr>
          <p:cNvPr id="21" name="slide-17-text-21">
            <a:extLst xmlns:a="http://schemas.openxmlformats.org/drawingml/2006/main">
              <a:ext uri="{FF2B5EF4-FFF2-40B4-BE49-F238E27FC236}">
                <a16:creationId xmlns:a16="http://schemas.microsoft.com/office/drawing/2014/main" id="{53D8F865-6FBA-4297-B229-40A529753BD6}"/>
              </a:ext>
            </a:extLst>
          </p:cNvPr>
          <p:cNvSpPr>
            <a:spLocks xmlns:a="http://schemas.openxmlformats.org/drawingml/2006/main" noGrp="1"/>
          </p:cNvSpPr>
          <p:nvPr/>
        </p:nvSpPr>
        <p:spPr>
          <a:xfrm xmlns:a="http://schemas.openxmlformats.org/drawingml/2006/main">
            <a:off x="91186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及需要重新確認之處</a:t>
            </a:r>
          </a:p>
        </p:txBody>
      </p:sp>
      <p:sp>
        <p:nvSpPr>
          <p:cNvPr id="22" name="slide-17-text-22">
            <a:extLst xmlns:a="http://schemas.openxmlformats.org/drawingml/2006/main">
              <a:ext uri="{FF2B5EF4-FFF2-40B4-BE49-F238E27FC236}">
                <a16:creationId xmlns:a16="http://schemas.microsoft.com/office/drawing/2014/main" id="{F1416F17-82E8-4819-99CC-69E21D2042E5}"/>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同一份文字，會影響後續的分工、驗收與責任。</a:t>
            </a:r>
          </a:p>
        </p:txBody>
      </p:sp>
      <p:sp>
        <p:nvSpPr>
          <p:cNvPr id="23" name="slide-17-text-23">
            <a:extLst xmlns:a="http://schemas.openxmlformats.org/drawingml/2006/main">
              <a:ext uri="{FF2B5EF4-FFF2-40B4-BE49-F238E27FC236}">
                <a16:creationId xmlns:a16="http://schemas.microsoft.com/office/drawing/2014/main" id="{15071D40-B23D-4380-9B58-7E5A34E6A16B}"/>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17 / 66</a:t>
            </a:r>
          </a:p>
        </p:txBody>
      </p:sp>
    </p:spTree>
    <p:extLst>
      <p:ext uri="{BB962C8B-B14F-4D97-AF65-F5344CB8AC3E}">
        <p14:creationId xmlns:p14="http://schemas.microsoft.com/office/powerpoint/2010/main" val="1093195669"/>
      </p:ext>
    </p:extLst>
  </p:cSld>
</p:sld>
</file>

<file path=ppt/slides/slide1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4" name="slide-18-text-1">
            <a:extLst xmlns:a="http://schemas.openxmlformats.org/drawingml/2006/main">
              <a:ext uri="{FF2B5EF4-FFF2-40B4-BE49-F238E27FC236}">
                <a16:creationId xmlns:a16="http://schemas.microsoft.com/office/drawing/2014/main" id="{83BD2517-881F-4FDF-B4EC-CF8A1934826A}"/>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企業家的視角</a:t>
            </a:r>
          </a:p>
        </p:txBody>
      </p:sp>
      <p:sp>
        <p:nvSpPr>
          <p:cNvPr id="2" name="slide-18-text-2">
            <a:extLst xmlns:a="http://schemas.openxmlformats.org/drawingml/2006/main">
              <a:ext uri="{FF2B5EF4-FFF2-40B4-BE49-F238E27FC236}">
                <a16:creationId xmlns:a16="http://schemas.microsoft.com/office/drawing/2014/main" id="{16D75BE7-65C6-47B2-93DD-C20AE4A68DA6}"/>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生成變快後，注意力仍然有限</a:t>
            </a:r>
          </a:p>
        </p:txBody>
      </p:sp>
      <p:sp>
        <p:nvSpPr>
          <p:cNvPr id="3" name="slide-18-line-3">
            <a:extLst xmlns:a="http://schemas.openxmlformats.org/drawingml/2006/main">
              <a:ext uri="{FF2B5EF4-FFF2-40B4-BE49-F238E27FC236}">
                <a16:creationId xmlns:a16="http://schemas.microsoft.com/office/drawing/2014/main" id="{3120F0A8-1CD4-4371-AA40-EA7320D7085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18-text-4">
            <a:extLst xmlns:a="http://schemas.openxmlformats.org/drawingml/2006/main">
              <a:ext uri="{FF2B5EF4-FFF2-40B4-BE49-F238E27FC236}">
                <a16:creationId xmlns:a16="http://schemas.microsoft.com/office/drawing/2014/main" id="{DD0C15E7-6264-4853-8E64-2543AE73DC17}"/>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18-text-5">
            <a:extLst xmlns:a="http://schemas.openxmlformats.org/drawingml/2006/main">
              <a:ext uri="{FF2B5EF4-FFF2-40B4-BE49-F238E27FC236}">
                <a16:creationId xmlns:a16="http://schemas.microsoft.com/office/drawing/2014/main" id="{FE7495C2-A2FD-4A94-9688-9BF1715285E2}"/>
              </a:ext>
            </a:extLst>
          </p:cNvPr>
          <p:cNvSpPr>
            <a:spLocks xmlns:a="http://schemas.openxmlformats.org/drawingml/2006/main" noGrp="1"/>
          </p:cNvSpPr>
          <p:nvPr/>
        </p:nvSpPr>
        <p:spPr>
          <a:xfrm xmlns:a="http://schemas.openxmlformats.org/drawingml/2006/main">
            <a:off x="838200" y="2324100"/>
            <a:ext cx="120396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FFFFFF"/>
                </a:solidFill>
                <a:latin typeface="PingFang TC"/>
                <a:ea typeface="PingFang TC"/>
                <a:cs typeface="PingFang TC"/>
              </a:defRPr>
            </a:pPr>
            <a:r>
              <a:rPr sz="2550" b="1">
                <a:solidFill>
                  <a:srgbClr val="FFFFFF"/>
                </a:solidFill>
                <a:latin typeface="PingFang TC"/>
                <a:ea typeface="PingFang TC"/>
                <a:cs typeface="PingFang TC"/>
              </a:rPr>
              <a:t>方案可以增加，值得投入的問題仍需選擇</a:t>
            </a:r>
          </a:p>
        </p:txBody>
      </p:sp>
      <p:sp>
        <p:nvSpPr>
          <p:cNvPr id="6" name="slide-18-text-6">
            <a:extLst xmlns:a="http://schemas.openxmlformats.org/drawingml/2006/main">
              <a:ext uri="{FF2B5EF4-FFF2-40B4-BE49-F238E27FC236}">
                <a16:creationId xmlns:a16="http://schemas.microsoft.com/office/drawing/2014/main" id="{C5CA7091-E873-4388-B941-0E61FFC17899}"/>
              </a:ext>
            </a:extLst>
          </p:cNvPr>
          <p:cNvSpPr>
            <a:spLocks xmlns:a="http://schemas.openxmlformats.org/drawingml/2006/main" noGrp="1"/>
          </p:cNvSpPr>
          <p:nvPr/>
        </p:nvSpPr>
        <p:spPr>
          <a:xfrm xmlns:a="http://schemas.openxmlformats.org/drawingml/2006/main">
            <a:off x="838200" y="3095625"/>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較容易增加</a:t>
            </a:r>
          </a:p>
        </p:txBody>
      </p:sp>
      <p:sp>
        <p:nvSpPr>
          <p:cNvPr id="7" name="slide-18-line-7">
            <a:extLst xmlns:a="http://schemas.openxmlformats.org/drawingml/2006/main">
              <a:ext uri="{FF2B5EF4-FFF2-40B4-BE49-F238E27FC236}">
                <a16:creationId xmlns:a16="http://schemas.microsoft.com/office/drawing/2014/main" id="{09038318-AE7A-4174-9797-6B8AC256A336}"/>
              </a:ext>
            </a:extLst>
          </p:cNvPr>
          <p:cNvSpPr>
            <a:spLocks xmlns:a="http://schemas.openxmlformats.org/drawingml/2006/main" noGrp="1"/>
          </p:cNvSpPr>
          <p:nvPr/>
        </p:nvSpPr>
        <p:spPr>
          <a:xfrm xmlns:a="http://schemas.openxmlformats.org/drawingml/2006/main">
            <a:off x="838200" y="3552825"/>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8" name="slide-18-text-8">
            <a:extLst xmlns:a="http://schemas.openxmlformats.org/drawingml/2006/main">
              <a:ext uri="{FF2B5EF4-FFF2-40B4-BE49-F238E27FC236}">
                <a16:creationId xmlns:a16="http://schemas.microsoft.com/office/drawing/2014/main" id="{CAA92663-11BA-4A08-89A8-6FC6EC3D516B}"/>
              </a:ext>
            </a:extLst>
          </p:cNvPr>
          <p:cNvSpPr>
            <a:spLocks xmlns:a="http://schemas.openxmlformats.org/drawingml/2006/main" noGrp="1"/>
          </p:cNvSpPr>
          <p:nvPr/>
        </p:nvSpPr>
        <p:spPr>
          <a:xfrm xmlns:a="http://schemas.openxmlformats.org/drawingml/2006/main">
            <a:off x="838200" y="3876675"/>
            <a:ext cx="5724525"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FFFFFF"/>
                </a:solidFill>
                <a:latin typeface="PingFang TC"/>
                <a:ea typeface="PingFang TC"/>
                <a:cs typeface="PingFang TC"/>
              </a:defRPr>
            </a:pPr>
            <a:r>
              <a:rPr sz="2025" b="0">
                <a:solidFill>
                  <a:srgbClr val="FFFFFF"/>
                </a:solidFill>
                <a:latin typeface="PingFang TC"/>
                <a:ea typeface="PingFang TC"/>
                <a:cs typeface="PingFang TC"/>
              </a:rPr>
              <a:t>候選文案、初稿和原型</a:t>
            </a:r>
          </a:p>
        </p:txBody>
      </p:sp>
      <p:sp>
        <p:nvSpPr>
          <p:cNvPr id="9" name="slide-18-text-9">
            <a:extLst xmlns:a="http://schemas.openxmlformats.org/drawingml/2006/main">
              <a:ext uri="{FF2B5EF4-FFF2-40B4-BE49-F238E27FC236}">
                <a16:creationId xmlns:a16="http://schemas.microsoft.com/office/drawing/2014/main" id="{0B22B7F4-945D-4AFA-85C9-7CE85F028A7D}"/>
              </a:ext>
            </a:extLst>
          </p:cNvPr>
          <p:cNvSpPr>
            <a:spLocks xmlns:a="http://schemas.openxmlformats.org/drawingml/2006/main" noGrp="1"/>
          </p:cNvSpPr>
          <p:nvPr/>
        </p:nvSpPr>
        <p:spPr>
          <a:xfrm xmlns:a="http://schemas.openxmlformats.org/drawingml/2006/main">
            <a:off x="7153275" y="3095625"/>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仍需投入</a:t>
            </a:r>
          </a:p>
        </p:txBody>
      </p:sp>
      <p:sp>
        <p:nvSpPr>
          <p:cNvPr id="10" name="slide-18-line-10">
            <a:extLst xmlns:a="http://schemas.openxmlformats.org/drawingml/2006/main">
              <a:ext uri="{FF2B5EF4-FFF2-40B4-BE49-F238E27FC236}">
                <a16:creationId xmlns:a16="http://schemas.microsoft.com/office/drawing/2014/main" id="{99F01E24-B47D-461C-903A-4CAE68046E5F}"/>
              </a:ext>
            </a:extLst>
          </p:cNvPr>
          <p:cNvSpPr>
            <a:spLocks xmlns:a="http://schemas.openxmlformats.org/drawingml/2006/main" noGrp="1"/>
          </p:cNvSpPr>
          <p:nvPr/>
        </p:nvSpPr>
        <p:spPr>
          <a:xfrm xmlns:a="http://schemas.openxmlformats.org/drawingml/2006/main">
            <a:off x="7153275" y="3552825"/>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18-text-11">
            <a:extLst xmlns:a="http://schemas.openxmlformats.org/drawingml/2006/main">
              <a:ext uri="{FF2B5EF4-FFF2-40B4-BE49-F238E27FC236}">
                <a16:creationId xmlns:a16="http://schemas.microsoft.com/office/drawing/2014/main" id="{C4705900-9FEF-470F-A7E3-0977E28675CF}"/>
              </a:ext>
            </a:extLst>
          </p:cNvPr>
          <p:cNvSpPr>
            <a:spLocks xmlns:a="http://schemas.openxmlformats.org/drawingml/2006/main" noGrp="1"/>
          </p:cNvSpPr>
          <p:nvPr/>
        </p:nvSpPr>
        <p:spPr>
          <a:xfrm xmlns:a="http://schemas.openxmlformats.org/drawingml/2006/main">
            <a:off x="7153275" y="3876675"/>
            <a:ext cx="5724525"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FFFFFF"/>
                </a:solidFill>
                <a:latin typeface="PingFang TC"/>
                <a:ea typeface="PingFang TC"/>
                <a:cs typeface="PingFang TC"/>
              </a:defRPr>
            </a:pPr>
            <a:r>
              <a:rPr sz="2025" b="0">
                <a:solidFill>
                  <a:srgbClr val="FFFFFF"/>
                </a:solidFill>
                <a:latin typeface="PingFang TC"/>
                <a:ea typeface="PingFang TC"/>
                <a:cs typeface="PingFang TC"/>
              </a:rPr>
              <a:t>理解使用者、核對證據、承擔維護</a:t>
            </a:r>
          </a:p>
        </p:txBody>
      </p:sp>
      <p:sp>
        <p:nvSpPr>
          <p:cNvPr id="12" name="slide-18-text-12">
            <a:extLst xmlns:a="http://schemas.openxmlformats.org/drawingml/2006/main">
              <a:ext uri="{FF2B5EF4-FFF2-40B4-BE49-F238E27FC236}">
                <a16:creationId xmlns:a16="http://schemas.microsoft.com/office/drawing/2014/main" id="{642895C6-3B29-4EB3-A151-1CCF42614BEA}"/>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部分步驟的成本降低，不保證整個項目的成本同步降低。</a:t>
            </a:r>
          </a:p>
        </p:txBody>
      </p:sp>
      <p:sp>
        <p:nvSpPr>
          <p:cNvPr id="13" name="slide-18-text-13">
            <a:extLst xmlns:a="http://schemas.openxmlformats.org/drawingml/2006/main">
              <a:ext uri="{FF2B5EF4-FFF2-40B4-BE49-F238E27FC236}">
                <a16:creationId xmlns:a16="http://schemas.microsoft.com/office/drawing/2014/main" id="{34C1CF9B-E05A-46BB-9788-3FD1B087B7F8}"/>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18 / 66</a:t>
            </a:r>
          </a:p>
        </p:txBody>
      </p:sp>
    </p:spTree>
    <p:extLst>
      <p:ext uri="{BB962C8B-B14F-4D97-AF65-F5344CB8AC3E}">
        <p14:creationId xmlns:p14="http://schemas.microsoft.com/office/powerpoint/2010/main" val="1672440216"/>
      </p:ext>
    </p:extLst>
  </p:cSld>
</p:sld>
</file>

<file path=ppt/slides/slide1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slide-19-text-1">
            <a:extLst xmlns:a="http://schemas.openxmlformats.org/drawingml/2006/main">
              <a:ext uri="{FF2B5EF4-FFF2-40B4-BE49-F238E27FC236}">
                <a16:creationId xmlns:a16="http://schemas.microsoft.com/office/drawing/2014/main" id="{AA15CD83-25D9-4E25-B6FC-F4F3C5C58098}"/>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企業家的視角</a:t>
            </a:r>
          </a:p>
        </p:txBody>
      </p:sp>
      <p:sp>
        <p:nvSpPr>
          <p:cNvPr id="2" name="slide-19-text-2">
            <a:extLst xmlns:a="http://schemas.openxmlformats.org/drawingml/2006/main">
              <a:ext uri="{FF2B5EF4-FFF2-40B4-BE49-F238E27FC236}">
                <a16:creationId xmlns:a16="http://schemas.microsoft.com/office/drawing/2014/main" id="{CE86BD88-C639-4429-9291-D60D80255822}"/>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我會把下一筆投入用於查清假設</a:t>
            </a:r>
          </a:p>
        </p:txBody>
      </p:sp>
      <p:sp>
        <p:nvSpPr>
          <p:cNvPr id="3" name="slide-19-line-3">
            <a:extLst xmlns:a="http://schemas.openxmlformats.org/drawingml/2006/main">
              <a:ext uri="{FF2B5EF4-FFF2-40B4-BE49-F238E27FC236}">
                <a16:creationId xmlns:a16="http://schemas.microsoft.com/office/drawing/2014/main" id="{F23C2C60-CF43-4E5C-BD6E-1B7639A183C6}"/>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19-text-4">
            <a:extLst xmlns:a="http://schemas.openxmlformats.org/drawingml/2006/main">
              <a:ext uri="{FF2B5EF4-FFF2-40B4-BE49-F238E27FC236}">
                <a16:creationId xmlns:a16="http://schemas.microsoft.com/office/drawing/2014/main" id="{14F358D3-4111-403C-A0D5-BC3CB0DAA201}"/>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19-text-5">
            <a:extLst xmlns:a="http://schemas.openxmlformats.org/drawingml/2006/main">
              <a:ext uri="{FF2B5EF4-FFF2-40B4-BE49-F238E27FC236}">
                <a16:creationId xmlns:a16="http://schemas.microsoft.com/office/drawing/2014/main" id="{B03D1E4B-943B-4A37-BF53-0E8DCB50790A}"/>
              </a:ext>
            </a:extLst>
          </p:cNvPr>
          <p:cNvSpPr>
            <a:spLocks xmlns:a="http://schemas.openxmlformats.org/drawingml/2006/main" noGrp="1"/>
          </p:cNvSpPr>
          <p:nvPr/>
        </p:nvSpPr>
        <p:spPr>
          <a:xfrm xmlns:a="http://schemas.openxmlformats.org/drawingml/2006/main">
            <a:off x="838200" y="28003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繼續</a:t>
            </a:r>
          </a:p>
        </p:txBody>
      </p:sp>
      <p:sp>
        <p:nvSpPr>
          <p:cNvPr id="6" name="slide-19-text-6">
            <a:extLst xmlns:a="http://schemas.openxmlformats.org/drawingml/2006/main">
              <a:ext uri="{FF2B5EF4-FFF2-40B4-BE49-F238E27FC236}">
                <a16:creationId xmlns:a16="http://schemas.microsoft.com/office/drawing/2014/main" id="{E82BAC95-27F3-4D59-8BAE-35B602F20B52}"/>
              </a:ext>
            </a:extLst>
          </p:cNvPr>
          <p:cNvSpPr>
            <a:spLocks xmlns:a="http://schemas.openxmlformats.org/drawingml/2006/main" noGrp="1"/>
          </p:cNvSpPr>
          <p:nvPr/>
        </p:nvSpPr>
        <p:spPr>
          <a:xfrm xmlns:a="http://schemas.openxmlformats.org/drawingml/2006/main">
            <a:off x="3619500" y="280035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需求清楚，主要問題有修正辦法</a:t>
            </a:r>
          </a:p>
        </p:txBody>
      </p:sp>
      <p:sp>
        <p:nvSpPr>
          <p:cNvPr id="7" name="slide-19-line-7">
            <a:extLst xmlns:a="http://schemas.openxmlformats.org/drawingml/2006/main">
              <a:ext uri="{FF2B5EF4-FFF2-40B4-BE49-F238E27FC236}">
                <a16:creationId xmlns:a16="http://schemas.microsoft.com/office/drawing/2014/main" id="{79429985-E45F-4B58-9B7E-D996BEF39052}"/>
              </a:ext>
            </a:extLst>
          </p:cNvPr>
          <p:cNvSpPr>
            <a:spLocks xmlns:a="http://schemas.openxmlformats.org/drawingml/2006/main" noGrp="1"/>
          </p:cNvSpPr>
          <p:nvPr/>
        </p:nvSpPr>
        <p:spPr>
          <a:xfrm xmlns:a="http://schemas.openxmlformats.org/drawingml/2006/main">
            <a:off x="838200" y="368617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19-text-8">
            <a:extLst xmlns:a="http://schemas.openxmlformats.org/drawingml/2006/main">
              <a:ext uri="{FF2B5EF4-FFF2-40B4-BE49-F238E27FC236}">
                <a16:creationId xmlns:a16="http://schemas.microsoft.com/office/drawing/2014/main" id="{18A7C954-B217-45A0-9B19-9AD66C398B5D}"/>
              </a:ext>
            </a:extLst>
          </p:cNvPr>
          <p:cNvSpPr>
            <a:spLocks xmlns:a="http://schemas.openxmlformats.org/drawingml/2006/main" noGrp="1"/>
          </p:cNvSpPr>
          <p:nvPr/>
        </p:nvSpPr>
        <p:spPr>
          <a:xfrm xmlns:a="http://schemas.openxmlformats.org/drawingml/2006/main">
            <a:off x="838200" y="389572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縮小</a:t>
            </a:r>
          </a:p>
        </p:txBody>
      </p:sp>
      <p:sp>
        <p:nvSpPr>
          <p:cNvPr id="9" name="slide-19-text-9">
            <a:extLst xmlns:a="http://schemas.openxmlformats.org/drawingml/2006/main">
              <a:ext uri="{FF2B5EF4-FFF2-40B4-BE49-F238E27FC236}">
                <a16:creationId xmlns:a16="http://schemas.microsoft.com/office/drawing/2014/main" id="{A1EA2AD2-2E8B-42FC-941A-19BC16560D9B}"/>
              </a:ext>
            </a:extLst>
          </p:cNvPr>
          <p:cNvSpPr>
            <a:spLocks xmlns:a="http://schemas.openxmlformats.org/drawingml/2006/main" noGrp="1"/>
          </p:cNvSpPr>
          <p:nvPr/>
        </p:nvSpPr>
        <p:spPr>
          <a:xfrm xmlns:a="http://schemas.openxmlformats.org/drawingml/2006/main">
            <a:off x="3619500" y="3895725"/>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先服務一種教材或一段備課工作</a:t>
            </a:r>
          </a:p>
        </p:txBody>
      </p:sp>
      <p:sp>
        <p:nvSpPr>
          <p:cNvPr id="10" name="slide-19-line-10">
            <a:extLst xmlns:a="http://schemas.openxmlformats.org/drawingml/2006/main">
              <a:ext uri="{FF2B5EF4-FFF2-40B4-BE49-F238E27FC236}">
                <a16:creationId xmlns:a16="http://schemas.microsoft.com/office/drawing/2014/main" id="{AA4B1B5D-E973-4511-8820-11B4358953C8}"/>
              </a:ext>
            </a:extLst>
          </p:cNvPr>
          <p:cNvSpPr>
            <a:spLocks xmlns:a="http://schemas.openxmlformats.org/drawingml/2006/main" noGrp="1"/>
          </p:cNvSpPr>
          <p:nvPr/>
        </p:nvSpPr>
        <p:spPr>
          <a:xfrm xmlns:a="http://schemas.openxmlformats.org/drawingml/2006/main">
            <a:off x="838200" y="4781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19-text-11">
            <a:extLst xmlns:a="http://schemas.openxmlformats.org/drawingml/2006/main">
              <a:ext uri="{FF2B5EF4-FFF2-40B4-BE49-F238E27FC236}">
                <a16:creationId xmlns:a16="http://schemas.microsoft.com/office/drawing/2014/main" id="{12D9D3F1-34BA-4B20-AABA-ACAD3C5BBFB1}"/>
              </a:ext>
            </a:extLst>
          </p:cNvPr>
          <p:cNvSpPr>
            <a:spLocks xmlns:a="http://schemas.openxmlformats.org/drawingml/2006/main" noGrp="1"/>
          </p:cNvSpPr>
          <p:nvPr/>
        </p:nvSpPr>
        <p:spPr>
          <a:xfrm xmlns:a="http://schemas.openxmlformats.org/drawingml/2006/main">
            <a:off x="838200" y="49911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暫停</a:t>
            </a:r>
          </a:p>
        </p:txBody>
      </p:sp>
      <p:sp>
        <p:nvSpPr>
          <p:cNvPr id="12" name="slide-19-text-12">
            <a:extLst xmlns:a="http://schemas.openxmlformats.org/drawingml/2006/main">
              <a:ext uri="{FF2B5EF4-FFF2-40B4-BE49-F238E27FC236}">
                <a16:creationId xmlns:a16="http://schemas.microsoft.com/office/drawing/2014/main" id="{60C7C551-DE39-4374-897A-75B2D04CFDA8}"/>
              </a:ext>
            </a:extLst>
          </p:cNvPr>
          <p:cNvSpPr>
            <a:spLocks xmlns:a="http://schemas.openxmlformats.org/drawingml/2006/main" noGrp="1"/>
          </p:cNvSpPr>
          <p:nvPr/>
        </p:nvSpPr>
        <p:spPr>
          <a:xfrm xmlns:a="http://schemas.openxmlformats.org/drawingml/2006/main">
            <a:off x="3619500" y="499110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用途仍不明確，或維護代價無法承擔</a:t>
            </a:r>
          </a:p>
        </p:txBody>
      </p:sp>
      <p:sp>
        <p:nvSpPr>
          <p:cNvPr id="13" name="slide-19-line-13">
            <a:extLst xmlns:a="http://schemas.openxmlformats.org/drawingml/2006/main">
              <a:ext uri="{FF2B5EF4-FFF2-40B4-BE49-F238E27FC236}">
                <a16:creationId xmlns:a16="http://schemas.microsoft.com/office/drawing/2014/main" id="{CC779956-F892-4D06-861D-70A6DA1CA43B}"/>
              </a:ext>
            </a:extLst>
          </p:cNvPr>
          <p:cNvSpPr>
            <a:spLocks xmlns:a="http://schemas.openxmlformats.org/drawingml/2006/main" noGrp="1"/>
          </p:cNvSpPr>
          <p:nvPr/>
        </p:nvSpPr>
        <p:spPr>
          <a:xfrm xmlns:a="http://schemas.openxmlformats.org/drawingml/2006/main">
            <a:off x="838200" y="587692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19-text-14">
            <a:extLst xmlns:a="http://schemas.openxmlformats.org/drawingml/2006/main">
              <a:ext uri="{FF2B5EF4-FFF2-40B4-BE49-F238E27FC236}">
                <a16:creationId xmlns:a16="http://schemas.microsoft.com/office/drawing/2014/main" id="{A0CCE013-BD33-48A6-9267-A752330B12D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19 / 66</a:t>
            </a:r>
          </a:p>
        </p:txBody>
      </p:sp>
    </p:spTree>
    <p:extLst>
      <p:ext uri="{BB962C8B-B14F-4D97-AF65-F5344CB8AC3E}">
        <p14:creationId xmlns:p14="http://schemas.microsoft.com/office/powerpoint/2010/main" val="1393878242"/>
      </p:ext>
    </p:extLst>
  </p:cSld>
</p:sld>
</file>

<file path=ppt/slides/slide2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20-text-1">
            <a:extLst xmlns:a="http://schemas.openxmlformats.org/drawingml/2006/main">
              <a:ext uri="{FF2B5EF4-FFF2-40B4-BE49-F238E27FC236}">
                <a16:creationId xmlns:a16="http://schemas.microsoft.com/office/drawing/2014/main" id="{C4AA9098-43E5-42A3-B9B4-22A2B8C29C35}"/>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企業家的用人判斷</a:t>
            </a:r>
          </a:p>
        </p:txBody>
      </p:sp>
      <p:sp>
        <p:nvSpPr>
          <p:cNvPr id="2" name="slide-20-text-2">
            <a:extLst xmlns:a="http://schemas.openxmlformats.org/drawingml/2006/main">
              <a:ext uri="{FF2B5EF4-FFF2-40B4-BE49-F238E27FC236}">
                <a16:creationId xmlns:a16="http://schemas.microsoft.com/office/drawing/2014/main" id="{6EF40091-3BFA-4F13-96AB-CD91419E9182}"/>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作品中的取捨，提供更多判斷依據</a:t>
            </a:r>
          </a:p>
        </p:txBody>
      </p:sp>
      <p:sp>
        <p:nvSpPr>
          <p:cNvPr id="3" name="slide-20-line-3">
            <a:extLst xmlns:a="http://schemas.openxmlformats.org/drawingml/2006/main">
              <a:ext uri="{FF2B5EF4-FFF2-40B4-BE49-F238E27FC236}">
                <a16:creationId xmlns:a16="http://schemas.microsoft.com/office/drawing/2014/main" id="{472FB3A9-5AFD-4126-B8A4-E213CDD0202D}"/>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20-text-4">
            <a:extLst xmlns:a="http://schemas.openxmlformats.org/drawingml/2006/main">
              <a:ext uri="{FF2B5EF4-FFF2-40B4-BE49-F238E27FC236}">
                <a16:creationId xmlns:a16="http://schemas.microsoft.com/office/drawing/2014/main" id="{14AF1966-33C8-42D7-A6BD-FF566FD0C269}"/>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20-text-5">
            <a:extLst xmlns:a="http://schemas.openxmlformats.org/drawingml/2006/main">
              <a:ext uri="{FF2B5EF4-FFF2-40B4-BE49-F238E27FC236}">
                <a16:creationId xmlns:a16="http://schemas.microsoft.com/office/drawing/2014/main" id="{C63204AB-93A8-4B24-B5ED-278F9512A832}"/>
              </a:ext>
            </a:extLst>
          </p:cNvPr>
          <p:cNvSpPr>
            <a:spLocks xmlns:a="http://schemas.openxmlformats.org/drawingml/2006/main" noGrp="1"/>
          </p:cNvSpPr>
          <p:nvPr/>
        </p:nvSpPr>
        <p:spPr>
          <a:xfrm xmlns:a="http://schemas.openxmlformats.org/drawingml/2006/main">
            <a:off x="838200"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只有完成畫面</a:t>
            </a:r>
          </a:p>
        </p:txBody>
      </p:sp>
      <p:sp>
        <p:nvSpPr>
          <p:cNvPr id="6" name="slide-20-line-6">
            <a:extLst xmlns:a="http://schemas.openxmlformats.org/drawingml/2006/main">
              <a:ext uri="{FF2B5EF4-FFF2-40B4-BE49-F238E27FC236}">
                <a16:creationId xmlns:a16="http://schemas.microsoft.com/office/drawing/2014/main" id="{43ACBAFA-C3AE-4037-B58C-B4C6BBBEEEA7}"/>
              </a:ext>
            </a:extLst>
          </p:cNvPr>
          <p:cNvSpPr>
            <a:spLocks xmlns:a="http://schemas.openxmlformats.org/drawingml/2006/main" noGrp="1"/>
          </p:cNvSpPr>
          <p:nvPr/>
        </p:nvSpPr>
        <p:spPr>
          <a:xfrm xmlns:a="http://schemas.openxmlformats.org/drawingml/2006/main">
            <a:off x="838200" y="321945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20-text-7">
            <a:extLst xmlns:a="http://schemas.openxmlformats.org/drawingml/2006/main">
              <a:ext uri="{FF2B5EF4-FFF2-40B4-BE49-F238E27FC236}">
                <a16:creationId xmlns:a16="http://schemas.microsoft.com/office/drawing/2014/main" id="{7ABA3526-374A-466D-8A7F-3E3F96E8686E}"/>
              </a:ext>
            </a:extLst>
          </p:cNvPr>
          <p:cNvSpPr>
            <a:spLocks xmlns:a="http://schemas.openxmlformats.org/drawingml/2006/main" noGrp="1"/>
          </p:cNvSpPr>
          <p:nvPr/>
        </p:nvSpPr>
        <p:spPr>
          <a:xfrm xmlns:a="http://schemas.openxmlformats.org/drawingml/2006/main">
            <a:off x="838200" y="3543300"/>
            <a:ext cx="5724525"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能描述做出了甚麼</a:t>
            </a:r>
          </a:p>
        </p:txBody>
      </p:sp>
      <p:sp>
        <p:nvSpPr>
          <p:cNvPr id="8" name="slide-20-text-8">
            <a:extLst xmlns:a="http://schemas.openxmlformats.org/drawingml/2006/main">
              <a:ext uri="{FF2B5EF4-FFF2-40B4-BE49-F238E27FC236}">
                <a16:creationId xmlns:a16="http://schemas.microsoft.com/office/drawing/2014/main" id="{F6F0D210-FF2B-43EE-AAE6-2153AFDA9FDB}"/>
              </a:ext>
            </a:extLst>
          </p:cNvPr>
          <p:cNvSpPr>
            <a:spLocks xmlns:a="http://schemas.openxmlformats.org/drawingml/2006/main" noGrp="1"/>
          </p:cNvSpPr>
          <p:nvPr/>
        </p:nvSpPr>
        <p:spPr>
          <a:xfrm xmlns:a="http://schemas.openxmlformats.org/drawingml/2006/main">
            <a:off x="838200" y="3989642"/>
            <a:ext cx="5724525"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尚未呈現判斷的過程</a:t>
            </a:r>
          </a:p>
        </p:txBody>
      </p:sp>
      <p:sp>
        <p:nvSpPr>
          <p:cNvPr id="9" name="slide-20-text-9">
            <a:extLst xmlns:a="http://schemas.openxmlformats.org/drawingml/2006/main">
              <a:ext uri="{FF2B5EF4-FFF2-40B4-BE49-F238E27FC236}">
                <a16:creationId xmlns:a16="http://schemas.microsoft.com/office/drawing/2014/main" id="{5611100D-0ECD-4600-831F-00C9336AF8B0}"/>
              </a:ext>
            </a:extLst>
          </p:cNvPr>
          <p:cNvSpPr>
            <a:spLocks xmlns:a="http://schemas.openxmlformats.org/drawingml/2006/main" noGrp="1"/>
          </p:cNvSpPr>
          <p:nvPr/>
        </p:nvSpPr>
        <p:spPr>
          <a:xfrm xmlns:a="http://schemas.openxmlformats.org/drawingml/2006/main">
            <a:off x="7153275"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保留關鍵取捨</a:t>
            </a:r>
          </a:p>
        </p:txBody>
      </p:sp>
      <p:sp>
        <p:nvSpPr>
          <p:cNvPr id="10" name="slide-20-line-10">
            <a:extLst xmlns:a="http://schemas.openxmlformats.org/drawingml/2006/main">
              <a:ext uri="{FF2B5EF4-FFF2-40B4-BE49-F238E27FC236}">
                <a16:creationId xmlns:a16="http://schemas.microsoft.com/office/drawing/2014/main" id="{69E43326-9D62-4A58-A2B5-563B38FA3FE7}"/>
              </a:ext>
            </a:extLst>
          </p:cNvPr>
          <p:cNvSpPr>
            <a:spLocks xmlns:a="http://schemas.openxmlformats.org/drawingml/2006/main" noGrp="1"/>
          </p:cNvSpPr>
          <p:nvPr/>
        </p:nvSpPr>
        <p:spPr>
          <a:xfrm xmlns:a="http://schemas.openxmlformats.org/drawingml/2006/main">
            <a:off x="7153275" y="321945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20-text-11">
            <a:extLst xmlns:a="http://schemas.openxmlformats.org/drawingml/2006/main">
              <a:ext uri="{FF2B5EF4-FFF2-40B4-BE49-F238E27FC236}">
                <a16:creationId xmlns:a16="http://schemas.microsoft.com/office/drawing/2014/main" id="{30706D50-64FC-4850-8293-E6B31A9ED1E0}"/>
              </a:ext>
            </a:extLst>
          </p:cNvPr>
          <p:cNvSpPr>
            <a:spLocks xmlns:a="http://schemas.openxmlformats.org/drawingml/2006/main" noGrp="1"/>
          </p:cNvSpPr>
          <p:nvPr/>
        </p:nvSpPr>
        <p:spPr>
          <a:xfrm xmlns:a="http://schemas.openxmlformats.org/drawingml/2006/main">
            <a:off x="7153275" y="3543300"/>
            <a:ext cx="5724525"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能說明放棄過甚麼</a:t>
            </a:r>
          </a:p>
        </p:txBody>
      </p:sp>
      <p:sp>
        <p:nvSpPr>
          <p:cNvPr id="12" name="slide-20-text-12">
            <a:extLst xmlns:a="http://schemas.openxmlformats.org/drawingml/2006/main">
              <a:ext uri="{FF2B5EF4-FFF2-40B4-BE49-F238E27FC236}">
                <a16:creationId xmlns:a16="http://schemas.microsoft.com/office/drawing/2014/main" id="{0F3C5837-3D55-4353-8025-206E17E6C60E}"/>
              </a:ext>
            </a:extLst>
          </p:cNvPr>
          <p:cNvSpPr>
            <a:spLocks xmlns:a="http://schemas.openxmlformats.org/drawingml/2006/main" noGrp="1"/>
          </p:cNvSpPr>
          <p:nvPr/>
        </p:nvSpPr>
        <p:spPr>
          <a:xfrm xmlns:a="http://schemas.openxmlformats.org/drawingml/2006/main">
            <a:off x="7153275" y="3989642"/>
            <a:ext cx="5724525"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FFFFFF"/>
                </a:solidFill>
                <a:latin typeface="PingFang TC"/>
                <a:ea typeface="PingFang TC"/>
                <a:cs typeface="PingFang TC"/>
              </a:defRPr>
            </a:pPr>
            <a:r>
              <a:rPr sz="2475" b="0">
                <a:solidFill>
                  <a:srgbClr val="FFFFFF"/>
                </a:solidFill>
                <a:latin typeface="PingFang TC"/>
                <a:ea typeface="PingFang TC"/>
                <a:cs typeface="PingFang TC"/>
              </a:rPr>
              <a:t>以及哪項證據改變了方案</a:t>
            </a:r>
          </a:p>
        </p:txBody>
      </p:sp>
      <p:sp>
        <p:nvSpPr>
          <p:cNvPr id="13" name="slide-20-text-13">
            <a:extLst xmlns:a="http://schemas.openxmlformats.org/drawingml/2006/main">
              <a:ext uri="{FF2B5EF4-FFF2-40B4-BE49-F238E27FC236}">
                <a16:creationId xmlns:a16="http://schemas.microsoft.com/office/drawing/2014/main" id="{7CCA3DB0-0471-4E67-B2C2-F52D3D71E764}"/>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構擬比較。作品討論是判斷線索，不能取代完整、公平的評估。</a:t>
            </a:r>
          </a:p>
        </p:txBody>
      </p:sp>
      <p:sp>
        <p:nvSpPr>
          <p:cNvPr id="14" name="slide-20-text-14">
            <a:extLst xmlns:a="http://schemas.openxmlformats.org/drawingml/2006/main">
              <a:ext uri="{FF2B5EF4-FFF2-40B4-BE49-F238E27FC236}">
                <a16:creationId xmlns:a16="http://schemas.microsoft.com/office/drawing/2014/main" id="{E677EFD7-55DF-4363-9546-90EE33BA109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20 / 66</a:t>
            </a:r>
          </a:p>
        </p:txBody>
      </p:sp>
    </p:spTree>
    <p:extLst>
      <p:ext uri="{BB962C8B-B14F-4D97-AF65-F5344CB8AC3E}">
        <p14:creationId xmlns:p14="http://schemas.microsoft.com/office/powerpoint/2010/main" val="315550020"/>
      </p:ext>
    </p:extLst>
  </p:cSld>
</p:sld>
</file>

<file path=ppt/slides/slide2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slide-21-text-1">
            <a:extLst xmlns:a="http://schemas.openxmlformats.org/drawingml/2006/main">
              <a:ext uri="{FF2B5EF4-FFF2-40B4-BE49-F238E27FC236}">
                <a16:creationId xmlns:a16="http://schemas.microsoft.com/office/drawing/2014/main" id="{62593B3B-AC70-42B1-B276-FBEE76FF19CA}"/>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前段小結</a:t>
            </a:r>
          </a:p>
        </p:txBody>
      </p:sp>
      <p:sp>
        <p:nvSpPr>
          <p:cNvPr id="2" name="slide-21-text-2">
            <a:extLst xmlns:a="http://schemas.openxmlformats.org/drawingml/2006/main">
              <a:ext uri="{FF2B5EF4-FFF2-40B4-BE49-F238E27FC236}">
                <a16:creationId xmlns:a16="http://schemas.microsoft.com/office/drawing/2014/main" id="{7F7B47B5-A159-4770-BD4D-E5B9D24E3466}"/>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未來人才需要把表達接到行動</a:t>
            </a:r>
          </a:p>
        </p:txBody>
      </p:sp>
      <p:sp>
        <p:nvSpPr>
          <p:cNvPr id="3" name="slide-21-line-3">
            <a:extLst xmlns:a="http://schemas.openxmlformats.org/drawingml/2006/main">
              <a:ext uri="{FF2B5EF4-FFF2-40B4-BE49-F238E27FC236}">
                <a16:creationId xmlns:a16="http://schemas.microsoft.com/office/drawing/2014/main" id="{3CC7D479-8F51-47ED-8E04-80C2EC8E94D7}"/>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1-text-4">
            <a:extLst xmlns:a="http://schemas.openxmlformats.org/drawingml/2006/main">
              <a:ext uri="{FF2B5EF4-FFF2-40B4-BE49-F238E27FC236}">
                <a16:creationId xmlns:a16="http://schemas.microsoft.com/office/drawing/2014/main" id="{EB7C1B20-1B90-474A-83FE-08581B87D030}"/>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1-text-5">
            <a:extLst xmlns:a="http://schemas.openxmlformats.org/drawingml/2006/main">
              <a:ext uri="{FF2B5EF4-FFF2-40B4-BE49-F238E27FC236}">
                <a16:creationId xmlns:a16="http://schemas.microsoft.com/office/drawing/2014/main" id="{911627E6-6022-4971-B092-1192A4194894}"/>
              </a:ext>
            </a:extLst>
          </p:cNvPr>
          <p:cNvSpPr>
            <a:spLocks xmlns:a="http://schemas.openxmlformats.org/drawingml/2006/main" noGrp="1"/>
          </p:cNvSpPr>
          <p:nvPr/>
        </p:nvSpPr>
        <p:spPr>
          <a:xfrm xmlns:a="http://schemas.openxmlformats.org/drawingml/2006/main">
            <a:off x="838200" y="2686050"/>
            <a:ext cx="12039600" cy="803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650" b="1">
                <a:solidFill>
                  <a:srgbClr val="0B1830"/>
                </a:solidFill>
                <a:latin typeface="PingFang TC"/>
                <a:ea typeface="PingFang TC"/>
                <a:cs typeface="PingFang TC"/>
              </a:defRPr>
            </a:pPr>
            <a:r>
              <a:rPr sz="4650" b="1">
                <a:solidFill>
                  <a:srgbClr val="0B1830"/>
                </a:solidFill>
                <a:latin typeface="PingFang TC"/>
                <a:ea typeface="PingFang TC"/>
                <a:cs typeface="PingFang TC"/>
              </a:rPr>
              <a:t>一份可靠的說明</a:t>
            </a:r>
          </a:p>
        </p:txBody>
      </p:sp>
      <p:sp>
        <p:nvSpPr>
          <p:cNvPr id="6" name="slide-21-text-6">
            <a:extLst xmlns:a="http://schemas.openxmlformats.org/drawingml/2006/main">
              <a:ext uri="{FF2B5EF4-FFF2-40B4-BE49-F238E27FC236}">
                <a16:creationId xmlns:a16="http://schemas.microsoft.com/office/drawing/2014/main" id="{07157DF0-DB23-4F28-A0BC-B68929BBF344}"/>
              </a:ext>
            </a:extLst>
          </p:cNvPr>
          <p:cNvSpPr>
            <a:spLocks xmlns:a="http://schemas.openxmlformats.org/drawingml/2006/main" noGrp="1"/>
          </p:cNvSpPr>
          <p:nvPr/>
        </p:nvSpPr>
        <p:spPr>
          <a:xfrm xmlns:a="http://schemas.openxmlformats.org/drawingml/2006/main">
            <a:off x="838200" y="3524631"/>
            <a:ext cx="12039600" cy="803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650" b="1">
                <a:solidFill>
                  <a:srgbClr val="0B1830"/>
                </a:solidFill>
                <a:latin typeface="PingFang TC"/>
                <a:ea typeface="PingFang TC"/>
                <a:cs typeface="PingFang TC"/>
              </a:defRPr>
            </a:pPr>
            <a:r>
              <a:rPr sz="4650" b="1">
                <a:solidFill>
                  <a:srgbClr val="0B1830"/>
                </a:solidFill>
                <a:latin typeface="PingFang TC"/>
                <a:ea typeface="PingFang TC"/>
                <a:cs typeface="PingFang TC"/>
              </a:rPr>
              <a:t>應讓下一個人能夠開始工作</a:t>
            </a:r>
          </a:p>
        </p:txBody>
      </p:sp>
      <p:sp>
        <p:nvSpPr>
          <p:cNvPr id="7" name="slide-21-text-7">
            <a:extLst xmlns:a="http://schemas.openxmlformats.org/drawingml/2006/main">
              <a:ext uri="{FF2B5EF4-FFF2-40B4-BE49-F238E27FC236}">
                <a16:creationId xmlns:a16="http://schemas.microsoft.com/office/drawing/2014/main" id="{87B82FD9-4199-4C7F-84F6-F9C4F55AF013}"/>
              </a:ext>
            </a:extLst>
          </p:cNvPr>
          <p:cNvSpPr>
            <a:spLocks xmlns:a="http://schemas.openxmlformats.org/drawingml/2006/main" noGrp="1"/>
          </p:cNvSpPr>
          <p:nvPr/>
        </p:nvSpPr>
        <p:spPr>
          <a:xfrm xmlns:a="http://schemas.openxmlformats.org/drawingml/2006/main">
            <a:off x="838200" y="4819650"/>
            <a:ext cx="1203960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52627A"/>
                </a:solidFill>
                <a:latin typeface="PingFang TC"/>
                <a:ea typeface="PingFang TC"/>
                <a:cs typeface="PingFang TC"/>
              </a:defRPr>
            </a:pPr>
            <a:r>
              <a:rPr sz="2475" b="0">
                <a:solidFill>
                  <a:srgbClr val="52627A"/>
                </a:solidFill>
                <a:latin typeface="PingFang TC"/>
                <a:ea typeface="PingFang TC"/>
                <a:cs typeface="PingFang TC"/>
              </a:rPr>
              <a:t>需求有對象，結論有依據，承諾有範圍。</a:t>
            </a:r>
          </a:p>
        </p:txBody>
      </p:sp>
      <p:sp>
        <p:nvSpPr>
          <p:cNvPr id="8" name="slide-21-text-8">
            <a:extLst xmlns:a="http://schemas.openxmlformats.org/drawingml/2006/main">
              <a:ext uri="{FF2B5EF4-FFF2-40B4-BE49-F238E27FC236}">
                <a16:creationId xmlns:a16="http://schemas.microsoft.com/office/drawing/2014/main" id="{6ED11049-8A36-42AB-82E4-53C9BBAD42E5}"/>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能力的成長，需要專業學習與實際合作共同支持。</a:t>
            </a:r>
          </a:p>
        </p:txBody>
      </p:sp>
      <p:sp>
        <p:nvSpPr>
          <p:cNvPr id="9" name="slide-21-text-9">
            <a:extLst xmlns:a="http://schemas.openxmlformats.org/drawingml/2006/main">
              <a:ext uri="{FF2B5EF4-FFF2-40B4-BE49-F238E27FC236}">
                <a16:creationId xmlns:a16="http://schemas.microsoft.com/office/drawing/2014/main" id="{36D94530-9DFF-4663-A88D-4E81E1DC807D}"/>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21 / 66</a:t>
            </a:r>
          </a:p>
        </p:txBody>
      </p:sp>
    </p:spTree>
    <p:extLst>
      <p:ext uri="{BB962C8B-B14F-4D97-AF65-F5344CB8AC3E}">
        <p14:creationId xmlns:p14="http://schemas.microsoft.com/office/powerpoint/2010/main" val="1581085759"/>
      </p:ext>
    </p:extLst>
  </p:cSld>
</p:sld>
</file>

<file path=ppt/slides/slide22.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29" name="slide-22-text-1">
            <a:extLst xmlns:a="http://schemas.openxmlformats.org/drawingml/2006/main">
              <a:ext uri="{FF2B5EF4-FFF2-40B4-BE49-F238E27FC236}">
                <a16:creationId xmlns:a16="http://schemas.microsoft.com/office/drawing/2014/main" id="{C17622EF-23B0-49F1-A4C0-0FA5565C356F}"/>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由中文傳意進入 AI NATIVE</a:t>
            </a:r>
          </a:p>
        </p:txBody>
      </p:sp>
      <p:sp>
        <p:nvSpPr>
          <p:cNvPr id="2" name="slide-22-text-2">
            <a:extLst xmlns:a="http://schemas.openxmlformats.org/drawingml/2006/main">
              <a:ext uri="{FF2B5EF4-FFF2-40B4-BE49-F238E27FC236}">
                <a16:creationId xmlns:a16="http://schemas.microsoft.com/office/drawing/2014/main" id="{405AB27E-E56C-4CFD-B7B1-CDEEEBC9FCF5}"/>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一份委託進入團隊之後</a:t>
            </a:r>
          </a:p>
        </p:txBody>
      </p:sp>
      <p:sp>
        <p:nvSpPr>
          <p:cNvPr id="3" name="slide-22-line-3">
            <a:extLst xmlns:a="http://schemas.openxmlformats.org/drawingml/2006/main">
              <a:ext uri="{FF2B5EF4-FFF2-40B4-BE49-F238E27FC236}">
                <a16:creationId xmlns:a16="http://schemas.microsoft.com/office/drawing/2014/main" id="{A2CB7EB0-0079-465B-8A5E-32C332FDC86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22-text-4">
            <a:extLst xmlns:a="http://schemas.openxmlformats.org/drawingml/2006/main">
              <a:ext uri="{FF2B5EF4-FFF2-40B4-BE49-F238E27FC236}">
                <a16:creationId xmlns:a16="http://schemas.microsoft.com/office/drawing/2014/main" id="{BB3651FD-D7BD-4422-BADE-4C380DBB89A4}"/>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22-text-5">
            <a:extLst xmlns:a="http://schemas.openxmlformats.org/drawingml/2006/main">
              <a:ext uri="{FF2B5EF4-FFF2-40B4-BE49-F238E27FC236}">
                <a16:creationId xmlns:a16="http://schemas.microsoft.com/office/drawing/2014/main" id="{DE60C170-4034-4B0B-911A-B12C590C7071}"/>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01</a:t>
            </a:r>
          </a:p>
        </p:txBody>
      </p:sp>
      <p:sp>
        <p:nvSpPr>
          <p:cNvPr id="6" name="slide-22-line-6">
            <a:extLst xmlns:a="http://schemas.openxmlformats.org/drawingml/2006/main">
              <a:ext uri="{FF2B5EF4-FFF2-40B4-BE49-F238E27FC236}">
                <a16:creationId xmlns:a16="http://schemas.microsoft.com/office/drawing/2014/main" id="{4C693489-7E93-432A-8B6C-5B6248DCA395}"/>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7" name="slide-22-text-7">
            <a:extLst xmlns:a="http://schemas.openxmlformats.org/drawingml/2006/main">
              <a:ext uri="{FF2B5EF4-FFF2-40B4-BE49-F238E27FC236}">
                <a16:creationId xmlns:a16="http://schemas.microsoft.com/office/drawing/2014/main" id="{C8A80856-A667-4DF2-A261-2F8DBD306DCF}"/>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工作</a:t>
            </a:r>
          </a:p>
        </p:txBody>
      </p:sp>
      <p:sp>
        <p:nvSpPr>
          <p:cNvPr id="8" name="slide-22-text-8">
            <a:extLst xmlns:a="http://schemas.openxmlformats.org/drawingml/2006/main">
              <a:ext uri="{FF2B5EF4-FFF2-40B4-BE49-F238E27FC236}">
                <a16:creationId xmlns:a16="http://schemas.microsoft.com/office/drawing/2014/main" id="{2DE685FE-D054-407E-8BA5-894EF3397F9B}"/>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AI 如何完成</a:t>
            </a:r>
          </a:p>
        </p:txBody>
      </p:sp>
      <p:sp>
        <p:nvSpPr>
          <p:cNvPr id="9" name="slide-22-text-9">
            <a:extLst xmlns:a="http://schemas.openxmlformats.org/drawingml/2006/main">
              <a:ext uri="{FF2B5EF4-FFF2-40B4-BE49-F238E27FC236}">
                <a16:creationId xmlns:a16="http://schemas.microsoft.com/office/drawing/2014/main" id="{04CFAB2E-E851-4371-B68D-87397AE5A9E0}"/>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一項任務</a:t>
            </a:r>
          </a:p>
        </p:txBody>
      </p:sp>
      <p:sp>
        <p:nvSpPr>
          <p:cNvPr id="10" name="slide-22-line-10">
            <a:extLst xmlns:a="http://schemas.openxmlformats.org/drawingml/2006/main">
              <a:ext uri="{FF2B5EF4-FFF2-40B4-BE49-F238E27FC236}">
                <a16:creationId xmlns:a16="http://schemas.microsoft.com/office/drawing/2014/main" id="{2C0FE85A-30A4-4C69-BE13-52E175CC1DD0}"/>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1" name="slide-22-text-11">
            <a:extLst xmlns:a="http://schemas.openxmlformats.org/drawingml/2006/main">
              <a:ext uri="{FF2B5EF4-FFF2-40B4-BE49-F238E27FC236}">
                <a16:creationId xmlns:a16="http://schemas.microsoft.com/office/drawing/2014/main" id="{8260A9F1-06BA-41B6-B214-A65E18913376}"/>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02</a:t>
            </a:r>
          </a:p>
        </p:txBody>
      </p:sp>
      <p:sp>
        <p:nvSpPr>
          <p:cNvPr id="12" name="slide-22-line-12">
            <a:extLst xmlns:a="http://schemas.openxmlformats.org/drawingml/2006/main">
              <a:ext uri="{FF2B5EF4-FFF2-40B4-BE49-F238E27FC236}">
                <a16:creationId xmlns:a16="http://schemas.microsoft.com/office/drawing/2014/main" id="{1B33EA54-57EA-48B6-B9A0-B85B3FD650E7}"/>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3" name="slide-22-text-13">
            <a:extLst xmlns:a="http://schemas.openxmlformats.org/drawingml/2006/main">
              <a:ext uri="{FF2B5EF4-FFF2-40B4-BE49-F238E27FC236}">
                <a16:creationId xmlns:a16="http://schemas.microsoft.com/office/drawing/2014/main" id="{325DE115-F860-44B6-B4F5-EDF538FDEC33}"/>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組織</a:t>
            </a:r>
          </a:p>
        </p:txBody>
      </p:sp>
      <p:sp>
        <p:nvSpPr>
          <p:cNvPr id="14" name="slide-22-text-14">
            <a:extLst xmlns:a="http://schemas.openxmlformats.org/drawingml/2006/main">
              <a:ext uri="{FF2B5EF4-FFF2-40B4-BE49-F238E27FC236}">
                <a16:creationId xmlns:a16="http://schemas.microsoft.com/office/drawing/2014/main" id="{8A31551E-2088-4993-8096-D7498B56B382}"/>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同事如何沿用</a:t>
            </a:r>
          </a:p>
        </p:txBody>
      </p:sp>
      <p:sp>
        <p:nvSpPr>
          <p:cNvPr id="15" name="slide-22-text-15">
            <a:extLst xmlns:a="http://schemas.openxmlformats.org/drawingml/2006/main">
              <a:ext uri="{FF2B5EF4-FFF2-40B4-BE49-F238E27FC236}">
                <a16:creationId xmlns:a16="http://schemas.microsoft.com/office/drawing/2014/main" id="{D8C3A1AA-F91E-4972-95BF-74EF2F20A98D}"/>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已有的經驗</a:t>
            </a:r>
          </a:p>
        </p:txBody>
      </p:sp>
      <p:sp>
        <p:nvSpPr>
          <p:cNvPr id="16" name="slide-22-line-16">
            <a:extLst xmlns:a="http://schemas.openxmlformats.org/drawingml/2006/main">
              <a:ext uri="{FF2B5EF4-FFF2-40B4-BE49-F238E27FC236}">
                <a16:creationId xmlns:a16="http://schemas.microsoft.com/office/drawing/2014/main" id="{C8DE5B7F-7CE4-4CAB-A4BA-E8EF39AA1D80}"/>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7" name="slide-22-text-17">
            <a:extLst xmlns:a="http://schemas.openxmlformats.org/drawingml/2006/main">
              <a:ext uri="{FF2B5EF4-FFF2-40B4-BE49-F238E27FC236}">
                <a16:creationId xmlns:a16="http://schemas.microsoft.com/office/drawing/2014/main" id="{BBAAB302-90CC-49F4-8B3C-627D8411AE09}"/>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03</a:t>
            </a:r>
          </a:p>
        </p:txBody>
      </p:sp>
      <p:sp>
        <p:nvSpPr>
          <p:cNvPr id="18" name="slide-22-line-18">
            <a:extLst xmlns:a="http://schemas.openxmlformats.org/drawingml/2006/main">
              <a:ext uri="{FF2B5EF4-FFF2-40B4-BE49-F238E27FC236}">
                <a16:creationId xmlns:a16="http://schemas.microsoft.com/office/drawing/2014/main" id="{7561BFB5-D024-493A-9CB2-5CB7CC0106F3}"/>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9" name="slide-22-text-19">
            <a:extLst xmlns:a="http://schemas.openxmlformats.org/drawingml/2006/main">
              <a:ext uri="{FF2B5EF4-FFF2-40B4-BE49-F238E27FC236}">
                <a16:creationId xmlns:a16="http://schemas.microsoft.com/office/drawing/2014/main" id="{8B3538DE-AE67-42AD-B6F2-7771D48A82CB}"/>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團隊</a:t>
            </a:r>
          </a:p>
        </p:txBody>
      </p:sp>
      <p:sp>
        <p:nvSpPr>
          <p:cNvPr id="20" name="slide-22-text-20">
            <a:extLst xmlns:a="http://schemas.openxmlformats.org/drawingml/2006/main">
              <a:ext uri="{FF2B5EF4-FFF2-40B4-BE49-F238E27FC236}">
                <a16:creationId xmlns:a16="http://schemas.microsoft.com/office/drawing/2014/main" id="{0A27F7B0-4B7E-49D5-A028-06A848B14B34}"/>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不同專業如何</a:t>
            </a:r>
          </a:p>
        </p:txBody>
      </p:sp>
      <p:sp>
        <p:nvSpPr>
          <p:cNvPr id="21" name="slide-22-text-21">
            <a:extLst xmlns:a="http://schemas.openxmlformats.org/drawingml/2006/main">
              <a:ext uri="{FF2B5EF4-FFF2-40B4-BE49-F238E27FC236}">
                <a16:creationId xmlns:a16="http://schemas.microsoft.com/office/drawing/2014/main" id="{9A76A4B7-8D7E-4179-80FE-70247E62A5F1}"/>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共同負責</a:t>
            </a:r>
          </a:p>
        </p:txBody>
      </p:sp>
      <p:sp>
        <p:nvSpPr>
          <p:cNvPr id="22" name="slide-22-line-22">
            <a:extLst xmlns:a="http://schemas.openxmlformats.org/drawingml/2006/main">
              <a:ext uri="{FF2B5EF4-FFF2-40B4-BE49-F238E27FC236}">
                <a16:creationId xmlns:a16="http://schemas.microsoft.com/office/drawing/2014/main" id="{439D4E0D-6DAF-417A-8AF4-1DDB6C9DA6D9}"/>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23" name="slide-22-text-23">
            <a:extLst xmlns:a="http://schemas.openxmlformats.org/drawingml/2006/main">
              <a:ext uri="{FF2B5EF4-FFF2-40B4-BE49-F238E27FC236}">
                <a16:creationId xmlns:a16="http://schemas.microsoft.com/office/drawing/2014/main" id="{AD813A8A-F1F2-4D87-94F0-7BCC346F21EE}"/>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04</a:t>
            </a:r>
          </a:p>
        </p:txBody>
      </p:sp>
      <p:sp>
        <p:nvSpPr>
          <p:cNvPr id="24" name="slide-22-line-24">
            <a:extLst xmlns:a="http://schemas.openxmlformats.org/drawingml/2006/main">
              <a:ext uri="{FF2B5EF4-FFF2-40B4-BE49-F238E27FC236}">
                <a16:creationId xmlns:a16="http://schemas.microsoft.com/office/drawing/2014/main" id="{798A4890-C160-4907-A910-37F2C57710CF}"/>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25" name="slide-22-text-25">
            <a:extLst xmlns:a="http://schemas.openxmlformats.org/drawingml/2006/main">
              <a:ext uri="{FF2B5EF4-FFF2-40B4-BE49-F238E27FC236}">
                <a16:creationId xmlns:a16="http://schemas.microsoft.com/office/drawing/2014/main" id="{D094E478-FD0C-4F48-B42D-C6FAC5EAC359}"/>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現場</a:t>
            </a:r>
          </a:p>
        </p:txBody>
      </p:sp>
      <p:sp>
        <p:nvSpPr>
          <p:cNvPr id="26" name="slide-22-text-26">
            <a:extLst xmlns:a="http://schemas.openxmlformats.org/drawingml/2006/main">
              <a:ext uri="{FF2B5EF4-FFF2-40B4-BE49-F238E27FC236}">
                <a16:creationId xmlns:a16="http://schemas.microsoft.com/office/drawing/2014/main" id="{451A4115-7CBA-447C-871E-A371263A43AD}"/>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交付後由誰</a:t>
            </a:r>
          </a:p>
        </p:txBody>
      </p:sp>
      <p:sp>
        <p:nvSpPr>
          <p:cNvPr id="27" name="slide-22-text-27">
            <a:extLst xmlns:a="http://schemas.openxmlformats.org/drawingml/2006/main">
              <a:ext uri="{FF2B5EF4-FFF2-40B4-BE49-F238E27FC236}">
                <a16:creationId xmlns:a16="http://schemas.microsoft.com/office/drawing/2014/main" id="{80075506-8593-4093-A28B-7997AA3E394A}"/>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運行與改進</a:t>
            </a:r>
          </a:p>
        </p:txBody>
      </p:sp>
      <p:sp>
        <p:nvSpPr>
          <p:cNvPr id="28" name="slide-22-text-28">
            <a:extLst xmlns:a="http://schemas.openxmlformats.org/drawingml/2006/main">
              <a:ext uri="{FF2B5EF4-FFF2-40B4-BE49-F238E27FC236}">
                <a16:creationId xmlns:a16="http://schemas.microsoft.com/office/drawing/2014/main" id="{330341DF-069C-4780-8179-566B9D65D45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22 / 66</a:t>
            </a:r>
          </a:p>
        </p:txBody>
      </p:sp>
    </p:spTree>
    <p:extLst>
      <p:ext uri="{BB962C8B-B14F-4D97-AF65-F5344CB8AC3E}">
        <p14:creationId xmlns:p14="http://schemas.microsoft.com/office/powerpoint/2010/main" val="671946185"/>
      </p:ext>
    </p:extLst>
  </p:cSld>
</p:sld>
</file>

<file path=ppt/slides/slide23.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9" name="slide-23-text-1">
            <a:extLst xmlns:a="http://schemas.openxmlformats.org/drawingml/2006/main">
              <a:ext uri="{FF2B5EF4-FFF2-40B4-BE49-F238E27FC236}">
                <a16:creationId xmlns:a16="http://schemas.microsoft.com/office/drawing/2014/main" id="{E0013E83-732E-4624-AEBB-EDE364C4BAB4}"/>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AI NATIVE FIELD NOTES   01</a:t>
            </a:r>
          </a:p>
        </p:txBody>
      </p:sp>
      <p:sp>
        <p:nvSpPr>
          <p:cNvPr id="2" name="slide-23-line-2">
            <a:extLst xmlns:a="http://schemas.openxmlformats.org/drawingml/2006/main">
              <a:ext uri="{FF2B5EF4-FFF2-40B4-BE49-F238E27FC236}">
                <a16:creationId xmlns:a16="http://schemas.microsoft.com/office/drawing/2014/main" id="{5A70520E-4A98-4A1C-A4B5-91BBBF2167A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23-text-3">
            <a:extLst xmlns:a="http://schemas.openxmlformats.org/drawingml/2006/main">
              <a:ext uri="{FF2B5EF4-FFF2-40B4-BE49-F238E27FC236}">
                <a16:creationId xmlns:a16="http://schemas.microsoft.com/office/drawing/2014/main" id="{25E84C53-6599-466C-B711-BC114293498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23-text-4">
            <a:extLst xmlns:a="http://schemas.openxmlformats.org/drawingml/2006/main">
              <a:ext uri="{FF2B5EF4-FFF2-40B4-BE49-F238E27FC236}">
                <a16:creationId xmlns:a16="http://schemas.microsoft.com/office/drawing/2014/main" id="{9F1B82BF-85C4-466E-B11A-27A3A818DA57}"/>
              </a:ext>
            </a:extLst>
          </p:cNvPr>
          <p:cNvSpPr>
            <a:spLocks xmlns:a="http://schemas.openxmlformats.org/drawingml/2006/main" noGrp="1"/>
          </p:cNvSpPr>
          <p:nvPr/>
        </p:nvSpPr>
        <p:spPr>
          <a:xfrm xmlns:a="http://schemas.openxmlformats.org/drawingml/2006/main">
            <a:off x="838200" y="2095500"/>
            <a:ext cx="2476500" cy="191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100" b="1">
                <a:solidFill>
                  <a:srgbClr val="B8C8FF"/>
                </a:solidFill>
                <a:latin typeface="PingFang TC"/>
                <a:ea typeface="PingFang TC"/>
                <a:cs typeface="PingFang TC"/>
              </a:defRPr>
            </a:pPr>
            <a:r>
              <a:rPr sz="11100" b="1">
                <a:solidFill>
                  <a:srgbClr val="B8C8FF"/>
                </a:solidFill>
                <a:latin typeface="PingFang TC"/>
                <a:ea typeface="PingFang TC"/>
                <a:cs typeface="PingFang TC"/>
              </a:rPr>
              <a:t>01</a:t>
            </a:r>
          </a:p>
        </p:txBody>
      </p:sp>
      <p:sp>
        <p:nvSpPr>
          <p:cNvPr id="5" name="slide-23-text-5">
            <a:extLst xmlns:a="http://schemas.openxmlformats.org/drawingml/2006/main">
              <a:ext uri="{FF2B5EF4-FFF2-40B4-BE49-F238E27FC236}">
                <a16:creationId xmlns:a16="http://schemas.microsoft.com/office/drawing/2014/main" id="{E4FE5EF7-F170-41FF-86EE-BC9FA8E86B4F}"/>
              </a:ext>
            </a:extLst>
          </p:cNvPr>
          <p:cNvSpPr>
            <a:spLocks xmlns:a="http://schemas.openxmlformats.org/drawingml/2006/main" noGrp="1"/>
          </p:cNvSpPr>
          <p:nvPr/>
        </p:nvSpPr>
        <p:spPr>
          <a:xfrm xmlns:a="http://schemas.openxmlformats.org/drawingml/2006/main">
            <a:off x="3952875" y="2476500"/>
            <a:ext cx="85725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AI 如何完成一項工作</a:t>
            </a:r>
          </a:p>
        </p:txBody>
      </p:sp>
      <p:sp>
        <p:nvSpPr>
          <p:cNvPr id="6" name="slide-23-text-6">
            <a:extLst xmlns:a="http://schemas.openxmlformats.org/drawingml/2006/main">
              <a:ext uri="{FF2B5EF4-FFF2-40B4-BE49-F238E27FC236}">
                <a16:creationId xmlns:a16="http://schemas.microsoft.com/office/drawing/2014/main" id="{EEF0569E-5460-4BF3-84D2-361275425048}"/>
              </a:ext>
            </a:extLst>
          </p:cNvPr>
          <p:cNvSpPr>
            <a:spLocks xmlns:a="http://schemas.openxmlformats.org/drawingml/2006/main" noGrp="1"/>
          </p:cNvSpPr>
          <p:nvPr/>
        </p:nvSpPr>
        <p:spPr>
          <a:xfrm xmlns:a="http://schemas.openxmlformats.org/drawingml/2006/main">
            <a:off x="4000500" y="4514850"/>
            <a:ext cx="833437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從聊天機器人到 AI Worker</a:t>
            </a:r>
          </a:p>
        </p:txBody>
      </p:sp>
      <p:sp>
        <p:nvSpPr>
          <p:cNvPr id="7" name="slide-23-text-7">
            <a:extLst xmlns:a="http://schemas.openxmlformats.org/drawingml/2006/main">
              <a:ext uri="{FF2B5EF4-FFF2-40B4-BE49-F238E27FC236}">
                <a16:creationId xmlns:a16="http://schemas.microsoft.com/office/drawing/2014/main" id="{3C16D00C-93B1-4301-B9EF-C09BE573DE75}"/>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導讀初稿之外，還有哪些工作條件？</a:t>
            </a:r>
          </a:p>
        </p:txBody>
      </p:sp>
      <p:sp>
        <p:nvSpPr>
          <p:cNvPr id="8" name="slide-23-text-8">
            <a:extLst xmlns:a="http://schemas.openxmlformats.org/drawingml/2006/main">
              <a:ext uri="{FF2B5EF4-FFF2-40B4-BE49-F238E27FC236}">
                <a16:creationId xmlns:a16="http://schemas.microsoft.com/office/drawing/2014/main" id="{0E07F6C3-4176-40B9-80C1-2539637548A7}"/>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23 / 66</a:t>
            </a:r>
          </a:p>
        </p:txBody>
      </p:sp>
    </p:spTree>
    <p:extLst>
      <p:ext uri="{BB962C8B-B14F-4D97-AF65-F5344CB8AC3E}">
        <p14:creationId xmlns:p14="http://schemas.microsoft.com/office/powerpoint/2010/main" val="227309303"/>
      </p:ext>
    </p:extLst>
  </p:cSld>
</p:sld>
</file>

<file path=ppt/slides/slide2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slide-24-text-1">
            <a:extLst xmlns:a="http://schemas.openxmlformats.org/drawingml/2006/main">
              <a:ext uri="{FF2B5EF4-FFF2-40B4-BE49-F238E27FC236}">
                <a16:creationId xmlns:a16="http://schemas.microsoft.com/office/drawing/2014/main" id="{31A5493A-2C10-4BD5-A4A9-EDE488970335}"/>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01   AI WORKER</a:t>
            </a:r>
          </a:p>
        </p:txBody>
      </p:sp>
      <p:sp>
        <p:nvSpPr>
          <p:cNvPr id="2" name="slide-24-text-2">
            <a:extLst xmlns:a="http://schemas.openxmlformats.org/drawingml/2006/main">
              <a:ext uri="{FF2B5EF4-FFF2-40B4-BE49-F238E27FC236}">
                <a16:creationId xmlns:a16="http://schemas.microsoft.com/office/drawing/2014/main" id="{87598CCB-3F54-4C7A-93DE-9C53D5A93BF1}"/>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回答一句話與完成一項任務</a:t>
            </a:r>
          </a:p>
        </p:txBody>
      </p:sp>
      <p:sp>
        <p:nvSpPr>
          <p:cNvPr id="3" name="slide-24-line-3">
            <a:extLst xmlns:a="http://schemas.openxmlformats.org/drawingml/2006/main">
              <a:ext uri="{FF2B5EF4-FFF2-40B4-BE49-F238E27FC236}">
                <a16:creationId xmlns:a16="http://schemas.microsoft.com/office/drawing/2014/main" id="{2F4AA6B1-7A51-4716-9F9D-B5001085AB39}"/>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4-text-4">
            <a:extLst xmlns:a="http://schemas.openxmlformats.org/drawingml/2006/main">
              <a:ext uri="{FF2B5EF4-FFF2-40B4-BE49-F238E27FC236}">
                <a16:creationId xmlns:a16="http://schemas.microsoft.com/office/drawing/2014/main" id="{FCFC85A9-F5FB-4316-982B-EAFCF43449AC}"/>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4-text-5">
            <a:extLst xmlns:a="http://schemas.openxmlformats.org/drawingml/2006/main">
              <a:ext uri="{FF2B5EF4-FFF2-40B4-BE49-F238E27FC236}">
                <a16:creationId xmlns:a16="http://schemas.microsoft.com/office/drawing/2014/main" id="{10606F6E-DCF3-4444-BBBB-A84F733F5D7C}"/>
              </a:ext>
            </a:extLst>
          </p:cNvPr>
          <p:cNvSpPr>
            <a:spLocks xmlns:a="http://schemas.openxmlformats.org/drawingml/2006/main" noGrp="1"/>
          </p:cNvSpPr>
          <p:nvPr/>
        </p:nvSpPr>
        <p:spPr>
          <a:xfrm xmlns:a="http://schemas.openxmlformats.org/drawingml/2006/main">
            <a:off x="838200"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對話輸出</a:t>
            </a:r>
          </a:p>
        </p:txBody>
      </p:sp>
      <p:sp>
        <p:nvSpPr>
          <p:cNvPr id="6" name="slide-24-line-6">
            <a:extLst xmlns:a="http://schemas.openxmlformats.org/drawingml/2006/main">
              <a:ext uri="{FF2B5EF4-FFF2-40B4-BE49-F238E27FC236}">
                <a16:creationId xmlns:a16="http://schemas.microsoft.com/office/drawing/2014/main" id="{CDF65A14-F01A-4A13-9B0E-9D761C82FA12}"/>
              </a:ext>
            </a:extLst>
          </p:cNvPr>
          <p:cNvSpPr>
            <a:spLocks xmlns:a="http://schemas.openxmlformats.org/drawingml/2006/main" noGrp="1"/>
          </p:cNvSpPr>
          <p:nvPr/>
        </p:nvSpPr>
        <p:spPr>
          <a:xfrm xmlns:a="http://schemas.openxmlformats.org/drawingml/2006/main">
            <a:off x="838200" y="321945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7" name="slide-24-text-7">
            <a:extLst xmlns:a="http://schemas.openxmlformats.org/drawingml/2006/main">
              <a:ext uri="{FF2B5EF4-FFF2-40B4-BE49-F238E27FC236}">
                <a16:creationId xmlns:a16="http://schemas.microsoft.com/office/drawing/2014/main" id="{AB2F5AA6-2D41-4530-B6F2-DDF5418E0D13}"/>
              </a:ext>
            </a:extLst>
          </p:cNvPr>
          <p:cNvSpPr>
            <a:spLocks xmlns:a="http://schemas.openxmlformats.org/drawingml/2006/main" noGrp="1"/>
          </p:cNvSpPr>
          <p:nvPr/>
        </p:nvSpPr>
        <p:spPr>
          <a:xfrm xmlns:a="http://schemas.openxmlformats.org/drawingml/2006/main">
            <a:off x="838200" y="354330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回答如何設計導讀</a:t>
            </a:r>
          </a:p>
        </p:txBody>
      </p:sp>
      <p:sp>
        <p:nvSpPr>
          <p:cNvPr id="8" name="slide-24-text-8">
            <a:extLst xmlns:a="http://schemas.openxmlformats.org/drawingml/2006/main">
              <a:ext uri="{FF2B5EF4-FFF2-40B4-BE49-F238E27FC236}">
                <a16:creationId xmlns:a16="http://schemas.microsoft.com/office/drawing/2014/main" id="{40393DDC-C0F1-4254-BF55-6C305CAF8405}"/>
              </a:ext>
            </a:extLst>
          </p:cNvPr>
          <p:cNvSpPr>
            <a:spLocks xmlns:a="http://schemas.openxmlformats.org/drawingml/2006/main" noGrp="1"/>
          </p:cNvSpPr>
          <p:nvPr/>
        </p:nvSpPr>
        <p:spPr>
          <a:xfrm xmlns:a="http://schemas.openxmlformats.org/drawingml/2006/main">
            <a:off x="838200" y="397611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對話結束時留下建議</a:t>
            </a:r>
          </a:p>
        </p:txBody>
      </p:sp>
      <p:sp>
        <p:nvSpPr>
          <p:cNvPr id="9" name="slide-24-text-9">
            <a:extLst xmlns:a="http://schemas.openxmlformats.org/drawingml/2006/main">
              <a:ext uri="{FF2B5EF4-FFF2-40B4-BE49-F238E27FC236}">
                <a16:creationId xmlns:a16="http://schemas.microsoft.com/office/drawing/2014/main" id="{72E66EF5-E636-4DEE-82F5-5F06678EEA83}"/>
              </a:ext>
            </a:extLst>
          </p:cNvPr>
          <p:cNvSpPr>
            <a:spLocks xmlns:a="http://schemas.openxmlformats.org/drawingml/2006/main" noGrp="1"/>
          </p:cNvSpPr>
          <p:nvPr/>
        </p:nvSpPr>
        <p:spPr>
          <a:xfrm xmlns:a="http://schemas.openxmlformats.org/drawingml/2006/main">
            <a:off x="7153275"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任務執行</a:t>
            </a:r>
          </a:p>
        </p:txBody>
      </p:sp>
      <p:sp>
        <p:nvSpPr>
          <p:cNvPr id="10" name="slide-24-line-10">
            <a:extLst xmlns:a="http://schemas.openxmlformats.org/drawingml/2006/main">
              <a:ext uri="{FF2B5EF4-FFF2-40B4-BE49-F238E27FC236}">
                <a16:creationId xmlns:a16="http://schemas.microsoft.com/office/drawing/2014/main" id="{039413BA-3E86-43B9-AC4A-E0AECB2E22F2}"/>
              </a:ext>
            </a:extLst>
          </p:cNvPr>
          <p:cNvSpPr>
            <a:spLocks xmlns:a="http://schemas.openxmlformats.org/drawingml/2006/main" noGrp="1"/>
          </p:cNvSpPr>
          <p:nvPr/>
        </p:nvSpPr>
        <p:spPr>
          <a:xfrm xmlns:a="http://schemas.openxmlformats.org/drawingml/2006/main">
            <a:off x="7153275" y="321945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1" name="slide-24-text-11">
            <a:extLst xmlns:a="http://schemas.openxmlformats.org/drawingml/2006/main">
              <a:ext uri="{FF2B5EF4-FFF2-40B4-BE49-F238E27FC236}">
                <a16:creationId xmlns:a16="http://schemas.microsoft.com/office/drawing/2014/main" id="{99FDD7AD-8509-4757-A3A3-04A66C49858A}"/>
              </a:ext>
            </a:extLst>
          </p:cNvPr>
          <p:cNvSpPr>
            <a:spLocks xmlns:a="http://schemas.openxmlformats.org/drawingml/2006/main" noGrp="1"/>
          </p:cNvSpPr>
          <p:nvPr/>
        </p:nvSpPr>
        <p:spPr>
          <a:xfrm xmlns:a="http://schemas.openxmlformats.org/drawingml/2006/main">
            <a:off x="7153275" y="354330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整理指定材料、產生文件</a:t>
            </a:r>
          </a:p>
        </p:txBody>
      </p:sp>
      <p:sp>
        <p:nvSpPr>
          <p:cNvPr id="12" name="slide-24-text-12">
            <a:extLst xmlns:a="http://schemas.openxmlformats.org/drawingml/2006/main">
              <a:ext uri="{FF2B5EF4-FFF2-40B4-BE49-F238E27FC236}">
                <a16:creationId xmlns:a16="http://schemas.microsoft.com/office/drawing/2014/main" id="{A8C8BAD1-A59D-4EFF-86B0-082E4A622FC1}"/>
              </a:ext>
            </a:extLst>
          </p:cNvPr>
          <p:cNvSpPr>
            <a:spLocks xmlns:a="http://schemas.openxmlformats.org/drawingml/2006/main" noGrp="1"/>
          </p:cNvSpPr>
          <p:nvPr/>
        </p:nvSpPr>
        <p:spPr>
          <a:xfrm xmlns:a="http://schemas.openxmlformats.org/drawingml/2006/main">
            <a:off x="7153275" y="397611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核對條件後交還審查</a:t>
            </a:r>
          </a:p>
        </p:txBody>
      </p:sp>
      <p:sp>
        <p:nvSpPr>
          <p:cNvPr id="13" name="slide-24-text-13">
            <a:extLst xmlns:a="http://schemas.openxmlformats.org/drawingml/2006/main">
              <a:ext uri="{FF2B5EF4-FFF2-40B4-BE49-F238E27FC236}">
                <a16:creationId xmlns:a16="http://schemas.microsoft.com/office/drawing/2014/main" id="{EAC8E829-9829-4BAD-99AC-1342BC5DC175}"/>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完成哪些步驟，取決於系統能力、授權與驗證條件。</a:t>
            </a:r>
          </a:p>
        </p:txBody>
      </p:sp>
      <p:sp>
        <p:nvSpPr>
          <p:cNvPr id="14" name="slide-24-text-14">
            <a:extLst xmlns:a="http://schemas.openxmlformats.org/drawingml/2006/main">
              <a:ext uri="{FF2B5EF4-FFF2-40B4-BE49-F238E27FC236}">
                <a16:creationId xmlns:a16="http://schemas.microsoft.com/office/drawing/2014/main" id="{3410969D-0EDA-437C-817E-65AB1821090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24 / 66</a:t>
            </a:r>
          </a:p>
        </p:txBody>
      </p:sp>
    </p:spTree>
    <p:extLst>
      <p:ext uri="{BB962C8B-B14F-4D97-AF65-F5344CB8AC3E}">
        <p14:creationId xmlns:p14="http://schemas.microsoft.com/office/powerpoint/2010/main" val="2020762298"/>
      </p:ext>
    </p:extLst>
  </p:cSld>
</p:sld>
</file>

<file path=ppt/slides/slide2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30" name="slide-25-text-1">
            <a:extLst xmlns:a="http://schemas.openxmlformats.org/drawingml/2006/main">
              <a:ext uri="{FF2B5EF4-FFF2-40B4-BE49-F238E27FC236}">
                <a16:creationId xmlns:a16="http://schemas.microsoft.com/office/drawing/2014/main" id="{4631A2D0-E0CC-4F3A-BB6A-2F690A93A4AB}"/>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01   AI WORKER</a:t>
            </a:r>
          </a:p>
        </p:txBody>
      </p:sp>
      <p:sp>
        <p:nvSpPr>
          <p:cNvPr id="2" name="slide-25-text-2">
            <a:extLst xmlns:a="http://schemas.openxmlformats.org/drawingml/2006/main">
              <a:ext uri="{FF2B5EF4-FFF2-40B4-BE49-F238E27FC236}">
                <a16:creationId xmlns:a16="http://schemas.microsoft.com/office/drawing/2014/main" id="{C57F73AB-E92A-4181-8469-1A478826E1FE}"/>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一次工作需要形成可觀察的過程</a:t>
            </a:r>
          </a:p>
        </p:txBody>
      </p:sp>
      <p:sp>
        <p:nvSpPr>
          <p:cNvPr id="3" name="slide-25-line-3">
            <a:extLst xmlns:a="http://schemas.openxmlformats.org/drawingml/2006/main">
              <a:ext uri="{FF2B5EF4-FFF2-40B4-BE49-F238E27FC236}">
                <a16:creationId xmlns:a16="http://schemas.microsoft.com/office/drawing/2014/main" id="{F67229F7-5655-4C40-872A-84A47534733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25-text-4">
            <a:extLst xmlns:a="http://schemas.openxmlformats.org/drawingml/2006/main">
              <a:ext uri="{FF2B5EF4-FFF2-40B4-BE49-F238E27FC236}">
                <a16:creationId xmlns:a16="http://schemas.microsoft.com/office/drawing/2014/main" id="{3B47646A-413B-45D1-BE44-115333A3BF0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25-text-5">
            <a:extLst xmlns:a="http://schemas.openxmlformats.org/drawingml/2006/main">
              <a:ext uri="{FF2B5EF4-FFF2-40B4-BE49-F238E27FC236}">
                <a16:creationId xmlns:a16="http://schemas.microsoft.com/office/drawing/2014/main" id="{2E43A2F7-5693-4114-A275-BF482B065C87}"/>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01</a:t>
            </a:r>
          </a:p>
        </p:txBody>
      </p:sp>
      <p:sp>
        <p:nvSpPr>
          <p:cNvPr id="6" name="slide-25-line-6">
            <a:extLst xmlns:a="http://schemas.openxmlformats.org/drawingml/2006/main">
              <a:ext uri="{FF2B5EF4-FFF2-40B4-BE49-F238E27FC236}">
                <a16:creationId xmlns:a16="http://schemas.microsoft.com/office/drawing/2014/main" id="{DF151B59-73AE-4483-808E-EB2BEA6B2453}"/>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7" name="slide-25-text-7">
            <a:extLst xmlns:a="http://schemas.openxmlformats.org/drawingml/2006/main">
              <a:ext uri="{FF2B5EF4-FFF2-40B4-BE49-F238E27FC236}">
                <a16:creationId xmlns:a16="http://schemas.microsoft.com/office/drawing/2014/main" id="{56B1D777-5399-4BF0-A47C-5B19FF6B070A}"/>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材料</a:t>
            </a:r>
          </a:p>
        </p:txBody>
      </p:sp>
      <p:sp>
        <p:nvSpPr>
          <p:cNvPr id="8" name="slide-25-text-8">
            <a:extLst xmlns:a="http://schemas.openxmlformats.org/drawingml/2006/main">
              <a:ext uri="{FF2B5EF4-FFF2-40B4-BE49-F238E27FC236}">
                <a16:creationId xmlns:a16="http://schemas.microsoft.com/office/drawing/2014/main" id="{35D9123B-06B3-4E9B-92DA-6749465AFAA1}"/>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指定短文</a:t>
            </a:r>
          </a:p>
        </p:txBody>
      </p:sp>
      <p:sp>
        <p:nvSpPr>
          <p:cNvPr id="9" name="slide-25-text-9">
            <a:extLst xmlns:a="http://schemas.openxmlformats.org/drawingml/2006/main">
              <a:ext uri="{FF2B5EF4-FFF2-40B4-BE49-F238E27FC236}">
                <a16:creationId xmlns:a16="http://schemas.microsoft.com/office/drawing/2014/main" id="{15691E84-F3A6-4582-9111-13517349C0F1}"/>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教學條件</a:t>
            </a:r>
          </a:p>
        </p:txBody>
      </p:sp>
      <p:sp>
        <p:nvSpPr>
          <p:cNvPr id="10" name="slide-25-line-10">
            <a:extLst xmlns:a="http://schemas.openxmlformats.org/drawingml/2006/main">
              <a:ext uri="{FF2B5EF4-FFF2-40B4-BE49-F238E27FC236}">
                <a16:creationId xmlns:a16="http://schemas.microsoft.com/office/drawing/2014/main" id="{0B15C6AD-CEAF-42F1-86D6-519257AE3DA6}"/>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1" name="slide-25-text-11">
            <a:extLst xmlns:a="http://schemas.openxmlformats.org/drawingml/2006/main">
              <a:ext uri="{FF2B5EF4-FFF2-40B4-BE49-F238E27FC236}">
                <a16:creationId xmlns:a16="http://schemas.microsoft.com/office/drawing/2014/main" id="{85A836D8-4D7F-4FFD-AE70-85D7D4ACF456}"/>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02</a:t>
            </a:r>
          </a:p>
        </p:txBody>
      </p:sp>
      <p:sp>
        <p:nvSpPr>
          <p:cNvPr id="12" name="slide-25-line-12">
            <a:extLst xmlns:a="http://schemas.openxmlformats.org/drawingml/2006/main">
              <a:ext uri="{FF2B5EF4-FFF2-40B4-BE49-F238E27FC236}">
                <a16:creationId xmlns:a16="http://schemas.microsoft.com/office/drawing/2014/main" id="{D120A4A8-9359-4708-8365-DDCD02EC2DA1}"/>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3" name="slide-25-text-13">
            <a:extLst xmlns:a="http://schemas.openxmlformats.org/drawingml/2006/main">
              <a:ext uri="{FF2B5EF4-FFF2-40B4-BE49-F238E27FC236}">
                <a16:creationId xmlns:a16="http://schemas.microsoft.com/office/drawing/2014/main" id="{353F327F-1081-4ABE-B99A-B39D78FC3FEA}"/>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執行</a:t>
            </a:r>
          </a:p>
        </p:txBody>
      </p:sp>
      <p:sp>
        <p:nvSpPr>
          <p:cNvPr id="14" name="slide-25-text-14">
            <a:extLst xmlns:a="http://schemas.openxmlformats.org/drawingml/2006/main">
              <a:ext uri="{FF2B5EF4-FFF2-40B4-BE49-F238E27FC236}">
                <a16:creationId xmlns:a16="http://schemas.microsoft.com/office/drawing/2014/main" id="{D5F38622-FC5A-4A1D-8291-0271D6E26146}"/>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導讀文件</a:t>
            </a:r>
          </a:p>
        </p:txBody>
      </p:sp>
      <p:sp>
        <p:nvSpPr>
          <p:cNvPr id="15" name="slide-25-text-15">
            <a:extLst xmlns:a="http://schemas.openxmlformats.org/drawingml/2006/main">
              <a:ext uri="{FF2B5EF4-FFF2-40B4-BE49-F238E27FC236}">
                <a16:creationId xmlns:a16="http://schemas.microsoft.com/office/drawing/2014/main" id="{24D6796D-504A-4E80-9A27-4186801945E8}"/>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教師說明</a:t>
            </a:r>
          </a:p>
        </p:txBody>
      </p:sp>
      <p:sp>
        <p:nvSpPr>
          <p:cNvPr id="16" name="slide-25-line-16">
            <a:extLst xmlns:a="http://schemas.openxmlformats.org/drawingml/2006/main">
              <a:ext uri="{FF2B5EF4-FFF2-40B4-BE49-F238E27FC236}">
                <a16:creationId xmlns:a16="http://schemas.microsoft.com/office/drawing/2014/main" id="{EE0FA3CA-BFAE-477A-9D90-38ED4C36396E}"/>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7" name="slide-25-text-17">
            <a:extLst xmlns:a="http://schemas.openxmlformats.org/drawingml/2006/main">
              <a:ext uri="{FF2B5EF4-FFF2-40B4-BE49-F238E27FC236}">
                <a16:creationId xmlns:a16="http://schemas.microsoft.com/office/drawing/2014/main" id="{A731A423-7738-411D-8624-452310C58566}"/>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03</a:t>
            </a:r>
          </a:p>
        </p:txBody>
      </p:sp>
      <p:sp>
        <p:nvSpPr>
          <p:cNvPr id="18" name="slide-25-line-18">
            <a:extLst xmlns:a="http://schemas.openxmlformats.org/drawingml/2006/main">
              <a:ext uri="{FF2B5EF4-FFF2-40B4-BE49-F238E27FC236}">
                <a16:creationId xmlns:a16="http://schemas.microsoft.com/office/drawing/2014/main" id="{3EDC8E87-0937-4F62-A526-81B2461D0F0A}"/>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9" name="slide-25-text-19">
            <a:extLst xmlns:a="http://schemas.openxmlformats.org/drawingml/2006/main">
              <a:ext uri="{FF2B5EF4-FFF2-40B4-BE49-F238E27FC236}">
                <a16:creationId xmlns:a16="http://schemas.microsoft.com/office/drawing/2014/main" id="{2FD1E321-0EDE-47B7-8603-97D1DAA1308B}"/>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檢查</a:t>
            </a:r>
          </a:p>
        </p:txBody>
      </p:sp>
      <p:sp>
        <p:nvSpPr>
          <p:cNvPr id="20" name="slide-25-text-20">
            <a:extLst xmlns:a="http://schemas.openxmlformats.org/drawingml/2006/main">
              <a:ext uri="{FF2B5EF4-FFF2-40B4-BE49-F238E27FC236}">
                <a16:creationId xmlns:a16="http://schemas.microsoft.com/office/drawing/2014/main" id="{22DD6E91-A899-45C3-9E31-2F3FD9884690}"/>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原文依據</a:t>
            </a:r>
          </a:p>
        </p:txBody>
      </p:sp>
      <p:sp>
        <p:nvSpPr>
          <p:cNvPr id="21" name="slide-25-text-21">
            <a:extLst xmlns:a="http://schemas.openxmlformats.org/drawingml/2006/main">
              <a:ext uri="{FF2B5EF4-FFF2-40B4-BE49-F238E27FC236}">
                <a16:creationId xmlns:a16="http://schemas.microsoft.com/office/drawing/2014/main" id="{91A46ABD-8F48-46CA-A9D4-33BCB53E2B86}"/>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用途與限制</a:t>
            </a:r>
          </a:p>
        </p:txBody>
      </p:sp>
      <p:sp>
        <p:nvSpPr>
          <p:cNvPr id="22" name="slide-25-line-22">
            <a:extLst xmlns:a="http://schemas.openxmlformats.org/drawingml/2006/main">
              <a:ext uri="{FF2B5EF4-FFF2-40B4-BE49-F238E27FC236}">
                <a16:creationId xmlns:a16="http://schemas.microsoft.com/office/drawing/2014/main" id="{D59D6C02-58AF-4EAC-8844-1A985798F17C}"/>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23" name="slide-25-text-23">
            <a:extLst xmlns:a="http://schemas.openxmlformats.org/drawingml/2006/main">
              <a:ext uri="{FF2B5EF4-FFF2-40B4-BE49-F238E27FC236}">
                <a16:creationId xmlns:a16="http://schemas.microsoft.com/office/drawing/2014/main" id="{9E49FADD-5E37-4FFF-8688-7013FD6AEE0A}"/>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04</a:t>
            </a:r>
          </a:p>
        </p:txBody>
      </p:sp>
      <p:sp>
        <p:nvSpPr>
          <p:cNvPr id="24" name="slide-25-line-24">
            <a:extLst xmlns:a="http://schemas.openxmlformats.org/drawingml/2006/main">
              <a:ext uri="{FF2B5EF4-FFF2-40B4-BE49-F238E27FC236}">
                <a16:creationId xmlns:a16="http://schemas.microsoft.com/office/drawing/2014/main" id="{F8D24D7E-F8E7-432C-A09C-F8A756369808}"/>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25" name="slide-25-text-25">
            <a:extLst xmlns:a="http://schemas.openxmlformats.org/drawingml/2006/main">
              <a:ext uri="{FF2B5EF4-FFF2-40B4-BE49-F238E27FC236}">
                <a16:creationId xmlns:a16="http://schemas.microsoft.com/office/drawing/2014/main" id="{E4B17F79-446C-4A33-84DA-189AFD6AF124}"/>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修訂</a:t>
            </a:r>
          </a:p>
        </p:txBody>
      </p:sp>
      <p:sp>
        <p:nvSpPr>
          <p:cNvPr id="26" name="slide-25-text-26">
            <a:extLst xmlns:a="http://schemas.openxmlformats.org/drawingml/2006/main">
              <a:ext uri="{FF2B5EF4-FFF2-40B4-BE49-F238E27FC236}">
                <a16:creationId xmlns:a16="http://schemas.microsoft.com/office/drawing/2014/main" id="{CD745792-F29D-4319-9B9F-0F1C256EF5FF}"/>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退回缺項</a:t>
            </a:r>
          </a:p>
        </p:txBody>
      </p:sp>
      <p:sp>
        <p:nvSpPr>
          <p:cNvPr id="27" name="slide-25-text-27">
            <a:extLst xmlns:a="http://schemas.openxmlformats.org/drawingml/2006/main">
              <a:ext uri="{FF2B5EF4-FFF2-40B4-BE49-F238E27FC236}">
                <a16:creationId xmlns:a16="http://schemas.microsoft.com/office/drawing/2014/main" id="{F0D3B736-2790-4AC6-9D01-827A41069E34}"/>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重新交審</a:t>
            </a:r>
          </a:p>
        </p:txBody>
      </p:sp>
      <p:sp>
        <p:nvSpPr>
          <p:cNvPr id="28" name="slide-25-text-28">
            <a:extLst xmlns:a="http://schemas.openxmlformats.org/drawingml/2006/main">
              <a:ext uri="{FF2B5EF4-FFF2-40B4-BE49-F238E27FC236}">
                <a16:creationId xmlns:a16="http://schemas.microsoft.com/office/drawing/2014/main" id="{3CF2635B-169C-4AE7-A50F-C9821BFF24CA}"/>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執行記錄可供追查；是否通過仍需檢查產物與實際狀態。</a:t>
            </a:r>
          </a:p>
        </p:txBody>
      </p:sp>
      <p:sp>
        <p:nvSpPr>
          <p:cNvPr id="29" name="slide-25-text-29">
            <a:extLst xmlns:a="http://schemas.openxmlformats.org/drawingml/2006/main">
              <a:ext uri="{FF2B5EF4-FFF2-40B4-BE49-F238E27FC236}">
                <a16:creationId xmlns:a16="http://schemas.microsoft.com/office/drawing/2014/main" id="{1618FF36-121B-49A0-BF93-DF67C251EE1B}"/>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25 / 66</a:t>
            </a:r>
          </a:p>
        </p:txBody>
      </p:sp>
    </p:spTree>
    <p:extLst>
      <p:ext uri="{BB962C8B-B14F-4D97-AF65-F5344CB8AC3E}">
        <p14:creationId xmlns:p14="http://schemas.microsoft.com/office/powerpoint/2010/main" val="282212042"/>
      </p:ext>
    </p:extLst>
  </p:cSld>
</p:sld>
</file>

<file path=ppt/slides/slide2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6" name="slide-26-text-1">
            <a:extLst xmlns:a="http://schemas.openxmlformats.org/drawingml/2006/main">
              <a:ext uri="{FF2B5EF4-FFF2-40B4-BE49-F238E27FC236}">
                <a16:creationId xmlns:a16="http://schemas.microsoft.com/office/drawing/2014/main" id="{E1229017-8395-4DD3-93AD-02D69AF2C29E}"/>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01   同一案例</a:t>
            </a:r>
          </a:p>
        </p:txBody>
      </p:sp>
      <p:sp>
        <p:nvSpPr>
          <p:cNvPr id="2" name="slide-26-text-2">
            <a:extLst xmlns:a="http://schemas.openxmlformats.org/drawingml/2006/main">
              <a:ext uri="{FF2B5EF4-FFF2-40B4-BE49-F238E27FC236}">
                <a16:creationId xmlns:a16="http://schemas.microsoft.com/office/drawing/2014/main" id="{6DD005A1-679B-4126-BD19-D92D55D1C53D}"/>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流暢的輸出可能掩蓋未完成的工作</a:t>
            </a:r>
          </a:p>
        </p:txBody>
      </p:sp>
      <p:sp>
        <p:nvSpPr>
          <p:cNvPr id="3" name="slide-26-line-3">
            <a:extLst xmlns:a="http://schemas.openxmlformats.org/drawingml/2006/main">
              <a:ext uri="{FF2B5EF4-FFF2-40B4-BE49-F238E27FC236}">
                <a16:creationId xmlns:a16="http://schemas.microsoft.com/office/drawing/2014/main" id="{099BB526-E93E-4F52-99EF-89602BB796E7}"/>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6-text-4">
            <a:extLst xmlns:a="http://schemas.openxmlformats.org/drawingml/2006/main">
              <a:ext uri="{FF2B5EF4-FFF2-40B4-BE49-F238E27FC236}">
                <a16:creationId xmlns:a16="http://schemas.microsoft.com/office/drawing/2014/main" id="{28AE2C0E-27F7-40BD-8951-B84B22BB8010}"/>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6-text-5">
            <a:extLst xmlns:a="http://schemas.openxmlformats.org/drawingml/2006/main">
              <a:ext uri="{FF2B5EF4-FFF2-40B4-BE49-F238E27FC236}">
                <a16:creationId xmlns:a16="http://schemas.microsoft.com/office/drawing/2014/main" id="{5E42B377-4C9D-43F9-A711-CDFD0B8B0F04}"/>
              </a:ext>
            </a:extLst>
          </p:cNvPr>
          <p:cNvSpPr>
            <a:spLocks xmlns:a="http://schemas.openxmlformats.org/drawingml/2006/main" noGrp="1"/>
          </p:cNvSpPr>
          <p:nvPr/>
        </p:nvSpPr>
        <p:spPr>
          <a:xfrm xmlns:a="http://schemas.openxmlformats.org/drawingml/2006/main">
            <a:off x="838200" y="28575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內容錯誤</a:t>
            </a:r>
          </a:p>
        </p:txBody>
      </p:sp>
      <p:sp>
        <p:nvSpPr>
          <p:cNvPr id="6" name="slide-26-text-6">
            <a:extLst xmlns:a="http://schemas.openxmlformats.org/drawingml/2006/main">
              <a:ext uri="{FF2B5EF4-FFF2-40B4-BE49-F238E27FC236}">
                <a16:creationId xmlns:a16="http://schemas.microsoft.com/office/drawing/2014/main" id="{AC7BECB7-CF9C-4605-AA6A-135D5AF07BD4}"/>
              </a:ext>
            </a:extLst>
          </p:cNvPr>
          <p:cNvSpPr>
            <a:spLocks xmlns:a="http://schemas.openxmlformats.org/drawingml/2006/main" noGrp="1"/>
          </p:cNvSpPr>
          <p:nvPr/>
        </p:nvSpPr>
        <p:spPr>
          <a:xfrm xmlns:a="http://schemas.openxmlformats.org/drawingml/2006/main">
            <a:off x="3619500" y="285750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導讀引用了原文沒有的情節</a:t>
            </a:r>
          </a:p>
        </p:txBody>
      </p:sp>
      <p:sp>
        <p:nvSpPr>
          <p:cNvPr id="7" name="slide-26-line-7">
            <a:extLst xmlns:a="http://schemas.openxmlformats.org/drawingml/2006/main">
              <a:ext uri="{FF2B5EF4-FFF2-40B4-BE49-F238E27FC236}">
                <a16:creationId xmlns:a16="http://schemas.microsoft.com/office/drawing/2014/main" id="{CA27BF33-BCA0-4689-A075-78E16C3B5B95}"/>
              </a:ext>
            </a:extLst>
          </p:cNvPr>
          <p:cNvSpPr>
            <a:spLocks xmlns:a="http://schemas.openxmlformats.org/drawingml/2006/main" noGrp="1"/>
          </p:cNvSpPr>
          <p:nvPr/>
        </p:nvSpPr>
        <p:spPr>
          <a:xfrm xmlns:a="http://schemas.openxmlformats.org/drawingml/2006/main">
            <a:off x="838200" y="36766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26-text-8">
            <a:extLst xmlns:a="http://schemas.openxmlformats.org/drawingml/2006/main">
              <a:ext uri="{FF2B5EF4-FFF2-40B4-BE49-F238E27FC236}">
                <a16:creationId xmlns:a16="http://schemas.microsoft.com/office/drawing/2014/main" id="{ADA42D49-ED63-4F36-832E-E9C473D989F0}"/>
              </a:ext>
            </a:extLst>
          </p:cNvPr>
          <p:cNvSpPr>
            <a:spLocks xmlns:a="http://schemas.openxmlformats.org/drawingml/2006/main" noGrp="1"/>
          </p:cNvSpPr>
          <p:nvPr/>
        </p:nvSpPr>
        <p:spPr>
          <a:xfrm xmlns:a="http://schemas.openxmlformats.org/drawingml/2006/main">
            <a:off x="838200" y="38862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權限錯誤</a:t>
            </a:r>
          </a:p>
        </p:txBody>
      </p:sp>
      <p:sp>
        <p:nvSpPr>
          <p:cNvPr id="9" name="slide-26-text-9">
            <a:extLst xmlns:a="http://schemas.openxmlformats.org/drawingml/2006/main">
              <a:ext uri="{FF2B5EF4-FFF2-40B4-BE49-F238E27FC236}">
                <a16:creationId xmlns:a16="http://schemas.microsoft.com/office/drawing/2014/main" id="{E5E0C9C3-0329-4D5A-B8D3-4117E42E580C}"/>
              </a:ext>
            </a:extLst>
          </p:cNvPr>
          <p:cNvSpPr>
            <a:spLocks xmlns:a="http://schemas.openxmlformats.org/drawingml/2006/main" noGrp="1"/>
          </p:cNvSpPr>
          <p:nvPr/>
        </p:nvSpPr>
        <p:spPr>
          <a:xfrm xmlns:a="http://schemas.openxmlformats.org/drawingml/2006/main">
            <a:off x="3619500" y="388620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尚未審查，卻自行發給學生</a:t>
            </a:r>
          </a:p>
        </p:txBody>
      </p:sp>
      <p:sp>
        <p:nvSpPr>
          <p:cNvPr id="10" name="slide-26-line-10">
            <a:extLst xmlns:a="http://schemas.openxmlformats.org/drawingml/2006/main">
              <a:ext uri="{FF2B5EF4-FFF2-40B4-BE49-F238E27FC236}">
                <a16:creationId xmlns:a16="http://schemas.microsoft.com/office/drawing/2014/main" id="{CFC067AD-8773-4E05-8C31-AD527AD93E99}"/>
              </a:ext>
            </a:extLst>
          </p:cNvPr>
          <p:cNvSpPr>
            <a:spLocks xmlns:a="http://schemas.openxmlformats.org/drawingml/2006/main" noGrp="1"/>
          </p:cNvSpPr>
          <p:nvPr/>
        </p:nvSpPr>
        <p:spPr>
          <a:xfrm xmlns:a="http://schemas.openxmlformats.org/drawingml/2006/main">
            <a:off x="838200" y="47053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26-text-11">
            <a:extLst xmlns:a="http://schemas.openxmlformats.org/drawingml/2006/main">
              <a:ext uri="{FF2B5EF4-FFF2-40B4-BE49-F238E27FC236}">
                <a16:creationId xmlns:a16="http://schemas.microsoft.com/office/drawing/2014/main" id="{81DA247C-C6EC-4E65-AD6E-7E9E035C78D2}"/>
              </a:ext>
            </a:extLst>
          </p:cNvPr>
          <p:cNvSpPr>
            <a:spLocks xmlns:a="http://schemas.openxmlformats.org/drawingml/2006/main" noGrp="1"/>
          </p:cNvSpPr>
          <p:nvPr/>
        </p:nvSpPr>
        <p:spPr>
          <a:xfrm xmlns:a="http://schemas.openxmlformats.org/drawingml/2006/main">
            <a:off x="838200" y="49149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驗收需要</a:t>
            </a:r>
          </a:p>
        </p:txBody>
      </p:sp>
      <p:sp>
        <p:nvSpPr>
          <p:cNvPr id="12" name="slide-26-text-12">
            <a:extLst xmlns:a="http://schemas.openxmlformats.org/drawingml/2006/main">
              <a:ext uri="{FF2B5EF4-FFF2-40B4-BE49-F238E27FC236}">
                <a16:creationId xmlns:a16="http://schemas.microsoft.com/office/drawing/2014/main" id="{24B18858-0F70-430A-9249-946364246153}"/>
              </a:ext>
            </a:extLst>
          </p:cNvPr>
          <p:cNvSpPr>
            <a:spLocks xmlns:a="http://schemas.openxmlformats.org/drawingml/2006/main" noGrp="1"/>
          </p:cNvSpPr>
          <p:nvPr/>
        </p:nvSpPr>
        <p:spPr>
          <a:xfrm xmlns:a="http://schemas.openxmlformats.org/drawingml/2006/main">
            <a:off x="3619500" y="491490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同時檢查內容、實際狀態與授權</a:t>
            </a:r>
          </a:p>
        </p:txBody>
      </p:sp>
      <p:sp>
        <p:nvSpPr>
          <p:cNvPr id="13" name="slide-26-line-13">
            <a:extLst xmlns:a="http://schemas.openxmlformats.org/drawingml/2006/main">
              <a:ext uri="{FF2B5EF4-FFF2-40B4-BE49-F238E27FC236}">
                <a16:creationId xmlns:a16="http://schemas.microsoft.com/office/drawing/2014/main" id="{504EDC13-361B-4813-A22D-3B4B96B14D3A}"/>
              </a:ext>
            </a:extLst>
          </p:cNvPr>
          <p:cNvSpPr>
            <a:spLocks xmlns:a="http://schemas.openxmlformats.org/drawingml/2006/main" noGrp="1"/>
          </p:cNvSpPr>
          <p:nvPr/>
        </p:nvSpPr>
        <p:spPr>
          <a:xfrm xmlns:a="http://schemas.openxmlformats.org/drawingml/2006/main">
            <a:off x="838200" y="57340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26-text-14">
            <a:extLst xmlns:a="http://schemas.openxmlformats.org/drawingml/2006/main">
              <a:ext uri="{FF2B5EF4-FFF2-40B4-BE49-F238E27FC236}">
                <a16:creationId xmlns:a16="http://schemas.microsoft.com/office/drawing/2014/main" id="{FD2B1CB1-9DC3-4F92-B2F9-11E14CC2FEA5}"/>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構擬反例。可讀性不能替代文本核對或權限檢查。</a:t>
            </a:r>
          </a:p>
        </p:txBody>
      </p:sp>
      <p:sp>
        <p:nvSpPr>
          <p:cNvPr id="15" name="slide-26-text-15">
            <a:extLst xmlns:a="http://schemas.openxmlformats.org/drawingml/2006/main">
              <a:ext uri="{FF2B5EF4-FFF2-40B4-BE49-F238E27FC236}">
                <a16:creationId xmlns:a16="http://schemas.microsoft.com/office/drawing/2014/main" id="{0A787071-AA2F-4721-AE04-EF04130ECED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26 / 66</a:t>
            </a:r>
          </a:p>
        </p:txBody>
      </p:sp>
    </p:spTree>
    <p:extLst>
      <p:ext uri="{BB962C8B-B14F-4D97-AF65-F5344CB8AC3E}">
        <p14:creationId xmlns:p14="http://schemas.microsoft.com/office/powerpoint/2010/main" val="825435314"/>
      </p:ext>
    </p:extLst>
  </p:cSld>
</p:sld>
</file>

<file path=ppt/slides/slide2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8" name="slide-27-text-1">
            <a:extLst xmlns:a="http://schemas.openxmlformats.org/drawingml/2006/main">
              <a:ext uri="{FF2B5EF4-FFF2-40B4-BE49-F238E27FC236}">
                <a16:creationId xmlns:a16="http://schemas.microsoft.com/office/drawing/2014/main" id="{510932B1-79F9-4199-9F30-E4014DD079AB}"/>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01   工作契約</a:t>
            </a:r>
          </a:p>
        </p:txBody>
      </p:sp>
      <p:sp>
        <p:nvSpPr>
          <p:cNvPr id="2" name="slide-27-text-2">
            <a:extLst xmlns:a="http://schemas.openxmlformats.org/drawingml/2006/main">
              <a:ext uri="{FF2B5EF4-FFF2-40B4-BE49-F238E27FC236}">
                <a16:creationId xmlns:a16="http://schemas.microsoft.com/office/drawing/2014/main" id="{24A7AC29-BB40-4F41-ABDA-889CB23CE80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可執行的委託有共同檢查依據</a:t>
            </a:r>
          </a:p>
        </p:txBody>
      </p:sp>
      <p:sp>
        <p:nvSpPr>
          <p:cNvPr id="3" name="slide-27-line-3">
            <a:extLst xmlns:a="http://schemas.openxmlformats.org/drawingml/2006/main">
              <a:ext uri="{FF2B5EF4-FFF2-40B4-BE49-F238E27FC236}">
                <a16:creationId xmlns:a16="http://schemas.microsoft.com/office/drawing/2014/main" id="{922B8241-8C00-41B0-B884-68295DAFAE5B}"/>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27-text-4">
            <a:extLst xmlns:a="http://schemas.openxmlformats.org/drawingml/2006/main">
              <a:ext uri="{FF2B5EF4-FFF2-40B4-BE49-F238E27FC236}">
                <a16:creationId xmlns:a16="http://schemas.microsoft.com/office/drawing/2014/main" id="{6F38FAA8-66FE-414D-80F3-A826AACB241A}"/>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27-text-5">
            <a:extLst xmlns:a="http://schemas.openxmlformats.org/drawingml/2006/main">
              <a:ext uri="{FF2B5EF4-FFF2-40B4-BE49-F238E27FC236}">
                <a16:creationId xmlns:a16="http://schemas.microsoft.com/office/drawing/2014/main" id="{AED5B4D2-B073-4304-B6A4-AC58A2EDAAA5}"/>
              </a:ext>
            </a:extLst>
          </p:cNvPr>
          <p:cNvSpPr>
            <a:spLocks xmlns:a="http://schemas.openxmlformats.org/drawingml/2006/main" noGrp="1"/>
          </p:cNvSpPr>
          <p:nvPr/>
        </p:nvSpPr>
        <p:spPr>
          <a:xfrm xmlns:a="http://schemas.openxmlformats.org/drawingml/2006/main">
            <a:off x="838200" y="2571750"/>
            <a:ext cx="2476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目標與材料</a:t>
            </a:r>
          </a:p>
        </p:txBody>
      </p:sp>
      <p:sp>
        <p:nvSpPr>
          <p:cNvPr id="6" name="slide-27-text-6">
            <a:extLst xmlns:a="http://schemas.openxmlformats.org/drawingml/2006/main">
              <a:ext uri="{FF2B5EF4-FFF2-40B4-BE49-F238E27FC236}">
                <a16:creationId xmlns:a16="http://schemas.microsoft.com/office/drawing/2014/main" id="{77D11F77-92A4-4501-A432-8A10885649D3}"/>
              </a:ext>
            </a:extLst>
          </p:cNvPr>
          <p:cNvSpPr>
            <a:spLocks xmlns:a="http://schemas.openxmlformats.org/drawingml/2006/main" noGrp="1"/>
          </p:cNvSpPr>
          <p:nvPr/>
        </p:nvSpPr>
        <p:spPr>
          <a:xfrm xmlns:a="http://schemas.openxmlformats.org/drawingml/2006/main">
            <a:off x="3619500" y="2571750"/>
            <a:ext cx="92583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三年級課前導讀，只使用指定短文</a:t>
            </a:r>
          </a:p>
        </p:txBody>
      </p:sp>
      <p:sp>
        <p:nvSpPr>
          <p:cNvPr id="7" name="slide-27-line-7">
            <a:extLst xmlns:a="http://schemas.openxmlformats.org/drawingml/2006/main">
              <a:ext uri="{FF2B5EF4-FFF2-40B4-BE49-F238E27FC236}">
                <a16:creationId xmlns:a16="http://schemas.microsoft.com/office/drawing/2014/main" id="{78080721-F195-4853-9121-E0B3F347D2FC}"/>
              </a:ext>
            </a:extLst>
          </p:cNvPr>
          <p:cNvSpPr>
            <a:spLocks xmlns:a="http://schemas.openxmlformats.org/drawingml/2006/main" noGrp="1"/>
          </p:cNvSpPr>
          <p:nvPr/>
        </p:nvSpPr>
        <p:spPr>
          <a:xfrm xmlns:a="http://schemas.openxmlformats.org/drawingml/2006/main">
            <a:off x="838200" y="32766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27-text-8">
            <a:extLst xmlns:a="http://schemas.openxmlformats.org/drawingml/2006/main">
              <a:ext uri="{FF2B5EF4-FFF2-40B4-BE49-F238E27FC236}">
                <a16:creationId xmlns:a16="http://schemas.microsoft.com/office/drawing/2014/main" id="{84BC80B8-009B-490F-AAFE-8F69CC94DB6E}"/>
              </a:ext>
            </a:extLst>
          </p:cNvPr>
          <p:cNvSpPr>
            <a:spLocks xmlns:a="http://schemas.openxmlformats.org/drawingml/2006/main" noGrp="1"/>
          </p:cNvSpPr>
          <p:nvPr/>
        </p:nvSpPr>
        <p:spPr>
          <a:xfrm xmlns:a="http://schemas.openxmlformats.org/drawingml/2006/main">
            <a:off x="838200" y="3486150"/>
            <a:ext cx="2476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交付與驗收</a:t>
            </a:r>
          </a:p>
        </p:txBody>
      </p:sp>
      <p:sp>
        <p:nvSpPr>
          <p:cNvPr id="9" name="slide-27-text-9">
            <a:extLst xmlns:a="http://schemas.openxmlformats.org/drawingml/2006/main">
              <a:ext uri="{FF2B5EF4-FFF2-40B4-BE49-F238E27FC236}">
                <a16:creationId xmlns:a16="http://schemas.microsoft.com/office/drawing/2014/main" id="{40A3542F-CF5E-42C9-A173-74A4BC12B3C1}"/>
              </a:ext>
            </a:extLst>
          </p:cNvPr>
          <p:cNvSpPr>
            <a:spLocks xmlns:a="http://schemas.openxmlformats.org/drawingml/2006/main" noGrp="1"/>
          </p:cNvSpPr>
          <p:nvPr/>
        </p:nvSpPr>
        <p:spPr>
          <a:xfrm xmlns:a="http://schemas.openxmlformats.org/drawingml/2006/main">
            <a:off x="3619500" y="3486150"/>
            <a:ext cx="92583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導讀、教師說明及逐項文本依據</a:t>
            </a:r>
          </a:p>
        </p:txBody>
      </p:sp>
      <p:sp>
        <p:nvSpPr>
          <p:cNvPr id="10" name="slide-27-line-10">
            <a:extLst xmlns:a="http://schemas.openxmlformats.org/drawingml/2006/main">
              <a:ext uri="{FF2B5EF4-FFF2-40B4-BE49-F238E27FC236}">
                <a16:creationId xmlns:a16="http://schemas.microsoft.com/office/drawing/2014/main" id="{1C546C29-CAA7-41CF-917A-3BE21E38909C}"/>
              </a:ext>
            </a:extLst>
          </p:cNvPr>
          <p:cNvSpPr>
            <a:spLocks xmlns:a="http://schemas.openxmlformats.org/drawingml/2006/main" noGrp="1"/>
          </p:cNvSpPr>
          <p:nvPr/>
        </p:nvSpPr>
        <p:spPr>
          <a:xfrm xmlns:a="http://schemas.openxmlformats.org/drawingml/2006/main">
            <a:off x="838200" y="41910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27-text-11">
            <a:extLst xmlns:a="http://schemas.openxmlformats.org/drawingml/2006/main">
              <a:ext uri="{FF2B5EF4-FFF2-40B4-BE49-F238E27FC236}">
                <a16:creationId xmlns:a16="http://schemas.microsoft.com/office/drawing/2014/main" id="{389AFEF4-DA52-4C71-B0BB-C27A8DDFDC5B}"/>
              </a:ext>
            </a:extLst>
          </p:cNvPr>
          <p:cNvSpPr>
            <a:spLocks xmlns:a="http://schemas.openxmlformats.org/drawingml/2006/main" noGrp="1"/>
          </p:cNvSpPr>
          <p:nvPr/>
        </p:nvSpPr>
        <p:spPr>
          <a:xfrm xmlns:a="http://schemas.openxmlformats.org/drawingml/2006/main">
            <a:off x="838200" y="4400550"/>
            <a:ext cx="2476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授權邊界</a:t>
            </a:r>
          </a:p>
        </p:txBody>
      </p:sp>
      <p:sp>
        <p:nvSpPr>
          <p:cNvPr id="12" name="slide-27-text-12">
            <a:extLst xmlns:a="http://schemas.openxmlformats.org/drawingml/2006/main">
              <a:ext uri="{FF2B5EF4-FFF2-40B4-BE49-F238E27FC236}">
                <a16:creationId xmlns:a16="http://schemas.microsoft.com/office/drawing/2014/main" id="{EFAD862D-924C-4A51-8BF4-6D46DDB78CF2}"/>
              </a:ext>
            </a:extLst>
          </p:cNvPr>
          <p:cNvSpPr>
            <a:spLocks xmlns:a="http://schemas.openxmlformats.org/drawingml/2006/main" noGrp="1"/>
          </p:cNvSpPr>
          <p:nvPr/>
        </p:nvSpPr>
        <p:spPr>
          <a:xfrm xmlns:a="http://schemas.openxmlformats.org/drawingml/2006/main">
            <a:off x="3619500" y="4400550"/>
            <a:ext cx="92583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可以製作候選文件，不可自行發送</a:t>
            </a:r>
          </a:p>
        </p:txBody>
      </p:sp>
      <p:sp>
        <p:nvSpPr>
          <p:cNvPr id="13" name="slide-27-line-13">
            <a:extLst xmlns:a="http://schemas.openxmlformats.org/drawingml/2006/main">
              <a:ext uri="{FF2B5EF4-FFF2-40B4-BE49-F238E27FC236}">
                <a16:creationId xmlns:a16="http://schemas.microsoft.com/office/drawing/2014/main" id="{7410535F-6208-475B-B80B-E39891C1E9DF}"/>
              </a:ext>
            </a:extLst>
          </p:cNvPr>
          <p:cNvSpPr>
            <a:spLocks xmlns:a="http://schemas.openxmlformats.org/drawingml/2006/main" noGrp="1"/>
          </p:cNvSpPr>
          <p:nvPr/>
        </p:nvSpPr>
        <p:spPr>
          <a:xfrm xmlns:a="http://schemas.openxmlformats.org/drawingml/2006/main">
            <a:off x="838200" y="51054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27-text-14">
            <a:extLst xmlns:a="http://schemas.openxmlformats.org/drawingml/2006/main">
              <a:ext uri="{FF2B5EF4-FFF2-40B4-BE49-F238E27FC236}">
                <a16:creationId xmlns:a16="http://schemas.microsoft.com/office/drawing/2014/main" id="{C595FD3A-D5D9-4175-93A3-D2265ECF4C72}"/>
              </a:ext>
            </a:extLst>
          </p:cNvPr>
          <p:cNvSpPr>
            <a:spLocks xmlns:a="http://schemas.openxmlformats.org/drawingml/2006/main" noGrp="1"/>
          </p:cNvSpPr>
          <p:nvPr/>
        </p:nvSpPr>
        <p:spPr>
          <a:xfrm xmlns:a="http://schemas.openxmlformats.org/drawingml/2006/main">
            <a:off x="838200" y="5314950"/>
            <a:ext cx="2476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失敗處理</a:t>
            </a:r>
          </a:p>
        </p:txBody>
      </p:sp>
      <p:sp>
        <p:nvSpPr>
          <p:cNvPr id="15" name="slide-27-text-15">
            <a:extLst xmlns:a="http://schemas.openxmlformats.org/drawingml/2006/main">
              <a:ext uri="{FF2B5EF4-FFF2-40B4-BE49-F238E27FC236}">
                <a16:creationId xmlns:a16="http://schemas.microsoft.com/office/drawing/2014/main" id="{2D479D9A-87EE-42C3-B402-E55819A64208}"/>
              </a:ext>
            </a:extLst>
          </p:cNvPr>
          <p:cNvSpPr>
            <a:spLocks xmlns:a="http://schemas.openxmlformats.org/drawingml/2006/main" noGrp="1"/>
          </p:cNvSpPr>
          <p:nvPr/>
        </p:nvSpPr>
        <p:spPr>
          <a:xfrm xmlns:a="http://schemas.openxmlformats.org/drawingml/2006/main">
            <a:off x="3619500" y="5314950"/>
            <a:ext cx="92583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材料缺失時停止，列明需要補充之處</a:t>
            </a:r>
          </a:p>
        </p:txBody>
      </p:sp>
      <p:sp>
        <p:nvSpPr>
          <p:cNvPr id="16" name="slide-27-line-16">
            <a:extLst xmlns:a="http://schemas.openxmlformats.org/drawingml/2006/main">
              <a:ext uri="{FF2B5EF4-FFF2-40B4-BE49-F238E27FC236}">
                <a16:creationId xmlns:a16="http://schemas.microsoft.com/office/drawing/2014/main" id="{2D9BE41D-3F3F-4EEB-B0EC-AB6C3D8096B3}"/>
              </a:ext>
            </a:extLst>
          </p:cNvPr>
          <p:cNvSpPr>
            <a:spLocks xmlns:a="http://schemas.openxmlformats.org/drawingml/2006/main" noGrp="1"/>
          </p:cNvSpPr>
          <p:nvPr/>
        </p:nvSpPr>
        <p:spPr>
          <a:xfrm xmlns:a="http://schemas.openxmlformats.org/drawingml/2006/main">
            <a:off x="838200" y="60198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7" name="slide-27-text-17">
            <a:extLst xmlns:a="http://schemas.openxmlformats.org/drawingml/2006/main">
              <a:ext uri="{FF2B5EF4-FFF2-40B4-BE49-F238E27FC236}">
                <a16:creationId xmlns:a16="http://schemas.microsoft.com/office/drawing/2014/main" id="{84873D02-9A40-4DEA-9A1A-5B35F7BD1068}"/>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27 / 66</a:t>
            </a:r>
          </a:p>
        </p:txBody>
      </p:sp>
    </p:spTree>
    <p:extLst>
      <p:ext uri="{BB962C8B-B14F-4D97-AF65-F5344CB8AC3E}">
        <p14:creationId xmlns:p14="http://schemas.microsoft.com/office/powerpoint/2010/main" val="1724152717"/>
      </p:ext>
    </p:extLst>
  </p:cSld>
</p:sld>
</file>

<file path=ppt/slides/slide2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slide-28-text-1">
            <a:extLst xmlns:a="http://schemas.openxmlformats.org/drawingml/2006/main">
              <a:ext uri="{FF2B5EF4-FFF2-40B4-BE49-F238E27FC236}">
                <a16:creationId xmlns:a16="http://schemas.microsoft.com/office/drawing/2014/main" id="{89892221-4A8A-485D-94B5-B815168AB96A}"/>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01   行動邊界</a:t>
            </a:r>
          </a:p>
        </p:txBody>
      </p:sp>
      <p:sp>
        <p:nvSpPr>
          <p:cNvPr id="2" name="slide-28-text-2">
            <a:extLst xmlns:a="http://schemas.openxmlformats.org/drawingml/2006/main">
              <a:ext uri="{FF2B5EF4-FFF2-40B4-BE49-F238E27FC236}">
                <a16:creationId xmlns:a16="http://schemas.microsoft.com/office/drawing/2014/main" id="{E8FCB847-7E48-46F1-82B0-A2F765E89582}"/>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工具權限需要與任務風險相稱</a:t>
            </a:r>
          </a:p>
        </p:txBody>
      </p:sp>
      <p:sp>
        <p:nvSpPr>
          <p:cNvPr id="3" name="slide-28-line-3">
            <a:extLst xmlns:a="http://schemas.openxmlformats.org/drawingml/2006/main">
              <a:ext uri="{FF2B5EF4-FFF2-40B4-BE49-F238E27FC236}">
                <a16:creationId xmlns:a16="http://schemas.microsoft.com/office/drawing/2014/main" id="{FB5CA956-30B1-40AE-A2EF-54C2E8341093}"/>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8-text-4">
            <a:extLst xmlns:a="http://schemas.openxmlformats.org/drawingml/2006/main">
              <a:ext uri="{FF2B5EF4-FFF2-40B4-BE49-F238E27FC236}">
                <a16:creationId xmlns:a16="http://schemas.microsoft.com/office/drawing/2014/main" id="{B47A3504-0A98-4AAD-91CF-02BE310805EA}"/>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8-text-5">
            <a:extLst xmlns:a="http://schemas.openxmlformats.org/drawingml/2006/main">
              <a:ext uri="{FF2B5EF4-FFF2-40B4-BE49-F238E27FC236}">
                <a16:creationId xmlns:a16="http://schemas.microsoft.com/office/drawing/2014/main" id="{08AB88B2-5E68-45A0-8CC8-066C3C6214D3}"/>
              </a:ext>
            </a:extLst>
          </p:cNvPr>
          <p:cNvSpPr>
            <a:spLocks xmlns:a="http://schemas.openxmlformats.org/drawingml/2006/main" noGrp="1"/>
          </p:cNvSpPr>
          <p:nvPr/>
        </p:nvSpPr>
        <p:spPr>
          <a:xfrm xmlns:a="http://schemas.openxmlformats.org/drawingml/2006/main">
            <a:off x="838200" y="28575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限定範圍內執行</a:t>
            </a:r>
          </a:p>
        </p:txBody>
      </p:sp>
      <p:sp>
        <p:nvSpPr>
          <p:cNvPr id="6" name="slide-28-line-6">
            <a:extLst xmlns:a="http://schemas.openxmlformats.org/drawingml/2006/main">
              <a:ext uri="{FF2B5EF4-FFF2-40B4-BE49-F238E27FC236}">
                <a16:creationId xmlns:a16="http://schemas.microsoft.com/office/drawing/2014/main" id="{EFDF9688-409B-4648-B565-D3DACEB7476B}"/>
              </a:ext>
            </a:extLst>
          </p:cNvPr>
          <p:cNvSpPr>
            <a:spLocks xmlns:a="http://schemas.openxmlformats.org/drawingml/2006/main" noGrp="1"/>
          </p:cNvSpPr>
          <p:nvPr/>
        </p:nvSpPr>
        <p:spPr>
          <a:xfrm xmlns:a="http://schemas.openxmlformats.org/drawingml/2006/main">
            <a:off x="838200" y="331470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7" name="slide-28-text-7">
            <a:extLst xmlns:a="http://schemas.openxmlformats.org/drawingml/2006/main">
              <a:ext uri="{FF2B5EF4-FFF2-40B4-BE49-F238E27FC236}">
                <a16:creationId xmlns:a16="http://schemas.microsoft.com/office/drawing/2014/main" id="{389832DB-F336-4DF9-88D6-658AAEB2E0F1}"/>
              </a:ext>
            </a:extLst>
          </p:cNvPr>
          <p:cNvSpPr>
            <a:spLocks xmlns:a="http://schemas.openxmlformats.org/drawingml/2006/main" noGrp="1"/>
          </p:cNvSpPr>
          <p:nvPr/>
        </p:nvSpPr>
        <p:spPr>
          <a:xfrm xmlns:a="http://schemas.openxmlformats.org/drawingml/2006/main">
            <a:off x="838200" y="363855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讀取已授權材料</a:t>
            </a:r>
          </a:p>
        </p:txBody>
      </p:sp>
      <p:sp>
        <p:nvSpPr>
          <p:cNvPr id="8" name="slide-28-text-8">
            <a:extLst xmlns:a="http://schemas.openxmlformats.org/drawingml/2006/main">
              <a:ext uri="{FF2B5EF4-FFF2-40B4-BE49-F238E27FC236}">
                <a16:creationId xmlns:a16="http://schemas.microsoft.com/office/drawing/2014/main" id="{DFF7CD3A-DB86-4D95-B9D0-D76259C3424D}"/>
              </a:ext>
            </a:extLst>
          </p:cNvPr>
          <p:cNvSpPr>
            <a:spLocks xmlns:a="http://schemas.openxmlformats.org/drawingml/2006/main" noGrp="1"/>
          </p:cNvSpPr>
          <p:nvPr/>
        </p:nvSpPr>
        <p:spPr>
          <a:xfrm xmlns:a="http://schemas.openxmlformats.org/drawingml/2006/main">
            <a:off x="838200" y="407136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製作候選稿及檢查報告</a:t>
            </a:r>
          </a:p>
        </p:txBody>
      </p:sp>
      <p:sp>
        <p:nvSpPr>
          <p:cNvPr id="9" name="slide-28-text-9">
            <a:extLst xmlns:a="http://schemas.openxmlformats.org/drawingml/2006/main">
              <a:ext uri="{FF2B5EF4-FFF2-40B4-BE49-F238E27FC236}">
                <a16:creationId xmlns:a16="http://schemas.microsoft.com/office/drawing/2014/main" id="{CCCB719E-2651-4B0F-A43A-CA58BB845205}"/>
              </a:ext>
            </a:extLst>
          </p:cNvPr>
          <p:cNvSpPr>
            <a:spLocks xmlns:a="http://schemas.openxmlformats.org/drawingml/2006/main" noGrp="1"/>
          </p:cNvSpPr>
          <p:nvPr/>
        </p:nvSpPr>
        <p:spPr>
          <a:xfrm xmlns:a="http://schemas.openxmlformats.org/drawingml/2006/main">
            <a:off x="7153275" y="28575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另行批准</a:t>
            </a:r>
          </a:p>
        </p:txBody>
      </p:sp>
      <p:sp>
        <p:nvSpPr>
          <p:cNvPr id="10" name="slide-28-line-10">
            <a:extLst xmlns:a="http://schemas.openxmlformats.org/drawingml/2006/main">
              <a:ext uri="{FF2B5EF4-FFF2-40B4-BE49-F238E27FC236}">
                <a16:creationId xmlns:a16="http://schemas.microsoft.com/office/drawing/2014/main" id="{AE15E75F-90DF-4307-81AA-9727C4A98536}"/>
              </a:ext>
            </a:extLst>
          </p:cNvPr>
          <p:cNvSpPr>
            <a:spLocks xmlns:a="http://schemas.openxmlformats.org/drawingml/2006/main" noGrp="1"/>
          </p:cNvSpPr>
          <p:nvPr/>
        </p:nvSpPr>
        <p:spPr>
          <a:xfrm xmlns:a="http://schemas.openxmlformats.org/drawingml/2006/main">
            <a:off x="7153275" y="331470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1" name="slide-28-text-11">
            <a:extLst xmlns:a="http://schemas.openxmlformats.org/drawingml/2006/main">
              <a:ext uri="{FF2B5EF4-FFF2-40B4-BE49-F238E27FC236}">
                <a16:creationId xmlns:a16="http://schemas.microsoft.com/office/drawing/2014/main" id="{158790F5-A12A-454F-BDE4-4223220670A4}"/>
              </a:ext>
            </a:extLst>
          </p:cNvPr>
          <p:cNvSpPr>
            <a:spLocks xmlns:a="http://schemas.openxmlformats.org/drawingml/2006/main" noGrp="1"/>
          </p:cNvSpPr>
          <p:nvPr/>
        </p:nvSpPr>
        <p:spPr>
          <a:xfrm xmlns:a="http://schemas.openxmlformats.org/drawingml/2006/main">
            <a:off x="7153275" y="363855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修改共用正式版</a:t>
            </a:r>
          </a:p>
        </p:txBody>
      </p:sp>
      <p:sp>
        <p:nvSpPr>
          <p:cNvPr id="12" name="slide-28-text-12">
            <a:extLst xmlns:a="http://schemas.openxmlformats.org/drawingml/2006/main">
              <a:ext uri="{FF2B5EF4-FFF2-40B4-BE49-F238E27FC236}">
                <a16:creationId xmlns:a16="http://schemas.microsoft.com/office/drawing/2014/main" id="{37ED9934-A7FC-48C3-A868-00F732324D12}"/>
              </a:ext>
            </a:extLst>
          </p:cNvPr>
          <p:cNvSpPr>
            <a:spLocks xmlns:a="http://schemas.openxmlformats.org/drawingml/2006/main" noGrp="1"/>
          </p:cNvSpPr>
          <p:nvPr/>
        </p:nvSpPr>
        <p:spPr>
          <a:xfrm xmlns:a="http://schemas.openxmlformats.org/drawingml/2006/main">
            <a:off x="7153275" y="407136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0B1830"/>
                </a:solidFill>
                <a:latin typeface="PingFang TC"/>
                <a:ea typeface="PingFang TC"/>
                <a:cs typeface="PingFang TC"/>
              </a:defRPr>
            </a:pPr>
            <a:r>
              <a:rPr sz="2400" b="0">
                <a:solidFill>
                  <a:srgbClr val="0B1830"/>
                </a:solidFill>
                <a:latin typeface="PingFang TC"/>
                <a:ea typeface="PingFang TC"/>
                <a:cs typeface="PingFang TC"/>
              </a:rPr>
              <a:t>對外發送或刪除資料</a:t>
            </a:r>
          </a:p>
        </p:txBody>
      </p:sp>
      <p:sp>
        <p:nvSpPr>
          <p:cNvPr id="13" name="slide-28-text-13">
            <a:extLst xmlns:a="http://schemas.openxmlformats.org/drawingml/2006/main">
              <a:ext uri="{FF2B5EF4-FFF2-40B4-BE49-F238E27FC236}">
                <a16:creationId xmlns:a16="http://schemas.microsoft.com/office/drawing/2014/main" id="{BF1731C8-EEC7-4B1C-9E5E-97DC6F64C4FB}"/>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高影響動作需要實際的權限限制，不能只依賴文字提醒。</a:t>
            </a:r>
          </a:p>
        </p:txBody>
      </p:sp>
      <p:sp>
        <p:nvSpPr>
          <p:cNvPr id="14" name="slide-28-text-14">
            <a:extLst xmlns:a="http://schemas.openxmlformats.org/drawingml/2006/main">
              <a:ext uri="{FF2B5EF4-FFF2-40B4-BE49-F238E27FC236}">
                <a16:creationId xmlns:a16="http://schemas.microsoft.com/office/drawing/2014/main" id="{129DF365-9580-445C-A096-7314CE8FDFC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28 / 66</a:t>
            </a:r>
          </a:p>
        </p:txBody>
      </p:sp>
    </p:spTree>
    <p:extLst>
      <p:ext uri="{BB962C8B-B14F-4D97-AF65-F5344CB8AC3E}">
        <p14:creationId xmlns:p14="http://schemas.microsoft.com/office/powerpoint/2010/main" val="586412521"/>
      </p:ext>
    </p:extLst>
  </p:cSld>
</p:sld>
</file>

<file path=ppt/slides/slide2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5" name="slide-29-text-1">
            <a:extLst xmlns:a="http://schemas.openxmlformats.org/drawingml/2006/main">
              <a:ext uri="{FF2B5EF4-FFF2-40B4-BE49-F238E27FC236}">
                <a16:creationId xmlns:a16="http://schemas.microsoft.com/office/drawing/2014/main" id="{224FA58F-9355-4230-A320-9534490E7BC5}"/>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01   SKILL 與工作流</a:t>
            </a:r>
          </a:p>
        </p:txBody>
      </p:sp>
      <p:sp>
        <p:nvSpPr>
          <p:cNvPr id="2" name="slide-29-text-2">
            <a:extLst xmlns:a="http://schemas.openxmlformats.org/drawingml/2006/main">
              <a:ext uri="{FF2B5EF4-FFF2-40B4-BE49-F238E27FC236}">
                <a16:creationId xmlns:a16="http://schemas.microsoft.com/office/drawing/2014/main" id="{15D16352-4265-4CD1-8E4D-9C63BA46164E}"/>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可重用的方法需要適用條件</a:t>
            </a:r>
          </a:p>
        </p:txBody>
      </p:sp>
      <p:sp>
        <p:nvSpPr>
          <p:cNvPr id="3" name="slide-29-line-3">
            <a:extLst xmlns:a="http://schemas.openxmlformats.org/drawingml/2006/main">
              <a:ext uri="{FF2B5EF4-FFF2-40B4-BE49-F238E27FC236}">
                <a16:creationId xmlns:a16="http://schemas.microsoft.com/office/drawing/2014/main" id="{D7C285ED-0487-46AC-B8C1-018B2E3F304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29-text-4">
            <a:extLst xmlns:a="http://schemas.openxmlformats.org/drawingml/2006/main">
              <a:ext uri="{FF2B5EF4-FFF2-40B4-BE49-F238E27FC236}">
                <a16:creationId xmlns:a16="http://schemas.microsoft.com/office/drawing/2014/main" id="{B8B96FAC-054E-44A2-89C7-62C1D530DC83}"/>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29-text-5">
            <a:extLst xmlns:a="http://schemas.openxmlformats.org/drawingml/2006/main">
              <a:ext uri="{FF2B5EF4-FFF2-40B4-BE49-F238E27FC236}">
                <a16:creationId xmlns:a16="http://schemas.microsoft.com/office/drawing/2014/main" id="{3621CB14-F728-4FF3-B6CF-AB4ADB8DEF35}"/>
              </a:ext>
            </a:extLst>
          </p:cNvPr>
          <p:cNvSpPr>
            <a:spLocks xmlns:a="http://schemas.openxmlformats.org/drawingml/2006/main" noGrp="1"/>
          </p:cNvSpPr>
          <p:nvPr/>
        </p:nvSpPr>
        <p:spPr>
          <a:xfrm xmlns:a="http://schemas.openxmlformats.org/drawingml/2006/main">
            <a:off x="838200" y="2324100"/>
            <a:ext cx="120396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0B1830"/>
                </a:solidFill>
                <a:latin typeface="PingFang TC"/>
                <a:ea typeface="PingFang TC"/>
                <a:cs typeface="PingFang TC"/>
              </a:defRPr>
            </a:pPr>
            <a:r>
              <a:rPr sz="2550" b="1">
                <a:solidFill>
                  <a:srgbClr val="0B1830"/>
                </a:solidFill>
                <a:latin typeface="PingFang TC"/>
                <a:ea typeface="PingFang TC"/>
                <a:cs typeface="PingFang TC"/>
              </a:rPr>
              <a:t>一次有效的對話，是方法形成的起點</a:t>
            </a:r>
          </a:p>
        </p:txBody>
      </p:sp>
      <p:sp>
        <p:nvSpPr>
          <p:cNvPr id="6" name="slide-29-text-6">
            <a:extLst xmlns:a="http://schemas.openxmlformats.org/drawingml/2006/main">
              <a:ext uri="{FF2B5EF4-FFF2-40B4-BE49-F238E27FC236}">
                <a16:creationId xmlns:a16="http://schemas.microsoft.com/office/drawing/2014/main" id="{056C3D51-8E24-4554-9764-E5B87EA8FB0A}"/>
              </a:ext>
            </a:extLst>
          </p:cNvPr>
          <p:cNvSpPr>
            <a:spLocks xmlns:a="http://schemas.openxmlformats.org/drawingml/2006/main" noGrp="1"/>
          </p:cNvSpPr>
          <p:nvPr/>
        </p:nvSpPr>
        <p:spPr>
          <a:xfrm xmlns:a="http://schemas.openxmlformats.org/drawingml/2006/main">
            <a:off x="8382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7" name="slide-29-line-7">
            <a:extLst xmlns:a="http://schemas.openxmlformats.org/drawingml/2006/main">
              <a:ext uri="{FF2B5EF4-FFF2-40B4-BE49-F238E27FC236}">
                <a16:creationId xmlns:a16="http://schemas.microsoft.com/office/drawing/2014/main" id="{D4794C01-4658-479E-B4A1-462C75E86C7B}"/>
              </a:ext>
            </a:extLst>
          </p:cNvPr>
          <p:cNvSpPr>
            <a:spLocks xmlns:a="http://schemas.openxmlformats.org/drawingml/2006/main" noGrp="1"/>
          </p:cNvSpPr>
          <p:nvPr/>
        </p:nvSpPr>
        <p:spPr>
          <a:xfrm xmlns:a="http://schemas.openxmlformats.org/drawingml/2006/main">
            <a:off x="8382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8" name="slide-29-text-8">
            <a:extLst xmlns:a="http://schemas.openxmlformats.org/drawingml/2006/main">
              <a:ext uri="{FF2B5EF4-FFF2-40B4-BE49-F238E27FC236}">
                <a16:creationId xmlns:a16="http://schemas.microsoft.com/office/drawing/2014/main" id="{BC633F4D-2B8C-4237-AE40-4B241A13B21A}"/>
              </a:ext>
            </a:extLst>
          </p:cNvPr>
          <p:cNvSpPr>
            <a:spLocks xmlns:a="http://schemas.openxmlformats.org/drawingml/2006/main" noGrp="1"/>
          </p:cNvSpPr>
          <p:nvPr/>
        </p:nvSpPr>
        <p:spPr>
          <a:xfrm xmlns:a="http://schemas.openxmlformats.org/drawingml/2006/main">
            <a:off x="8382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整理</a:t>
            </a:r>
          </a:p>
        </p:txBody>
      </p:sp>
      <p:sp>
        <p:nvSpPr>
          <p:cNvPr id="9" name="slide-29-text-9">
            <a:extLst xmlns:a="http://schemas.openxmlformats.org/drawingml/2006/main">
              <a:ext uri="{FF2B5EF4-FFF2-40B4-BE49-F238E27FC236}">
                <a16:creationId xmlns:a16="http://schemas.microsoft.com/office/drawing/2014/main" id="{EDE86688-1465-4F98-B9BA-DA0426DCDAD0}"/>
              </a:ext>
            </a:extLst>
          </p:cNvPr>
          <p:cNvSpPr>
            <a:spLocks xmlns:a="http://schemas.openxmlformats.org/drawingml/2006/main" noGrp="1"/>
          </p:cNvSpPr>
          <p:nvPr/>
        </p:nvSpPr>
        <p:spPr>
          <a:xfrm xmlns:a="http://schemas.openxmlformats.org/drawingml/2006/main">
            <a:off x="8382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寫明輸入</a:t>
            </a:r>
          </a:p>
        </p:txBody>
      </p:sp>
      <p:sp>
        <p:nvSpPr>
          <p:cNvPr id="10" name="slide-29-text-10">
            <a:extLst xmlns:a="http://schemas.openxmlformats.org/drawingml/2006/main">
              <a:ext uri="{FF2B5EF4-FFF2-40B4-BE49-F238E27FC236}">
                <a16:creationId xmlns:a16="http://schemas.microsoft.com/office/drawing/2014/main" id="{31CEE6C1-03FB-461D-995C-C022B68115BC}"/>
              </a:ext>
            </a:extLst>
          </p:cNvPr>
          <p:cNvSpPr>
            <a:spLocks xmlns:a="http://schemas.openxmlformats.org/drawingml/2006/main" noGrp="1"/>
          </p:cNvSpPr>
          <p:nvPr/>
        </p:nvSpPr>
        <p:spPr>
          <a:xfrm xmlns:a="http://schemas.openxmlformats.org/drawingml/2006/main">
            <a:off x="8382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與適用範圍</a:t>
            </a:r>
          </a:p>
        </p:txBody>
      </p:sp>
      <p:sp>
        <p:nvSpPr>
          <p:cNvPr id="11" name="slide-29-line-11">
            <a:extLst xmlns:a="http://schemas.openxmlformats.org/drawingml/2006/main">
              <a:ext uri="{FF2B5EF4-FFF2-40B4-BE49-F238E27FC236}">
                <a16:creationId xmlns:a16="http://schemas.microsoft.com/office/drawing/2014/main" id="{4DD637DC-60AA-4E87-9422-F789E3C7221E}"/>
              </a:ext>
            </a:extLst>
          </p:cNvPr>
          <p:cNvSpPr>
            <a:spLocks xmlns:a="http://schemas.openxmlformats.org/drawingml/2006/main" noGrp="1"/>
          </p:cNvSpPr>
          <p:nvPr/>
        </p:nvSpPr>
        <p:spPr>
          <a:xfrm xmlns:a="http://schemas.openxmlformats.org/drawingml/2006/main">
            <a:off x="46736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2" name="slide-29-text-12">
            <a:extLst xmlns:a="http://schemas.openxmlformats.org/drawingml/2006/main">
              <a:ext uri="{FF2B5EF4-FFF2-40B4-BE49-F238E27FC236}">
                <a16:creationId xmlns:a16="http://schemas.microsoft.com/office/drawing/2014/main" id="{E54E6393-A153-4EED-B618-957029685879}"/>
              </a:ext>
            </a:extLst>
          </p:cNvPr>
          <p:cNvSpPr>
            <a:spLocks xmlns:a="http://schemas.openxmlformats.org/drawingml/2006/main" noGrp="1"/>
          </p:cNvSpPr>
          <p:nvPr/>
        </p:nvSpPr>
        <p:spPr>
          <a:xfrm xmlns:a="http://schemas.openxmlformats.org/drawingml/2006/main">
            <a:off x="49784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3" name="slide-29-line-13">
            <a:extLst xmlns:a="http://schemas.openxmlformats.org/drawingml/2006/main">
              <a:ext uri="{FF2B5EF4-FFF2-40B4-BE49-F238E27FC236}">
                <a16:creationId xmlns:a16="http://schemas.microsoft.com/office/drawing/2014/main" id="{0C848CAF-ABD7-4D49-8FF4-259D8D246B71}"/>
              </a:ext>
            </a:extLst>
          </p:cNvPr>
          <p:cNvSpPr>
            <a:spLocks xmlns:a="http://schemas.openxmlformats.org/drawingml/2006/main" noGrp="1"/>
          </p:cNvSpPr>
          <p:nvPr/>
        </p:nvSpPr>
        <p:spPr>
          <a:xfrm xmlns:a="http://schemas.openxmlformats.org/drawingml/2006/main">
            <a:off x="49784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4" name="slide-29-text-14">
            <a:extLst xmlns:a="http://schemas.openxmlformats.org/drawingml/2006/main">
              <a:ext uri="{FF2B5EF4-FFF2-40B4-BE49-F238E27FC236}">
                <a16:creationId xmlns:a16="http://schemas.microsoft.com/office/drawing/2014/main" id="{18444DC4-6848-45A4-8479-97835FF076D2}"/>
              </a:ext>
            </a:extLst>
          </p:cNvPr>
          <p:cNvSpPr>
            <a:spLocks xmlns:a="http://schemas.openxmlformats.org/drawingml/2006/main" noGrp="1"/>
          </p:cNvSpPr>
          <p:nvPr/>
        </p:nvSpPr>
        <p:spPr>
          <a:xfrm xmlns:a="http://schemas.openxmlformats.org/drawingml/2006/main">
            <a:off x="49784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驗證</a:t>
            </a:r>
          </a:p>
        </p:txBody>
      </p:sp>
      <p:sp>
        <p:nvSpPr>
          <p:cNvPr id="15" name="slide-29-text-15">
            <a:extLst xmlns:a="http://schemas.openxmlformats.org/drawingml/2006/main">
              <a:ext uri="{FF2B5EF4-FFF2-40B4-BE49-F238E27FC236}">
                <a16:creationId xmlns:a16="http://schemas.microsoft.com/office/drawing/2014/main" id="{1E53515B-C3EA-462C-9F2F-66BCAB30282F}"/>
              </a:ext>
            </a:extLst>
          </p:cNvPr>
          <p:cNvSpPr>
            <a:spLocks xmlns:a="http://schemas.openxmlformats.org/drawingml/2006/main" noGrp="1"/>
          </p:cNvSpPr>
          <p:nvPr/>
        </p:nvSpPr>
        <p:spPr>
          <a:xfrm xmlns:a="http://schemas.openxmlformats.org/drawingml/2006/main">
            <a:off x="49784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用正常案例</a:t>
            </a:r>
          </a:p>
        </p:txBody>
      </p:sp>
      <p:sp>
        <p:nvSpPr>
          <p:cNvPr id="16" name="slide-29-text-16">
            <a:extLst xmlns:a="http://schemas.openxmlformats.org/drawingml/2006/main">
              <a:ext uri="{FF2B5EF4-FFF2-40B4-BE49-F238E27FC236}">
                <a16:creationId xmlns:a16="http://schemas.microsoft.com/office/drawing/2014/main" id="{B2751F48-FA96-4207-A552-0AAF94F25FD4}"/>
              </a:ext>
            </a:extLst>
          </p:cNvPr>
          <p:cNvSpPr>
            <a:spLocks xmlns:a="http://schemas.openxmlformats.org/drawingml/2006/main" noGrp="1"/>
          </p:cNvSpPr>
          <p:nvPr/>
        </p:nvSpPr>
        <p:spPr>
          <a:xfrm xmlns:a="http://schemas.openxmlformats.org/drawingml/2006/main">
            <a:off x="49784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與反例檢查</a:t>
            </a:r>
          </a:p>
        </p:txBody>
      </p:sp>
      <p:sp>
        <p:nvSpPr>
          <p:cNvPr id="17" name="slide-29-line-17">
            <a:extLst xmlns:a="http://schemas.openxmlformats.org/drawingml/2006/main">
              <a:ext uri="{FF2B5EF4-FFF2-40B4-BE49-F238E27FC236}">
                <a16:creationId xmlns:a16="http://schemas.microsoft.com/office/drawing/2014/main" id="{A5610A7A-C0FB-48DF-A6DD-1C393DED18DB}"/>
              </a:ext>
            </a:extLst>
          </p:cNvPr>
          <p:cNvSpPr>
            <a:spLocks xmlns:a="http://schemas.openxmlformats.org/drawingml/2006/main" noGrp="1"/>
          </p:cNvSpPr>
          <p:nvPr/>
        </p:nvSpPr>
        <p:spPr>
          <a:xfrm xmlns:a="http://schemas.openxmlformats.org/drawingml/2006/main">
            <a:off x="88138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8" name="slide-29-text-18">
            <a:extLst xmlns:a="http://schemas.openxmlformats.org/drawingml/2006/main">
              <a:ext uri="{FF2B5EF4-FFF2-40B4-BE49-F238E27FC236}">
                <a16:creationId xmlns:a16="http://schemas.microsoft.com/office/drawing/2014/main" id="{82E79DD4-23AC-4142-A665-2351997573A5}"/>
              </a:ext>
            </a:extLst>
          </p:cNvPr>
          <p:cNvSpPr>
            <a:spLocks xmlns:a="http://schemas.openxmlformats.org/drawingml/2006/main" noGrp="1"/>
          </p:cNvSpPr>
          <p:nvPr/>
        </p:nvSpPr>
        <p:spPr>
          <a:xfrm xmlns:a="http://schemas.openxmlformats.org/drawingml/2006/main">
            <a:off x="91186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9" name="slide-29-line-19">
            <a:extLst xmlns:a="http://schemas.openxmlformats.org/drawingml/2006/main">
              <a:ext uri="{FF2B5EF4-FFF2-40B4-BE49-F238E27FC236}">
                <a16:creationId xmlns:a16="http://schemas.microsoft.com/office/drawing/2014/main" id="{920DC9FB-6442-4646-A73B-E45DC55AFE2C}"/>
              </a:ext>
            </a:extLst>
          </p:cNvPr>
          <p:cNvSpPr>
            <a:spLocks xmlns:a="http://schemas.openxmlformats.org/drawingml/2006/main" noGrp="1"/>
          </p:cNvSpPr>
          <p:nvPr/>
        </p:nvSpPr>
        <p:spPr>
          <a:xfrm xmlns:a="http://schemas.openxmlformats.org/drawingml/2006/main">
            <a:off x="91186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0" name="slide-29-text-20">
            <a:extLst xmlns:a="http://schemas.openxmlformats.org/drawingml/2006/main">
              <a:ext uri="{FF2B5EF4-FFF2-40B4-BE49-F238E27FC236}">
                <a16:creationId xmlns:a16="http://schemas.microsoft.com/office/drawing/2014/main" id="{E3CCF331-8708-4779-8EBC-3F44EC4BD55E}"/>
              </a:ext>
            </a:extLst>
          </p:cNvPr>
          <p:cNvSpPr>
            <a:spLocks xmlns:a="http://schemas.openxmlformats.org/drawingml/2006/main" noGrp="1"/>
          </p:cNvSpPr>
          <p:nvPr/>
        </p:nvSpPr>
        <p:spPr>
          <a:xfrm xmlns:a="http://schemas.openxmlformats.org/drawingml/2006/main">
            <a:off x="91186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版本化</a:t>
            </a:r>
          </a:p>
        </p:txBody>
      </p:sp>
      <p:sp>
        <p:nvSpPr>
          <p:cNvPr id="21" name="slide-29-text-21">
            <a:extLst xmlns:a="http://schemas.openxmlformats.org/drawingml/2006/main">
              <a:ext uri="{FF2B5EF4-FFF2-40B4-BE49-F238E27FC236}">
                <a16:creationId xmlns:a16="http://schemas.microsoft.com/office/drawing/2014/main" id="{03B8AC3E-00A8-48C3-A1C2-667755FFE51E}"/>
              </a:ext>
            </a:extLst>
          </p:cNvPr>
          <p:cNvSpPr>
            <a:spLocks xmlns:a="http://schemas.openxmlformats.org/drawingml/2006/main" noGrp="1"/>
          </p:cNvSpPr>
          <p:nvPr/>
        </p:nvSpPr>
        <p:spPr>
          <a:xfrm xmlns:a="http://schemas.openxmlformats.org/drawingml/2006/main">
            <a:off x="91186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保留改動理由</a:t>
            </a:r>
          </a:p>
        </p:txBody>
      </p:sp>
      <p:sp>
        <p:nvSpPr>
          <p:cNvPr id="22" name="slide-29-text-22">
            <a:extLst xmlns:a="http://schemas.openxmlformats.org/drawingml/2006/main">
              <a:ext uri="{FF2B5EF4-FFF2-40B4-BE49-F238E27FC236}">
                <a16:creationId xmlns:a16="http://schemas.microsoft.com/office/drawing/2014/main" id="{8E923127-FE05-44D5-ACBB-F433A0DDA2EF}"/>
              </a:ext>
            </a:extLst>
          </p:cNvPr>
          <p:cNvSpPr>
            <a:spLocks xmlns:a="http://schemas.openxmlformats.org/drawingml/2006/main" noGrp="1"/>
          </p:cNvSpPr>
          <p:nvPr/>
        </p:nvSpPr>
        <p:spPr>
          <a:xfrm xmlns:a="http://schemas.openxmlformats.org/drawingml/2006/main">
            <a:off x="91186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與失效條件</a:t>
            </a:r>
          </a:p>
        </p:txBody>
      </p:sp>
      <p:sp>
        <p:nvSpPr>
          <p:cNvPr id="23" name="slide-29-text-23">
            <a:extLst xmlns:a="http://schemas.openxmlformats.org/drawingml/2006/main">
              <a:ext uri="{FF2B5EF4-FFF2-40B4-BE49-F238E27FC236}">
                <a16:creationId xmlns:a16="http://schemas.microsoft.com/office/drawing/2014/main" id="{6A6C2F8A-D64B-493C-AAAA-08B29558505B}"/>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方法可以重用，專業判斷仍需隨情境重新作出。</a:t>
            </a:r>
          </a:p>
        </p:txBody>
      </p:sp>
      <p:sp>
        <p:nvSpPr>
          <p:cNvPr id="24" name="slide-29-text-24">
            <a:extLst xmlns:a="http://schemas.openxmlformats.org/drawingml/2006/main">
              <a:ext uri="{FF2B5EF4-FFF2-40B4-BE49-F238E27FC236}">
                <a16:creationId xmlns:a16="http://schemas.microsoft.com/office/drawing/2014/main" id="{B1E4984F-340F-4174-8689-6A5BF5F1202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29 / 66</a:t>
            </a:r>
          </a:p>
        </p:txBody>
      </p:sp>
    </p:spTree>
    <p:extLst>
      <p:ext uri="{BB962C8B-B14F-4D97-AF65-F5344CB8AC3E}">
        <p14:creationId xmlns:p14="http://schemas.microsoft.com/office/powerpoint/2010/main" val="456046525"/>
      </p:ext>
    </p:extLst>
  </p:cSld>
</p:sld>
</file>

<file path=ppt/slides/slide3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30-text-1">
            <a:extLst xmlns:a="http://schemas.openxmlformats.org/drawingml/2006/main">
              <a:ext uri="{FF2B5EF4-FFF2-40B4-BE49-F238E27FC236}">
                <a16:creationId xmlns:a16="http://schemas.microsoft.com/office/drawing/2014/main" id="{34DD1DA1-54B8-4C31-A6DA-00F10693B39A}"/>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01   託管與接管</a:t>
            </a:r>
          </a:p>
        </p:txBody>
      </p:sp>
      <p:sp>
        <p:nvSpPr>
          <p:cNvPr id="2" name="slide-30-text-2">
            <a:extLst xmlns:a="http://schemas.openxmlformats.org/drawingml/2006/main">
              <a:ext uri="{FF2B5EF4-FFF2-40B4-BE49-F238E27FC236}">
                <a16:creationId xmlns:a16="http://schemas.microsoft.com/office/drawing/2014/main" id="{043E9C9D-35A4-4917-8720-B6A686D7B814}"/>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自治程度可以按工作分開安排</a:t>
            </a:r>
          </a:p>
        </p:txBody>
      </p:sp>
      <p:sp>
        <p:nvSpPr>
          <p:cNvPr id="3" name="slide-30-line-3">
            <a:extLst xmlns:a="http://schemas.openxmlformats.org/drawingml/2006/main">
              <a:ext uri="{FF2B5EF4-FFF2-40B4-BE49-F238E27FC236}">
                <a16:creationId xmlns:a16="http://schemas.microsoft.com/office/drawing/2014/main" id="{7029A8F9-0D9C-48D0-AC5F-6778323D92C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30-text-4">
            <a:extLst xmlns:a="http://schemas.openxmlformats.org/drawingml/2006/main">
              <a:ext uri="{FF2B5EF4-FFF2-40B4-BE49-F238E27FC236}">
                <a16:creationId xmlns:a16="http://schemas.microsoft.com/office/drawing/2014/main" id="{60721319-CF26-4A52-BC7B-E858A70771C1}"/>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30-text-5">
            <a:extLst xmlns:a="http://schemas.openxmlformats.org/drawingml/2006/main">
              <a:ext uri="{FF2B5EF4-FFF2-40B4-BE49-F238E27FC236}">
                <a16:creationId xmlns:a16="http://schemas.microsoft.com/office/drawing/2014/main" id="{D4804ED2-70FE-406D-AF69-C12A0E336865}"/>
              </a:ext>
            </a:extLst>
          </p:cNvPr>
          <p:cNvSpPr>
            <a:spLocks xmlns:a="http://schemas.openxmlformats.org/drawingml/2006/main" noGrp="1"/>
          </p:cNvSpPr>
          <p:nvPr/>
        </p:nvSpPr>
        <p:spPr>
          <a:xfrm xmlns:a="http://schemas.openxmlformats.org/drawingml/2006/main">
            <a:off x="838200" y="28384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可自動執行</a:t>
            </a:r>
          </a:p>
        </p:txBody>
      </p:sp>
      <p:sp>
        <p:nvSpPr>
          <p:cNvPr id="6" name="slide-30-text-6">
            <a:extLst xmlns:a="http://schemas.openxmlformats.org/drawingml/2006/main">
              <a:ext uri="{FF2B5EF4-FFF2-40B4-BE49-F238E27FC236}">
                <a16:creationId xmlns:a16="http://schemas.microsoft.com/office/drawing/2014/main" id="{929E1E04-6C81-4937-994F-DCDAEE592A40}"/>
              </a:ext>
            </a:extLst>
          </p:cNvPr>
          <p:cNvSpPr>
            <a:spLocks xmlns:a="http://schemas.openxmlformats.org/drawingml/2006/main" noGrp="1"/>
          </p:cNvSpPr>
          <p:nvPr/>
        </p:nvSpPr>
        <p:spPr>
          <a:xfrm xmlns:a="http://schemas.openxmlformats.org/drawingml/2006/main">
            <a:off x="3619500" y="283845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已驗證的格式整理與重複檢查</a:t>
            </a:r>
          </a:p>
        </p:txBody>
      </p:sp>
      <p:sp>
        <p:nvSpPr>
          <p:cNvPr id="7" name="slide-30-line-7">
            <a:extLst xmlns:a="http://schemas.openxmlformats.org/drawingml/2006/main">
              <a:ext uri="{FF2B5EF4-FFF2-40B4-BE49-F238E27FC236}">
                <a16:creationId xmlns:a16="http://schemas.microsoft.com/office/drawing/2014/main" id="{FB5273D3-7C9F-4AA4-8720-23EA32B5646B}"/>
              </a:ext>
            </a:extLst>
          </p:cNvPr>
          <p:cNvSpPr>
            <a:spLocks xmlns:a="http://schemas.openxmlformats.org/drawingml/2006/main" noGrp="1"/>
          </p:cNvSpPr>
          <p:nvPr/>
        </p:nvSpPr>
        <p:spPr>
          <a:xfrm xmlns:a="http://schemas.openxmlformats.org/drawingml/2006/main">
            <a:off x="838200" y="37242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30-text-8">
            <a:extLst xmlns:a="http://schemas.openxmlformats.org/drawingml/2006/main">
              <a:ext uri="{FF2B5EF4-FFF2-40B4-BE49-F238E27FC236}">
                <a16:creationId xmlns:a16="http://schemas.microsoft.com/office/drawing/2014/main" id="{0A584D1B-4006-4B47-BA48-D1BE73CB4E05}"/>
              </a:ext>
            </a:extLst>
          </p:cNvPr>
          <p:cNvSpPr>
            <a:spLocks xmlns:a="http://schemas.openxmlformats.org/drawingml/2006/main" noGrp="1"/>
          </p:cNvSpPr>
          <p:nvPr/>
        </p:nvSpPr>
        <p:spPr>
          <a:xfrm xmlns:a="http://schemas.openxmlformats.org/drawingml/2006/main">
            <a:off x="838200" y="393382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需要確認</a:t>
            </a:r>
          </a:p>
        </p:txBody>
      </p:sp>
      <p:sp>
        <p:nvSpPr>
          <p:cNvPr id="9" name="slide-30-text-9">
            <a:extLst xmlns:a="http://schemas.openxmlformats.org/drawingml/2006/main">
              <a:ext uri="{FF2B5EF4-FFF2-40B4-BE49-F238E27FC236}">
                <a16:creationId xmlns:a16="http://schemas.microsoft.com/office/drawing/2014/main" id="{8F5713A4-B11C-4296-AE83-E6FCF9890AA1}"/>
              </a:ext>
            </a:extLst>
          </p:cNvPr>
          <p:cNvSpPr>
            <a:spLocks xmlns:a="http://schemas.openxmlformats.org/drawingml/2006/main" noGrp="1"/>
          </p:cNvSpPr>
          <p:nvPr/>
        </p:nvSpPr>
        <p:spPr>
          <a:xfrm xmlns:a="http://schemas.openxmlformats.org/drawingml/2006/main">
            <a:off x="3619500" y="3933825"/>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專業適切性、正式版本及對外承諾</a:t>
            </a:r>
          </a:p>
        </p:txBody>
      </p:sp>
      <p:sp>
        <p:nvSpPr>
          <p:cNvPr id="10" name="slide-30-line-10">
            <a:extLst xmlns:a="http://schemas.openxmlformats.org/drawingml/2006/main">
              <a:ext uri="{FF2B5EF4-FFF2-40B4-BE49-F238E27FC236}">
                <a16:creationId xmlns:a16="http://schemas.microsoft.com/office/drawing/2014/main" id="{7E9A946F-D20C-49B6-A928-10C0991CA439}"/>
              </a:ext>
            </a:extLst>
          </p:cNvPr>
          <p:cNvSpPr>
            <a:spLocks xmlns:a="http://schemas.openxmlformats.org/drawingml/2006/main" noGrp="1"/>
          </p:cNvSpPr>
          <p:nvPr/>
        </p:nvSpPr>
        <p:spPr>
          <a:xfrm xmlns:a="http://schemas.openxmlformats.org/drawingml/2006/main">
            <a:off x="838200" y="481965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30-text-11">
            <a:extLst xmlns:a="http://schemas.openxmlformats.org/drawingml/2006/main">
              <a:ext uri="{FF2B5EF4-FFF2-40B4-BE49-F238E27FC236}">
                <a16:creationId xmlns:a16="http://schemas.microsoft.com/office/drawing/2014/main" id="{B32C92EC-C7EE-42AC-9139-4A54C6693E0A}"/>
              </a:ext>
            </a:extLst>
          </p:cNvPr>
          <p:cNvSpPr>
            <a:spLocks xmlns:a="http://schemas.openxmlformats.org/drawingml/2006/main" noGrp="1"/>
          </p:cNvSpPr>
          <p:nvPr/>
        </p:nvSpPr>
        <p:spPr>
          <a:xfrm xmlns:a="http://schemas.openxmlformats.org/drawingml/2006/main">
            <a:off x="838200" y="50292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應停止求助</a:t>
            </a:r>
          </a:p>
        </p:txBody>
      </p:sp>
      <p:sp>
        <p:nvSpPr>
          <p:cNvPr id="12" name="slide-30-text-12">
            <a:extLst xmlns:a="http://schemas.openxmlformats.org/drawingml/2006/main">
              <a:ext uri="{FF2B5EF4-FFF2-40B4-BE49-F238E27FC236}">
                <a16:creationId xmlns:a16="http://schemas.microsoft.com/office/drawing/2014/main" id="{BDB76015-24C9-49DA-8BE9-33A82BD292E6}"/>
              </a:ext>
            </a:extLst>
          </p:cNvPr>
          <p:cNvSpPr>
            <a:spLocks xmlns:a="http://schemas.openxmlformats.org/drawingml/2006/main" noGrp="1"/>
          </p:cNvSpPr>
          <p:nvPr/>
        </p:nvSpPr>
        <p:spPr>
          <a:xfrm xmlns:a="http://schemas.openxmlformats.org/drawingml/2006/main">
            <a:off x="3619500" y="502920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資料缺失、規則衝突或超出授權</a:t>
            </a:r>
          </a:p>
        </p:txBody>
      </p:sp>
      <p:sp>
        <p:nvSpPr>
          <p:cNvPr id="13" name="slide-30-line-13">
            <a:extLst xmlns:a="http://schemas.openxmlformats.org/drawingml/2006/main">
              <a:ext uri="{FF2B5EF4-FFF2-40B4-BE49-F238E27FC236}">
                <a16:creationId xmlns:a16="http://schemas.microsoft.com/office/drawing/2014/main" id="{08FEA0C3-EF5D-487D-825F-E437BCE0A76B}"/>
              </a:ext>
            </a:extLst>
          </p:cNvPr>
          <p:cNvSpPr>
            <a:spLocks xmlns:a="http://schemas.openxmlformats.org/drawingml/2006/main" noGrp="1"/>
          </p:cNvSpPr>
          <p:nvPr/>
        </p:nvSpPr>
        <p:spPr>
          <a:xfrm xmlns:a="http://schemas.openxmlformats.org/drawingml/2006/main">
            <a:off x="838200" y="59150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30-text-14">
            <a:extLst xmlns:a="http://schemas.openxmlformats.org/drawingml/2006/main">
              <a:ext uri="{FF2B5EF4-FFF2-40B4-BE49-F238E27FC236}">
                <a16:creationId xmlns:a16="http://schemas.microsoft.com/office/drawing/2014/main" id="{DC99AF87-BF8C-4390-BDCC-26D4A6C3CF37}"/>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30 / 66</a:t>
            </a:r>
          </a:p>
        </p:txBody>
      </p:sp>
    </p:spTree>
    <p:extLst>
      <p:ext uri="{BB962C8B-B14F-4D97-AF65-F5344CB8AC3E}">
        <p14:creationId xmlns:p14="http://schemas.microsoft.com/office/powerpoint/2010/main" val="1771297183"/>
      </p:ext>
    </p:extLst>
  </p:cSld>
</p:sld>
</file>

<file path=ppt/slides/slide3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4" name="slide-31-text-1">
            <a:extLst xmlns:a="http://schemas.openxmlformats.org/drawingml/2006/main">
              <a:ext uri="{FF2B5EF4-FFF2-40B4-BE49-F238E27FC236}">
                <a16:creationId xmlns:a16="http://schemas.microsoft.com/office/drawing/2014/main" id="{061549B1-A727-4EDC-B577-94DBDCFF376E}"/>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01   講者現場示範</a:t>
            </a:r>
          </a:p>
        </p:txBody>
      </p:sp>
      <p:sp>
        <p:nvSpPr>
          <p:cNvPr id="2" name="slide-31-text-2">
            <a:extLst xmlns:a="http://schemas.openxmlformats.org/drawingml/2006/main">
              <a:ext uri="{FF2B5EF4-FFF2-40B4-BE49-F238E27FC236}">
                <a16:creationId xmlns:a16="http://schemas.microsoft.com/office/drawing/2014/main" id="{57FC4DDF-2D46-4051-8D36-8F265B6EF912}"/>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示範三：交回文件，也交代未完成項</a:t>
            </a:r>
          </a:p>
        </p:txBody>
      </p:sp>
      <p:sp>
        <p:nvSpPr>
          <p:cNvPr id="3" name="slide-31-line-3">
            <a:extLst xmlns:a="http://schemas.openxmlformats.org/drawingml/2006/main">
              <a:ext uri="{FF2B5EF4-FFF2-40B4-BE49-F238E27FC236}">
                <a16:creationId xmlns:a16="http://schemas.microsoft.com/office/drawing/2014/main" id="{003F341B-1E8C-4FB5-910B-02ED85A7482E}"/>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1-text-4">
            <a:extLst xmlns:a="http://schemas.openxmlformats.org/drawingml/2006/main">
              <a:ext uri="{FF2B5EF4-FFF2-40B4-BE49-F238E27FC236}">
                <a16:creationId xmlns:a16="http://schemas.microsoft.com/office/drawing/2014/main" id="{94E10762-6054-4F30-A7F0-E5203D07DB6B}"/>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1-text-5">
            <a:extLst xmlns:a="http://schemas.openxmlformats.org/drawingml/2006/main">
              <a:ext uri="{FF2B5EF4-FFF2-40B4-BE49-F238E27FC236}">
                <a16:creationId xmlns:a16="http://schemas.microsoft.com/office/drawing/2014/main" id="{E1E8A8C9-61E3-4E4C-A649-D1FC1B729324}"/>
              </a:ext>
            </a:extLst>
          </p:cNvPr>
          <p:cNvSpPr>
            <a:spLocks xmlns:a="http://schemas.openxmlformats.org/drawingml/2006/main" noGrp="1"/>
          </p:cNvSpPr>
          <p:nvPr/>
        </p:nvSpPr>
        <p:spPr>
          <a:xfrm xmlns:a="http://schemas.openxmlformats.org/drawingml/2006/main">
            <a:off x="8382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31-line-6">
            <a:extLst xmlns:a="http://schemas.openxmlformats.org/drawingml/2006/main">
              <a:ext uri="{FF2B5EF4-FFF2-40B4-BE49-F238E27FC236}">
                <a16:creationId xmlns:a16="http://schemas.microsoft.com/office/drawing/2014/main" id="{EF98CF44-D69E-4176-9C7B-0BE9F997F1FD}"/>
              </a:ext>
            </a:extLst>
          </p:cNvPr>
          <p:cNvSpPr>
            <a:spLocks xmlns:a="http://schemas.openxmlformats.org/drawingml/2006/main" noGrp="1"/>
          </p:cNvSpPr>
          <p:nvPr/>
        </p:nvSpPr>
        <p:spPr>
          <a:xfrm xmlns:a="http://schemas.openxmlformats.org/drawingml/2006/main">
            <a:off x="8382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31-text-7">
            <a:extLst xmlns:a="http://schemas.openxmlformats.org/drawingml/2006/main">
              <a:ext uri="{FF2B5EF4-FFF2-40B4-BE49-F238E27FC236}">
                <a16:creationId xmlns:a16="http://schemas.microsoft.com/office/drawing/2014/main" id="{AE0D62EE-876A-4D78-B797-AD719F2AB1AC}"/>
              </a:ext>
            </a:extLst>
          </p:cNvPr>
          <p:cNvSpPr>
            <a:spLocks xmlns:a="http://schemas.openxmlformats.org/drawingml/2006/main" noGrp="1"/>
          </p:cNvSpPr>
          <p:nvPr/>
        </p:nvSpPr>
        <p:spPr>
          <a:xfrm xmlns:a="http://schemas.openxmlformats.org/drawingml/2006/main">
            <a:off x="8382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輸入</a:t>
            </a:r>
          </a:p>
        </p:txBody>
      </p:sp>
      <p:sp>
        <p:nvSpPr>
          <p:cNvPr id="8" name="slide-31-text-8">
            <a:extLst xmlns:a="http://schemas.openxmlformats.org/drawingml/2006/main">
              <a:ext uri="{FF2B5EF4-FFF2-40B4-BE49-F238E27FC236}">
                <a16:creationId xmlns:a16="http://schemas.microsoft.com/office/drawing/2014/main" id="{D312F65C-C020-4DC7-A820-01480F8F11F0}"/>
              </a:ext>
            </a:extLst>
          </p:cNvPr>
          <p:cNvSpPr>
            <a:spLocks xmlns:a="http://schemas.openxmlformats.org/drawingml/2006/main" noGrp="1"/>
          </p:cNvSpPr>
          <p:nvPr/>
        </p:nvSpPr>
        <p:spPr>
          <a:xfrm xmlns:a="http://schemas.openxmlformats.org/drawingml/2006/main">
            <a:off x="8382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指定短文</a:t>
            </a:r>
          </a:p>
        </p:txBody>
      </p:sp>
      <p:sp>
        <p:nvSpPr>
          <p:cNvPr id="9" name="slide-31-text-9">
            <a:extLst xmlns:a="http://schemas.openxmlformats.org/drawingml/2006/main">
              <a:ext uri="{FF2B5EF4-FFF2-40B4-BE49-F238E27FC236}">
                <a16:creationId xmlns:a16="http://schemas.microsoft.com/office/drawing/2014/main" id="{DE53B162-196E-4EF6-9B5A-4D473DB243B6}"/>
              </a:ext>
            </a:extLst>
          </p:cNvPr>
          <p:cNvSpPr>
            <a:spLocks xmlns:a="http://schemas.openxmlformats.org/drawingml/2006/main" noGrp="1"/>
          </p:cNvSpPr>
          <p:nvPr/>
        </p:nvSpPr>
        <p:spPr>
          <a:xfrm xmlns:a="http://schemas.openxmlformats.org/drawingml/2006/main">
            <a:off x="8382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同一份委託</a:t>
            </a:r>
          </a:p>
        </p:txBody>
      </p:sp>
      <p:sp>
        <p:nvSpPr>
          <p:cNvPr id="10" name="slide-31-line-10">
            <a:extLst xmlns:a="http://schemas.openxmlformats.org/drawingml/2006/main">
              <a:ext uri="{FF2B5EF4-FFF2-40B4-BE49-F238E27FC236}">
                <a16:creationId xmlns:a16="http://schemas.microsoft.com/office/drawing/2014/main" id="{B014653E-C4D0-49EC-88CF-A74BE2484D87}"/>
              </a:ext>
            </a:extLst>
          </p:cNvPr>
          <p:cNvSpPr>
            <a:spLocks xmlns:a="http://schemas.openxmlformats.org/drawingml/2006/main" noGrp="1"/>
          </p:cNvSpPr>
          <p:nvPr/>
        </p:nvSpPr>
        <p:spPr>
          <a:xfrm xmlns:a="http://schemas.openxmlformats.org/drawingml/2006/main">
            <a:off x="46736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31-text-11">
            <a:extLst xmlns:a="http://schemas.openxmlformats.org/drawingml/2006/main">
              <a:ext uri="{FF2B5EF4-FFF2-40B4-BE49-F238E27FC236}">
                <a16:creationId xmlns:a16="http://schemas.microsoft.com/office/drawing/2014/main" id="{EEDE1554-4E7F-4465-9E52-C05C1C4CF2F5}"/>
              </a:ext>
            </a:extLst>
          </p:cNvPr>
          <p:cNvSpPr>
            <a:spLocks xmlns:a="http://schemas.openxmlformats.org/drawingml/2006/main" noGrp="1"/>
          </p:cNvSpPr>
          <p:nvPr/>
        </p:nvSpPr>
        <p:spPr>
          <a:xfrm xmlns:a="http://schemas.openxmlformats.org/drawingml/2006/main">
            <a:off x="49784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31-line-12">
            <a:extLst xmlns:a="http://schemas.openxmlformats.org/drawingml/2006/main">
              <a:ext uri="{FF2B5EF4-FFF2-40B4-BE49-F238E27FC236}">
                <a16:creationId xmlns:a16="http://schemas.microsoft.com/office/drawing/2014/main" id="{0A271FD5-C725-42DE-885C-9731898C7D06}"/>
              </a:ext>
            </a:extLst>
          </p:cNvPr>
          <p:cNvSpPr>
            <a:spLocks xmlns:a="http://schemas.openxmlformats.org/drawingml/2006/main" noGrp="1"/>
          </p:cNvSpPr>
          <p:nvPr/>
        </p:nvSpPr>
        <p:spPr>
          <a:xfrm xmlns:a="http://schemas.openxmlformats.org/drawingml/2006/main">
            <a:off x="49784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31-text-13">
            <a:extLst xmlns:a="http://schemas.openxmlformats.org/drawingml/2006/main">
              <a:ext uri="{FF2B5EF4-FFF2-40B4-BE49-F238E27FC236}">
                <a16:creationId xmlns:a16="http://schemas.microsoft.com/office/drawing/2014/main" id="{FD0F7619-BEF5-42C6-AEF2-0932AE1D00AA}"/>
              </a:ext>
            </a:extLst>
          </p:cNvPr>
          <p:cNvSpPr>
            <a:spLocks xmlns:a="http://schemas.openxmlformats.org/drawingml/2006/main" noGrp="1"/>
          </p:cNvSpPr>
          <p:nvPr/>
        </p:nvSpPr>
        <p:spPr>
          <a:xfrm xmlns:a="http://schemas.openxmlformats.org/drawingml/2006/main">
            <a:off x="49784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交回</a:t>
            </a:r>
          </a:p>
        </p:txBody>
      </p:sp>
      <p:sp>
        <p:nvSpPr>
          <p:cNvPr id="14" name="slide-31-text-14">
            <a:extLst xmlns:a="http://schemas.openxmlformats.org/drawingml/2006/main">
              <a:ext uri="{FF2B5EF4-FFF2-40B4-BE49-F238E27FC236}">
                <a16:creationId xmlns:a16="http://schemas.microsoft.com/office/drawing/2014/main" id="{4E2C4CEB-804D-4FEF-AC8E-672F8E74FCE1}"/>
              </a:ext>
            </a:extLst>
          </p:cNvPr>
          <p:cNvSpPr>
            <a:spLocks xmlns:a="http://schemas.openxmlformats.org/drawingml/2006/main" noGrp="1"/>
          </p:cNvSpPr>
          <p:nvPr/>
        </p:nvSpPr>
        <p:spPr>
          <a:xfrm xmlns:a="http://schemas.openxmlformats.org/drawingml/2006/main">
            <a:off x="49784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候選文件</a:t>
            </a:r>
          </a:p>
        </p:txBody>
      </p:sp>
      <p:sp>
        <p:nvSpPr>
          <p:cNvPr id="15" name="slide-31-text-15">
            <a:extLst xmlns:a="http://schemas.openxmlformats.org/drawingml/2006/main">
              <a:ext uri="{FF2B5EF4-FFF2-40B4-BE49-F238E27FC236}">
                <a16:creationId xmlns:a16="http://schemas.microsoft.com/office/drawing/2014/main" id="{62892008-E165-49C7-BCF1-8A3EE7495889}"/>
              </a:ext>
            </a:extLst>
          </p:cNvPr>
          <p:cNvSpPr>
            <a:spLocks xmlns:a="http://schemas.openxmlformats.org/drawingml/2006/main" noGrp="1"/>
          </p:cNvSpPr>
          <p:nvPr/>
        </p:nvSpPr>
        <p:spPr>
          <a:xfrm xmlns:a="http://schemas.openxmlformats.org/drawingml/2006/main">
            <a:off x="49784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核對與缺項</a:t>
            </a:r>
          </a:p>
        </p:txBody>
      </p:sp>
      <p:sp>
        <p:nvSpPr>
          <p:cNvPr id="16" name="slide-31-line-16">
            <a:extLst xmlns:a="http://schemas.openxmlformats.org/drawingml/2006/main">
              <a:ext uri="{FF2B5EF4-FFF2-40B4-BE49-F238E27FC236}">
                <a16:creationId xmlns:a16="http://schemas.microsoft.com/office/drawing/2014/main" id="{5978E87D-A10C-4063-9D4B-FDB13E8D4BE9}"/>
              </a:ext>
            </a:extLst>
          </p:cNvPr>
          <p:cNvSpPr>
            <a:spLocks xmlns:a="http://schemas.openxmlformats.org/drawingml/2006/main" noGrp="1"/>
          </p:cNvSpPr>
          <p:nvPr/>
        </p:nvSpPr>
        <p:spPr>
          <a:xfrm xmlns:a="http://schemas.openxmlformats.org/drawingml/2006/main">
            <a:off x="88138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31-text-17">
            <a:extLst xmlns:a="http://schemas.openxmlformats.org/drawingml/2006/main">
              <a:ext uri="{FF2B5EF4-FFF2-40B4-BE49-F238E27FC236}">
                <a16:creationId xmlns:a16="http://schemas.microsoft.com/office/drawing/2014/main" id="{7E852A34-CB1A-4C85-BDD6-3C79485B4129}"/>
              </a:ext>
            </a:extLst>
          </p:cNvPr>
          <p:cNvSpPr>
            <a:spLocks xmlns:a="http://schemas.openxmlformats.org/drawingml/2006/main" noGrp="1"/>
          </p:cNvSpPr>
          <p:nvPr/>
        </p:nvSpPr>
        <p:spPr>
          <a:xfrm xmlns:a="http://schemas.openxmlformats.org/drawingml/2006/main">
            <a:off x="91186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31-line-18">
            <a:extLst xmlns:a="http://schemas.openxmlformats.org/drawingml/2006/main">
              <a:ext uri="{FF2B5EF4-FFF2-40B4-BE49-F238E27FC236}">
                <a16:creationId xmlns:a16="http://schemas.microsoft.com/office/drawing/2014/main" id="{19DBB077-9490-4E0A-A181-E3E52E9455EE}"/>
              </a:ext>
            </a:extLst>
          </p:cNvPr>
          <p:cNvSpPr>
            <a:spLocks xmlns:a="http://schemas.openxmlformats.org/drawingml/2006/main" noGrp="1"/>
          </p:cNvSpPr>
          <p:nvPr/>
        </p:nvSpPr>
        <p:spPr>
          <a:xfrm xmlns:a="http://schemas.openxmlformats.org/drawingml/2006/main">
            <a:off x="91186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31-text-19">
            <a:extLst xmlns:a="http://schemas.openxmlformats.org/drawingml/2006/main">
              <a:ext uri="{FF2B5EF4-FFF2-40B4-BE49-F238E27FC236}">
                <a16:creationId xmlns:a16="http://schemas.microsoft.com/office/drawing/2014/main" id="{659EA2D6-3ADD-445E-A88F-EA09A8E1E03D}"/>
              </a:ext>
            </a:extLst>
          </p:cNvPr>
          <p:cNvSpPr>
            <a:spLocks xmlns:a="http://schemas.openxmlformats.org/drawingml/2006/main" noGrp="1"/>
          </p:cNvSpPr>
          <p:nvPr/>
        </p:nvSpPr>
        <p:spPr>
          <a:xfrm xmlns:a="http://schemas.openxmlformats.org/drawingml/2006/main">
            <a:off x="91186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反例</a:t>
            </a:r>
          </a:p>
        </p:txBody>
      </p:sp>
      <p:sp>
        <p:nvSpPr>
          <p:cNvPr id="20" name="slide-31-text-20">
            <a:extLst xmlns:a="http://schemas.openxmlformats.org/drawingml/2006/main">
              <a:ext uri="{FF2B5EF4-FFF2-40B4-BE49-F238E27FC236}">
                <a16:creationId xmlns:a16="http://schemas.microsoft.com/office/drawing/2014/main" id="{2169E57A-996E-4434-B746-B10B1F12CD3D}"/>
              </a:ext>
            </a:extLst>
          </p:cNvPr>
          <p:cNvSpPr>
            <a:spLocks xmlns:a="http://schemas.openxmlformats.org/drawingml/2006/main" noGrp="1"/>
          </p:cNvSpPr>
          <p:nvPr/>
        </p:nvSpPr>
        <p:spPr>
          <a:xfrm xmlns:a="http://schemas.openxmlformats.org/drawingml/2006/main">
            <a:off x="91186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移除短文</a:t>
            </a:r>
          </a:p>
        </p:txBody>
      </p:sp>
      <p:sp>
        <p:nvSpPr>
          <p:cNvPr id="21" name="slide-31-text-21">
            <a:extLst xmlns:a="http://schemas.openxmlformats.org/drawingml/2006/main">
              <a:ext uri="{FF2B5EF4-FFF2-40B4-BE49-F238E27FC236}">
                <a16:creationId xmlns:a16="http://schemas.microsoft.com/office/drawing/2014/main" id="{0F81E604-FB50-4D07-BFA4-AD19427F55B9}"/>
              </a:ext>
            </a:extLst>
          </p:cNvPr>
          <p:cNvSpPr>
            <a:spLocks xmlns:a="http://schemas.openxmlformats.org/drawingml/2006/main" noGrp="1"/>
          </p:cNvSpPr>
          <p:nvPr/>
        </p:nvSpPr>
        <p:spPr>
          <a:xfrm xmlns:a="http://schemas.openxmlformats.org/drawingml/2006/main">
            <a:off x="91186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觀察是否停下</a:t>
            </a:r>
          </a:p>
        </p:txBody>
      </p:sp>
      <p:sp>
        <p:nvSpPr>
          <p:cNvPr id="22" name="slide-31-text-22">
            <a:extLst xmlns:a="http://schemas.openxmlformats.org/drawingml/2006/main">
              <a:ext uri="{FF2B5EF4-FFF2-40B4-BE49-F238E27FC236}">
                <a16:creationId xmlns:a16="http://schemas.microsoft.com/office/drawing/2014/main" id="{6CB171BF-663A-44C2-85DA-DB07B7C731FD}"/>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隔離演示，不作對外操作。離線備案須明示為預備示例。</a:t>
            </a:r>
          </a:p>
        </p:txBody>
      </p:sp>
      <p:sp>
        <p:nvSpPr>
          <p:cNvPr id="23" name="slide-31-text-23">
            <a:extLst xmlns:a="http://schemas.openxmlformats.org/drawingml/2006/main">
              <a:ext uri="{FF2B5EF4-FFF2-40B4-BE49-F238E27FC236}">
                <a16:creationId xmlns:a16="http://schemas.microsoft.com/office/drawing/2014/main" id="{AEE6BAED-B6BB-463C-8095-2C01CA5B5C2F}"/>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31 / 66</a:t>
            </a:r>
          </a:p>
        </p:txBody>
      </p:sp>
    </p:spTree>
    <p:extLst>
      <p:ext uri="{BB962C8B-B14F-4D97-AF65-F5344CB8AC3E}">
        <p14:creationId xmlns:p14="http://schemas.microsoft.com/office/powerpoint/2010/main" val="1667499554"/>
      </p:ext>
    </p:extLst>
  </p:cSld>
</p:sld>
</file>

<file path=ppt/slides/slide32.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10" name="slide-32-text-1">
            <a:extLst xmlns:a="http://schemas.openxmlformats.org/drawingml/2006/main">
              <a:ext uri="{FF2B5EF4-FFF2-40B4-BE49-F238E27FC236}">
                <a16:creationId xmlns:a16="http://schemas.microsoft.com/office/drawing/2014/main" id="{F6B612B6-24B3-4B62-BC23-D7F1AACB6149}"/>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01   轉入組織</a:t>
            </a:r>
          </a:p>
        </p:txBody>
      </p:sp>
      <p:sp>
        <p:nvSpPr>
          <p:cNvPr id="2" name="slide-32-text-2">
            <a:extLst xmlns:a="http://schemas.openxmlformats.org/drawingml/2006/main">
              <a:ext uri="{FF2B5EF4-FFF2-40B4-BE49-F238E27FC236}">
                <a16:creationId xmlns:a16="http://schemas.microsoft.com/office/drawing/2014/main" id="{D1BC135D-2FC7-47B8-8ACD-4DE06BB34DE5}"/>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一次成功還沒有回答重用問題</a:t>
            </a:r>
          </a:p>
        </p:txBody>
      </p:sp>
      <p:sp>
        <p:nvSpPr>
          <p:cNvPr id="3" name="slide-32-line-3">
            <a:extLst xmlns:a="http://schemas.openxmlformats.org/drawingml/2006/main">
              <a:ext uri="{FF2B5EF4-FFF2-40B4-BE49-F238E27FC236}">
                <a16:creationId xmlns:a16="http://schemas.microsoft.com/office/drawing/2014/main" id="{6DC0ACD0-D448-4D97-99D3-DCD04E15BB9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32-text-4">
            <a:extLst xmlns:a="http://schemas.openxmlformats.org/drawingml/2006/main">
              <a:ext uri="{FF2B5EF4-FFF2-40B4-BE49-F238E27FC236}">
                <a16:creationId xmlns:a16="http://schemas.microsoft.com/office/drawing/2014/main" id="{A6FD03AD-E65E-4252-8D2C-3D142038C767}"/>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32-text-5">
            <a:extLst xmlns:a="http://schemas.openxmlformats.org/drawingml/2006/main">
              <a:ext uri="{FF2B5EF4-FFF2-40B4-BE49-F238E27FC236}">
                <a16:creationId xmlns:a16="http://schemas.microsoft.com/office/drawing/2014/main" id="{88573A2B-DFCF-439B-8911-04EB5ACF186E}"/>
              </a:ext>
            </a:extLst>
          </p:cNvPr>
          <p:cNvSpPr>
            <a:spLocks xmlns:a="http://schemas.openxmlformats.org/drawingml/2006/main" noGrp="1"/>
          </p:cNvSpPr>
          <p:nvPr/>
        </p:nvSpPr>
        <p:spPr>
          <a:xfrm xmlns:a="http://schemas.openxmlformats.org/drawingml/2006/main">
            <a:off x="838200" y="2686050"/>
            <a:ext cx="120396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換一位同事接手</a:t>
            </a:r>
          </a:p>
        </p:txBody>
      </p:sp>
      <p:sp>
        <p:nvSpPr>
          <p:cNvPr id="6" name="slide-32-text-6">
            <a:extLst xmlns:a="http://schemas.openxmlformats.org/drawingml/2006/main">
              <a:ext uri="{FF2B5EF4-FFF2-40B4-BE49-F238E27FC236}">
                <a16:creationId xmlns:a16="http://schemas.microsoft.com/office/drawing/2014/main" id="{9652C866-D4D1-46C2-9118-9662819777AC}"/>
              </a:ext>
            </a:extLst>
          </p:cNvPr>
          <p:cNvSpPr>
            <a:spLocks xmlns:a="http://schemas.openxmlformats.org/drawingml/2006/main" noGrp="1"/>
          </p:cNvSpPr>
          <p:nvPr/>
        </p:nvSpPr>
        <p:spPr>
          <a:xfrm xmlns:a="http://schemas.openxmlformats.org/drawingml/2006/main">
            <a:off x="838200" y="3578733"/>
            <a:ext cx="120396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工作還能繼續嗎？</a:t>
            </a:r>
          </a:p>
        </p:txBody>
      </p:sp>
      <p:sp>
        <p:nvSpPr>
          <p:cNvPr id="7" name="slide-32-text-7">
            <a:extLst xmlns:a="http://schemas.openxmlformats.org/drawingml/2006/main">
              <a:ext uri="{FF2B5EF4-FFF2-40B4-BE49-F238E27FC236}">
                <a16:creationId xmlns:a16="http://schemas.microsoft.com/office/drawing/2014/main" id="{96D8A17A-2ABF-4EC6-8B02-A80DF74ED049}"/>
              </a:ext>
            </a:extLst>
          </p:cNvPr>
          <p:cNvSpPr>
            <a:spLocks xmlns:a="http://schemas.openxmlformats.org/drawingml/2006/main" noGrp="1"/>
          </p:cNvSpPr>
          <p:nvPr/>
        </p:nvSpPr>
        <p:spPr>
          <a:xfrm xmlns:a="http://schemas.openxmlformats.org/drawingml/2006/main">
            <a:off x="838200" y="4791075"/>
            <a:ext cx="120396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任務條件、取捨理由與失敗記錄，需要離開個人對話。</a:t>
            </a:r>
          </a:p>
        </p:txBody>
      </p:sp>
      <p:sp>
        <p:nvSpPr>
          <p:cNvPr id="8" name="slide-32-text-8">
            <a:extLst xmlns:a="http://schemas.openxmlformats.org/drawingml/2006/main">
              <a:ext uri="{FF2B5EF4-FFF2-40B4-BE49-F238E27FC236}">
                <a16:creationId xmlns:a16="http://schemas.microsoft.com/office/drawing/2014/main" id="{9945C5C4-3594-42D3-B57E-336CDAF8F66F}"/>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這是交接檢驗問題，不把一次成功等同於組織能力。</a:t>
            </a:r>
          </a:p>
        </p:txBody>
      </p:sp>
      <p:sp>
        <p:nvSpPr>
          <p:cNvPr id="9" name="slide-32-text-9">
            <a:extLst xmlns:a="http://schemas.openxmlformats.org/drawingml/2006/main">
              <a:ext uri="{FF2B5EF4-FFF2-40B4-BE49-F238E27FC236}">
                <a16:creationId xmlns:a16="http://schemas.microsoft.com/office/drawing/2014/main" id="{A599CEC3-1230-4630-A70D-79AE959E9F39}"/>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32 / 66</a:t>
            </a:r>
          </a:p>
        </p:txBody>
      </p:sp>
    </p:spTree>
    <p:extLst>
      <p:ext uri="{BB962C8B-B14F-4D97-AF65-F5344CB8AC3E}">
        <p14:creationId xmlns:p14="http://schemas.microsoft.com/office/powerpoint/2010/main" val="691187783"/>
      </p:ext>
    </p:extLst>
  </p:cSld>
</p:sld>
</file>

<file path=ppt/slides/slide33.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9" name="slide-33-text-1">
            <a:extLst xmlns:a="http://schemas.openxmlformats.org/drawingml/2006/main">
              <a:ext uri="{FF2B5EF4-FFF2-40B4-BE49-F238E27FC236}">
                <a16:creationId xmlns:a16="http://schemas.microsoft.com/office/drawing/2014/main" id="{237AD430-EF16-4669-8BE8-7996518E689A}"/>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AI NATIVE FIELD NOTES   02</a:t>
            </a:r>
          </a:p>
        </p:txBody>
      </p:sp>
      <p:sp>
        <p:nvSpPr>
          <p:cNvPr id="2" name="slide-33-line-2">
            <a:extLst xmlns:a="http://schemas.openxmlformats.org/drawingml/2006/main">
              <a:ext uri="{FF2B5EF4-FFF2-40B4-BE49-F238E27FC236}">
                <a16:creationId xmlns:a16="http://schemas.microsoft.com/office/drawing/2014/main" id="{E0B30A08-5688-4C73-B08A-EC9230E2931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33-text-3">
            <a:extLst xmlns:a="http://schemas.openxmlformats.org/drawingml/2006/main">
              <a:ext uri="{FF2B5EF4-FFF2-40B4-BE49-F238E27FC236}">
                <a16:creationId xmlns:a16="http://schemas.microsoft.com/office/drawing/2014/main" id="{A1AFCCE4-C78E-4B12-AF95-9DA35CE27317}"/>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33-text-4">
            <a:extLst xmlns:a="http://schemas.openxmlformats.org/drawingml/2006/main">
              <a:ext uri="{FF2B5EF4-FFF2-40B4-BE49-F238E27FC236}">
                <a16:creationId xmlns:a16="http://schemas.microsoft.com/office/drawing/2014/main" id="{AE8AC1E7-7F6C-4CDB-B86C-9CE98858F2A7}"/>
              </a:ext>
            </a:extLst>
          </p:cNvPr>
          <p:cNvSpPr>
            <a:spLocks xmlns:a="http://schemas.openxmlformats.org/drawingml/2006/main" noGrp="1"/>
          </p:cNvSpPr>
          <p:nvPr/>
        </p:nvSpPr>
        <p:spPr>
          <a:xfrm xmlns:a="http://schemas.openxmlformats.org/drawingml/2006/main">
            <a:off x="838200" y="2095500"/>
            <a:ext cx="2476500" cy="191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100" b="1">
                <a:solidFill>
                  <a:srgbClr val="B8C8FF"/>
                </a:solidFill>
                <a:latin typeface="PingFang TC"/>
                <a:ea typeface="PingFang TC"/>
                <a:cs typeface="PingFang TC"/>
              </a:defRPr>
            </a:pPr>
            <a:r>
              <a:rPr sz="11100" b="1">
                <a:solidFill>
                  <a:srgbClr val="B8C8FF"/>
                </a:solidFill>
                <a:latin typeface="PingFang TC"/>
                <a:ea typeface="PingFang TC"/>
                <a:cs typeface="PingFang TC"/>
              </a:rPr>
              <a:t>02</a:t>
            </a:r>
          </a:p>
        </p:txBody>
      </p:sp>
      <p:sp>
        <p:nvSpPr>
          <p:cNvPr id="5" name="slide-33-text-5">
            <a:extLst xmlns:a="http://schemas.openxmlformats.org/drawingml/2006/main">
              <a:ext uri="{FF2B5EF4-FFF2-40B4-BE49-F238E27FC236}">
                <a16:creationId xmlns:a16="http://schemas.microsoft.com/office/drawing/2014/main" id="{9625E66C-5D0B-44C3-A556-E4AD3DEF07AE}"/>
              </a:ext>
            </a:extLst>
          </p:cNvPr>
          <p:cNvSpPr>
            <a:spLocks xmlns:a="http://schemas.openxmlformats.org/drawingml/2006/main" noGrp="1"/>
          </p:cNvSpPr>
          <p:nvPr/>
        </p:nvSpPr>
        <p:spPr>
          <a:xfrm xmlns:a="http://schemas.openxmlformats.org/drawingml/2006/main">
            <a:off x="3952875" y="2476500"/>
            <a:ext cx="85725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組織需要保留甚麼</a:t>
            </a:r>
          </a:p>
        </p:txBody>
      </p:sp>
      <p:sp>
        <p:nvSpPr>
          <p:cNvPr id="6" name="slide-33-text-6">
            <a:extLst xmlns:a="http://schemas.openxmlformats.org/drawingml/2006/main">
              <a:ext uri="{FF2B5EF4-FFF2-40B4-BE49-F238E27FC236}">
                <a16:creationId xmlns:a16="http://schemas.microsoft.com/office/drawing/2014/main" id="{5BCC8C37-07D9-49DD-AC74-B8929BCDE01A}"/>
              </a:ext>
            </a:extLst>
          </p:cNvPr>
          <p:cNvSpPr>
            <a:spLocks xmlns:a="http://schemas.openxmlformats.org/drawingml/2006/main" noGrp="1"/>
          </p:cNvSpPr>
          <p:nvPr/>
        </p:nvSpPr>
        <p:spPr>
          <a:xfrm xmlns:a="http://schemas.openxmlformats.org/drawingml/2006/main">
            <a:off x="4000500" y="4514850"/>
            <a:ext cx="833437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從 AI Native 組織到教育操作系統</a:t>
            </a:r>
          </a:p>
        </p:txBody>
      </p:sp>
      <p:sp>
        <p:nvSpPr>
          <p:cNvPr id="7" name="slide-33-text-7">
            <a:extLst xmlns:a="http://schemas.openxmlformats.org/drawingml/2006/main">
              <a:ext uri="{FF2B5EF4-FFF2-40B4-BE49-F238E27FC236}">
                <a16:creationId xmlns:a16="http://schemas.microsoft.com/office/drawing/2014/main" id="{826BA20B-C9B8-4EB2-AF78-9CD45429DCD4}"/>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模型可以替換，工作的依據與責任仍需存在。</a:t>
            </a:r>
          </a:p>
        </p:txBody>
      </p:sp>
      <p:sp>
        <p:nvSpPr>
          <p:cNvPr id="8" name="slide-33-text-8">
            <a:extLst xmlns:a="http://schemas.openxmlformats.org/drawingml/2006/main">
              <a:ext uri="{FF2B5EF4-FFF2-40B4-BE49-F238E27FC236}">
                <a16:creationId xmlns:a16="http://schemas.microsoft.com/office/drawing/2014/main" id="{EF8BC300-4364-4329-9080-39DDCA8C20CB}"/>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33 / 66</a:t>
            </a:r>
          </a:p>
        </p:txBody>
      </p:sp>
    </p:spTree>
    <p:extLst>
      <p:ext uri="{BB962C8B-B14F-4D97-AF65-F5344CB8AC3E}">
        <p14:creationId xmlns:p14="http://schemas.microsoft.com/office/powerpoint/2010/main" val="608063452"/>
      </p:ext>
    </p:extLst>
  </p:cSld>
</p:sld>
</file>

<file path=ppt/slides/slide3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3" name="slide-34-text-1">
            <a:extLst xmlns:a="http://schemas.openxmlformats.org/drawingml/2006/main">
              <a:ext uri="{FF2B5EF4-FFF2-40B4-BE49-F238E27FC236}">
                <a16:creationId xmlns:a16="http://schemas.microsoft.com/office/drawing/2014/main" id="{DBD09C4A-F1B4-45C3-B0E1-8F7C7CE13796}"/>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02   個人與組織</a:t>
            </a:r>
          </a:p>
        </p:txBody>
      </p:sp>
      <p:sp>
        <p:nvSpPr>
          <p:cNvPr id="2" name="slide-34-text-2">
            <a:extLst xmlns:a="http://schemas.openxmlformats.org/drawingml/2006/main">
              <a:ext uri="{FF2B5EF4-FFF2-40B4-BE49-F238E27FC236}">
                <a16:creationId xmlns:a16="http://schemas.microsoft.com/office/drawing/2014/main" id="{119594F7-458E-4799-83AC-EC1E47F5998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個人的效率可能停在交接處</a:t>
            </a:r>
          </a:p>
        </p:txBody>
      </p:sp>
      <p:sp>
        <p:nvSpPr>
          <p:cNvPr id="3" name="slide-34-line-3">
            <a:extLst xmlns:a="http://schemas.openxmlformats.org/drawingml/2006/main">
              <a:ext uri="{FF2B5EF4-FFF2-40B4-BE49-F238E27FC236}">
                <a16:creationId xmlns:a16="http://schemas.microsoft.com/office/drawing/2014/main" id="{6D663176-D49F-42AF-A3E5-5DD3BF59A9B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4-text-4">
            <a:extLst xmlns:a="http://schemas.openxmlformats.org/drawingml/2006/main">
              <a:ext uri="{FF2B5EF4-FFF2-40B4-BE49-F238E27FC236}">
                <a16:creationId xmlns:a16="http://schemas.microsoft.com/office/drawing/2014/main" id="{3C8AC92D-C155-4265-A937-A9CF4EA0152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4-text-5">
            <a:extLst xmlns:a="http://schemas.openxmlformats.org/drawingml/2006/main">
              <a:ext uri="{FF2B5EF4-FFF2-40B4-BE49-F238E27FC236}">
                <a16:creationId xmlns:a16="http://schemas.microsoft.com/office/drawing/2014/main" id="{17EE3B71-051B-4A8D-835A-847A50AD3268}"/>
              </a:ext>
            </a:extLst>
          </p:cNvPr>
          <p:cNvSpPr>
            <a:spLocks xmlns:a="http://schemas.openxmlformats.org/drawingml/2006/main" noGrp="1"/>
          </p:cNvSpPr>
          <p:nvPr/>
        </p:nvSpPr>
        <p:spPr>
          <a:xfrm xmlns:a="http://schemas.openxmlformats.org/drawingml/2006/main">
            <a:off x="8382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34-line-6">
            <a:extLst xmlns:a="http://schemas.openxmlformats.org/drawingml/2006/main">
              <a:ext uri="{FF2B5EF4-FFF2-40B4-BE49-F238E27FC236}">
                <a16:creationId xmlns:a16="http://schemas.microsoft.com/office/drawing/2014/main" id="{666E2EDD-4169-49DD-981D-9B22B68998DE}"/>
              </a:ext>
            </a:extLst>
          </p:cNvPr>
          <p:cNvSpPr>
            <a:spLocks xmlns:a="http://schemas.openxmlformats.org/drawingml/2006/main" noGrp="1"/>
          </p:cNvSpPr>
          <p:nvPr/>
        </p:nvSpPr>
        <p:spPr>
          <a:xfrm xmlns:a="http://schemas.openxmlformats.org/drawingml/2006/main">
            <a:off x="8382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34-text-7">
            <a:extLst xmlns:a="http://schemas.openxmlformats.org/drawingml/2006/main">
              <a:ext uri="{FF2B5EF4-FFF2-40B4-BE49-F238E27FC236}">
                <a16:creationId xmlns:a16="http://schemas.microsoft.com/office/drawing/2014/main" id="{CAC584C1-FABF-46EF-9644-2A461AD5A9C3}"/>
              </a:ext>
            </a:extLst>
          </p:cNvPr>
          <p:cNvSpPr>
            <a:spLocks xmlns:a="http://schemas.openxmlformats.org/drawingml/2006/main" noGrp="1"/>
          </p:cNvSpPr>
          <p:nvPr/>
        </p:nvSpPr>
        <p:spPr>
          <a:xfrm xmlns:a="http://schemas.openxmlformats.org/drawingml/2006/main">
            <a:off x="8382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起草</a:t>
            </a:r>
          </a:p>
        </p:txBody>
      </p:sp>
      <p:sp>
        <p:nvSpPr>
          <p:cNvPr id="8" name="slide-34-text-8">
            <a:extLst xmlns:a="http://schemas.openxmlformats.org/drawingml/2006/main">
              <a:ext uri="{FF2B5EF4-FFF2-40B4-BE49-F238E27FC236}">
                <a16:creationId xmlns:a16="http://schemas.microsoft.com/office/drawing/2014/main" id="{72306144-D962-47C3-A40D-894448AF93FF}"/>
              </a:ext>
            </a:extLst>
          </p:cNvPr>
          <p:cNvSpPr>
            <a:spLocks xmlns:a="http://schemas.openxmlformats.org/drawingml/2006/main" noGrp="1"/>
          </p:cNvSpPr>
          <p:nvPr/>
        </p:nvSpPr>
        <p:spPr>
          <a:xfrm xmlns:a="http://schemas.openxmlformats.org/drawingml/2006/main">
            <a:off x="8382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速度提高</a:t>
            </a:r>
          </a:p>
        </p:txBody>
      </p:sp>
      <p:sp>
        <p:nvSpPr>
          <p:cNvPr id="9" name="slide-34-line-9">
            <a:extLst xmlns:a="http://schemas.openxmlformats.org/drawingml/2006/main">
              <a:ext uri="{FF2B5EF4-FFF2-40B4-BE49-F238E27FC236}">
                <a16:creationId xmlns:a16="http://schemas.microsoft.com/office/drawing/2014/main" id="{AC72A2A4-79EE-4DCC-B047-25DF8E9AEE59}"/>
              </a:ext>
            </a:extLst>
          </p:cNvPr>
          <p:cNvSpPr>
            <a:spLocks xmlns:a="http://schemas.openxmlformats.org/drawingml/2006/main" noGrp="1"/>
          </p:cNvSpPr>
          <p:nvPr/>
        </p:nvSpPr>
        <p:spPr>
          <a:xfrm xmlns:a="http://schemas.openxmlformats.org/drawingml/2006/main">
            <a:off x="46736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0" name="slide-34-text-10">
            <a:extLst xmlns:a="http://schemas.openxmlformats.org/drawingml/2006/main">
              <a:ext uri="{FF2B5EF4-FFF2-40B4-BE49-F238E27FC236}">
                <a16:creationId xmlns:a16="http://schemas.microsoft.com/office/drawing/2014/main" id="{61161121-9AD3-4DD1-A880-AEAF72219FED}"/>
              </a:ext>
            </a:extLst>
          </p:cNvPr>
          <p:cNvSpPr>
            <a:spLocks xmlns:a="http://schemas.openxmlformats.org/drawingml/2006/main" noGrp="1"/>
          </p:cNvSpPr>
          <p:nvPr/>
        </p:nvSpPr>
        <p:spPr>
          <a:xfrm xmlns:a="http://schemas.openxmlformats.org/drawingml/2006/main">
            <a:off x="49784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1" name="slide-34-line-11">
            <a:extLst xmlns:a="http://schemas.openxmlformats.org/drawingml/2006/main">
              <a:ext uri="{FF2B5EF4-FFF2-40B4-BE49-F238E27FC236}">
                <a16:creationId xmlns:a16="http://schemas.microsoft.com/office/drawing/2014/main" id="{F50B1E88-7CB7-4029-92E9-F9E407B7263B}"/>
              </a:ext>
            </a:extLst>
          </p:cNvPr>
          <p:cNvSpPr>
            <a:spLocks xmlns:a="http://schemas.openxmlformats.org/drawingml/2006/main" noGrp="1"/>
          </p:cNvSpPr>
          <p:nvPr/>
        </p:nvSpPr>
        <p:spPr>
          <a:xfrm xmlns:a="http://schemas.openxmlformats.org/drawingml/2006/main">
            <a:off x="49784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2" name="slide-34-text-12">
            <a:extLst xmlns:a="http://schemas.openxmlformats.org/drawingml/2006/main">
              <a:ext uri="{FF2B5EF4-FFF2-40B4-BE49-F238E27FC236}">
                <a16:creationId xmlns:a16="http://schemas.microsoft.com/office/drawing/2014/main" id="{5B91427C-3DD6-48E5-AAAC-ACF3FFEEAC8C}"/>
              </a:ext>
            </a:extLst>
          </p:cNvPr>
          <p:cNvSpPr>
            <a:spLocks xmlns:a="http://schemas.openxmlformats.org/drawingml/2006/main" noGrp="1"/>
          </p:cNvSpPr>
          <p:nvPr/>
        </p:nvSpPr>
        <p:spPr>
          <a:xfrm xmlns:a="http://schemas.openxmlformats.org/drawingml/2006/main">
            <a:off x="49784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交接</a:t>
            </a:r>
          </a:p>
        </p:txBody>
      </p:sp>
      <p:sp>
        <p:nvSpPr>
          <p:cNvPr id="13" name="slide-34-text-13">
            <a:extLst xmlns:a="http://schemas.openxmlformats.org/drawingml/2006/main">
              <a:ext uri="{FF2B5EF4-FFF2-40B4-BE49-F238E27FC236}">
                <a16:creationId xmlns:a16="http://schemas.microsoft.com/office/drawing/2014/main" id="{BBFCD9E1-C97E-41D5-9EA0-5C9FAE30B92E}"/>
              </a:ext>
            </a:extLst>
          </p:cNvPr>
          <p:cNvSpPr>
            <a:spLocks xmlns:a="http://schemas.openxmlformats.org/drawingml/2006/main" noGrp="1"/>
          </p:cNvSpPr>
          <p:nvPr/>
        </p:nvSpPr>
        <p:spPr>
          <a:xfrm xmlns:a="http://schemas.openxmlformats.org/drawingml/2006/main">
            <a:off x="49784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來源不明</a:t>
            </a:r>
          </a:p>
        </p:txBody>
      </p:sp>
      <p:sp>
        <p:nvSpPr>
          <p:cNvPr id="14" name="slide-34-text-14">
            <a:extLst xmlns:a="http://schemas.openxmlformats.org/drawingml/2006/main">
              <a:ext uri="{FF2B5EF4-FFF2-40B4-BE49-F238E27FC236}">
                <a16:creationId xmlns:a16="http://schemas.microsoft.com/office/drawing/2014/main" id="{6B0357F7-3445-4D61-BE5A-014EA59E5213}"/>
              </a:ext>
            </a:extLst>
          </p:cNvPr>
          <p:cNvSpPr>
            <a:spLocks xmlns:a="http://schemas.openxmlformats.org/drawingml/2006/main" noGrp="1"/>
          </p:cNvSpPr>
          <p:nvPr/>
        </p:nvSpPr>
        <p:spPr>
          <a:xfrm xmlns:a="http://schemas.openxmlformats.org/drawingml/2006/main">
            <a:off x="49784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版本不清</a:t>
            </a:r>
          </a:p>
        </p:txBody>
      </p:sp>
      <p:sp>
        <p:nvSpPr>
          <p:cNvPr id="15" name="slide-34-line-15">
            <a:extLst xmlns:a="http://schemas.openxmlformats.org/drawingml/2006/main">
              <a:ext uri="{FF2B5EF4-FFF2-40B4-BE49-F238E27FC236}">
                <a16:creationId xmlns:a16="http://schemas.microsoft.com/office/drawing/2014/main" id="{E7213EC2-FC6D-4DFE-ACA0-CBE95B0F7000}"/>
              </a:ext>
            </a:extLst>
          </p:cNvPr>
          <p:cNvSpPr>
            <a:spLocks xmlns:a="http://schemas.openxmlformats.org/drawingml/2006/main" noGrp="1"/>
          </p:cNvSpPr>
          <p:nvPr/>
        </p:nvSpPr>
        <p:spPr>
          <a:xfrm xmlns:a="http://schemas.openxmlformats.org/drawingml/2006/main">
            <a:off x="88138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6" name="slide-34-text-16">
            <a:extLst xmlns:a="http://schemas.openxmlformats.org/drawingml/2006/main">
              <a:ext uri="{FF2B5EF4-FFF2-40B4-BE49-F238E27FC236}">
                <a16:creationId xmlns:a16="http://schemas.microsoft.com/office/drawing/2014/main" id="{C6002335-4DB7-4F27-AA3D-F42FC00508CD}"/>
              </a:ext>
            </a:extLst>
          </p:cNvPr>
          <p:cNvSpPr>
            <a:spLocks xmlns:a="http://schemas.openxmlformats.org/drawingml/2006/main" noGrp="1"/>
          </p:cNvSpPr>
          <p:nvPr/>
        </p:nvSpPr>
        <p:spPr>
          <a:xfrm xmlns:a="http://schemas.openxmlformats.org/drawingml/2006/main">
            <a:off x="91186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7" name="slide-34-line-17">
            <a:extLst xmlns:a="http://schemas.openxmlformats.org/drawingml/2006/main">
              <a:ext uri="{FF2B5EF4-FFF2-40B4-BE49-F238E27FC236}">
                <a16:creationId xmlns:a16="http://schemas.microsoft.com/office/drawing/2014/main" id="{0EFFB96D-CDDA-4F6C-B3E6-2A3FBFE7A8EB}"/>
              </a:ext>
            </a:extLst>
          </p:cNvPr>
          <p:cNvSpPr>
            <a:spLocks xmlns:a="http://schemas.openxmlformats.org/drawingml/2006/main" noGrp="1"/>
          </p:cNvSpPr>
          <p:nvPr/>
        </p:nvSpPr>
        <p:spPr>
          <a:xfrm xmlns:a="http://schemas.openxmlformats.org/drawingml/2006/main">
            <a:off x="91186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8" name="slide-34-text-18">
            <a:extLst xmlns:a="http://schemas.openxmlformats.org/drawingml/2006/main">
              <a:ext uri="{FF2B5EF4-FFF2-40B4-BE49-F238E27FC236}">
                <a16:creationId xmlns:a16="http://schemas.microsoft.com/office/drawing/2014/main" id="{3BC2EF11-F59F-47CD-A7C3-55BF8E87EB1D}"/>
              </a:ext>
            </a:extLst>
          </p:cNvPr>
          <p:cNvSpPr>
            <a:spLocks xmlns:a="http://schemas.openxmlformats.org/drawingml/2006/main" noGrp="1"/>
          </p:cNvSpPr>
          <p:nvPr/>
        </p:nvSpPr>
        <p:spPr>
          <a:xfrm xmlns:a="http://schemas.openxmlformats.org/drawingml/2006/main">
            <a:off x="91186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重做</a:t>
            </a:r>
          </a:p>
        </p:txBody>
      </p:sp>
      <p:sp>
        <p:nvSpPr>
          <p:cNvPr id="19" name="slide-34-text-19">
            <a:extLst xmlns:a="http://schemas.openxmlformats.org/drawingml/2006/main">
              <a:ext uri="{FF2B5EF4-FFF2-40B4-BE49-F238E27FC236}">
                <a16:creationId xmlns:a16="http://schemas.microsoft.com/office/drawing/2014/main" id="{C76233EC-6095-4D63-86B1-14C7CF15A8DC}"/>
              </a:ext>
            </a:extLst>
          </p:cNvPr>
          <p:cNvSpPr>
            <a:spLocks xmlns:a="http://schemas.openxmlformats.org/drawingml/2006/main" noGrp="1"/>
          </p:cNvSpPr>
          <p:nvPr/>
        </p:nvSpPr>
        <p:spPr>
          <a:xfrm xmlns:a="http://schemas.openxmlformats.org/drawingml/2006/main">
            <a:off x="91186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重新理解</a:t>
            </a:r>
          </a:p>
        </p:txBody>
      </p:sp>
      <p:sp>
        <p:nvSpPr>
          <p:cNvPr id="20" name="slide-34-text-20">
            <a:extLst xmlns:a="http://schemas.openxmlformats.org/drawingml/2006/main">
              <a:ext uri="{FF2B5EF4-FFF2-40B4-BE49-F238E27FC236}">
                <a16:creationId xmlns:a16="http://schemas.microsoft.com/office/drawing/2014/main" id="{D9D18B6F-3FE5-4C98-BE16-947687F9BD09}"/>
              </a:ext>
            </a:extLst>
          </p:cNvPr>
          <p:cNvSpPr>
            <a:spLocks xmlns:a="http://schemas.openxmlformats.org/drawingml/2006/main" noGrp="1"/>
          </p:cNvSpPr>
          <p:nvPr/>
        </p:nvSpPr>
        <p:spPr>
          <a:xfrm xmlns:a="http://schemas.openxmlformats.org/drawingml/2006/main">
            <a:off x="91186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重新驗證</a:t>
            </a:r>
          </a:p>
        </p:txBody>
      </p:sp>
      <p:sp>
        <p:nvSpPr>
          <p:cNvPr id="21" name="slide-34-text-21">
            <a:extLst xmlns:a="http://schemas.openxmlformats.org/drawingml/2006/main">
              <a:ext uri="{FF2B5EF4-FFF2-40B4-BE49-F238E27FC236}">
                <a16:creationId xmlns:a16="http://schemas.microsoft.com/office/drawing/2014/main" id="{F4E3DA44-2E03-4435-A7EA-D8C031DD673F}"/>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整體時間需要包含等待、交接與返工，不能只計生成時間。</a:t>
            </a:r>
          </a:p>
        </p:txBody>
      </p:sp>
      <p:sp>
        <p:nvSpPr>
          <p:cNvPr id="22" name="slide-34-text-22">
            <a:extLst xmlns:a="http://schemas.openxmlformats.org/drawingml/2006/main">
              <a:ext uri="{FF2B5EF4-FFF2-40B4-BE49-F238E27FC236}">
                <a16:creationId xmlns:a16="http://schemas.microsoft.com/office/drawing/2014/main" id="{C7CAB193-6283-4E1D-9E23-CB96C94782AF}"/>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34 / 66</a:t>
            </a:r>
          </a:p>
        </p:txBody>
      </p:sp>
    </p:spTree>
    <p:extLst>
      <p:ext uri="{BB962C8B-B14F-4D97-AF65-F5344CB8AC3E}">
        <p14:creationId xmlns:p14="http://schemas.microsoft.com/office/powerpoint/2010/main" val="1625654235"/>
      </p:ext>
    </p:extLst>
  </p:cSld>
</p:sld>
</file>

<file path=ppt/slides/slide3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9" name="slide-35-text-1">
            <a:extLst xmlns:a="http://schemas.openxmlformats.org/drawingml/2006/main">
              <a:ext uri="{FF2B5EF4-FFF2-40B4-BE49-F238E27FC236}">
                <a16:creationId xmlns:a16="http://schemas.microsoft.com/office/drawing/2014/main" id="{E75C0651-47C9-43C7-B8BE-DC4C2C1A17F4}"/>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02   CONTEXT、HARNESS、LOOP</a:t>
            </a:r>
          </a:p>
        </p:txBody>
      </p:sp>
      <p:sp>
        <p:nvSpPr>
          <p:cNvPr id="2" name="slide-35-text-2">
            <a:extLst xmlns:a="http://schemas.openxmlformats.org/drawingml/2006/main">
              <a:ext uri="{FF2B5EF4-FFF2-40B4-BE49-F238E27FC236}">
                <a16:creationId xmlns:a16="http://schemas.microsoft.com/office/drawing/2014/main" id="{93DDA111-EFAF-47CA-9EBC-4A060747738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工作系統的三個設計問題</a:t>
            </a:r>
          </a:p>
        </p:txBody>
      </p:sp>
      <p:sp>
        <p:nvSpPr>
          <p:cNvPr id="3" name="slide-35-line-3">
            <a:extLst xmlns:a="http://schemas.openxmlformats.org/drawingml/2006/main">
              <a:ext uri="{FF2B5EF4-FFF2-40B4-BE49-F238E27FC236}">
                <a16:creationId xmlns:a16="http://schemas.microsoft.com/office/drawing/2014/main" id="{4EC1253A-10BF-40C4-84B0-5E89B84F0E5A}"/>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35-text-4">
            <a:extLst xmlns:a="http://schemas.openxmlformats.org/drawingml/2006/main">
              <a:ext uri="{FF2B5EF4-FFF2-40B4-BE49-F238E27FC236}">
                <a16:creationId xmlns:a16="http://schemas.microsoft.com/office/drawing/2014/main" id="{62B298C0-78E8-4420-8772-499873645F7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35-text-5">
            <a:extLst xmlns:a="http://schemas.openxmlformats.org/drawingml/2006/main">
              <a:ext uri="{FF2B5EF4-FFF2-40B4-BE49-F238E27FC236}">
                <a16:creationId xmlns:a16="http://schemas.microsoft.com/office/drawing/2014/main" id="{986AA440-C6E8-468E-AC4F-3F453C8EAF9D}"/>
              </a:ext>
            </a:extLst>
          </p:cNvPr>
          <p:cNvSpPr>
            <a:spLocks xmlns:a="http://schemas.openxmlformats.org/drawingml/2006/main" noGrp="1"/>
          </p:cNvSpPr>
          <p:nvPr/>
        </p:nvSpPr>
        <p:spPr>
          <a:xfrm xmlns:a="http://schemas.openxmlformats.org/drawingml/2006/main">
            <a:off x="838200" y="28575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CONTEXT</a:t>
            </a:r>
          </a:p>
        </p:txBody>
      </p:sp>
      <p:sp>
        <p:nvSpPr>
          <p:cNvPr id="6" name="slide-35-line-6">
            <a:extLst xmlns:a="http://schemas.openxmlformats.org/drawingml/2006/main">
              <a:ext uri="{FF2B5EF4-FFF2-40B4-BE49-F238E27FC236}">
                <a16:creationId xmlns:a16="http://schemas.microsoft.com/office/drawing/2014/main" id="{42BC957A-EE14-4047-8283-6CA9D86E7544}"/>
              </a:ext>
            </a:extLst>
          </p:cNvPr>
          <p:cNvSpPr>
            <a:spLocks xmlns:a="http://schemas.openxmlformats.org/drawingml/2006/main" noGrp="1"/>
          </p:cNvSpPr>
          <p:nvPr/>
        </p:nvSpPr>
        <p:spPr>
          <a:xfrm xmlns:a="http://schemas.openxmlformats.org/drawingml/2006/main">
            <a:off x="838200" y="331470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35-text-7">
            <a:extLst xmlns:a="http://schemas.openxmlformats.org/drawingml/2006/main">
              <a:ext uri="{FF2B5EF4-FFF2-40B4-BE49-F238E27FC236}">
                <a16:creationId xmlns:a16="http://schemas.microsoft.com/office/drawing/2014/main" id="{4F71C6B1-86E7-4A6D-8DC1-34D7DF38F8EF}"/>
              </a:ext>
            </a:extLst>
          </p:cNvPr>
          <p:cNvSpPr>
            <a:spLocks xmlns:a="http://schemas.openxmlformats.org/drawingml/2006/main" noGrp="1"/>
          </p:cNvSpPr>
          <p:nvPr/>
        </p:nvSpPr>
        <p:spPr>
          <a:xfrm xmlns:a="http://schemas.openxmlformats.org/drawingml/2006/main">
            <a:off x="838200" y="3638550"/>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任務所需的背景</a:t>
            </a:r>
          </a:p>
        </p:txBody>
      </p:sp>
      <p:sp>
        <p:nvSpPr>
          <p:cNvPr id="8" name="slide-35-text-8">
            <a:extLst xmlns:a="http://schemas.openxmlformats.org/drawingml/2006/main">
              <a:ext uri="{FF2B5EF4-FFF2-40B4-BE49-F238E27FC236}">
                <a16:creationId xmlns:a16="http://schemas.microsoft.com/office/drawing/2014/main" id="{BB72220C-569F-4DA8-8B3B-E3718AA09842}"/>
              </a:ext>
            </a:extLst>
          </p:cNvPr>
          <p:cNvSpPr>
            <a:spLocks xmlns:a="http://schemas.openxmlformats.org/drawingml/2006/main" noGrp="1"/>
          </p:cNvSpPr>
          <p:nvPr/>
        </p:nvSpPr>
        <p:spPr>
          <a:xfrm xmlns:a="http://schemas.openxmlformats.org/drawingml/2006/main">
            <a:off x="838200" y="4017264"/>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來源、限制與當前狀態</a:t>
            </a:r>
          </a:p>
        </p:txBody>
      </p:sp>
      <p:sp>
        <p:nvSpPr>
          <p:cNvPr id="9" name="slide-35-text-9">
            <a:extLst xmlns:a="http://schemas.openxmlformats.org/drawingml/2006/main">
              <a:ext uri="{FF2B5EF4-FFF2-40B4-BE49-F238E27FC236}">
                <a16:creationId xmlns:a16="http://schemas.microsoft.com/office/drawing/2014/main" id="{72F3A70B-7208-48D6-96DC-D8F8739CF549}"/>
              </a:ext>
            </a:extLst>
          </p:cNvPr>
          <p:cNvSpPr>
            <a:spLocks xmlns:a="http://schemas.openxmlformats.org/drawingml/2006/main" noGrp="1"/>
          </p:cNvSpPr>
          <p:nvPr/>
        </p:nvSpPr>
        <p:spPr>
          <a:xfrm xmlns:a="http://schemas.openxmlformats.org/drawingml/2006/main">
            <a:off x="5048250" y="28575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HARNESS</a:t>
            </a:r>
          </a:p>
        </p:txBody>
      </p:sp>
      <p:sp>
        <p:nvSpPr>
          <p:cNvPr id="10" name="slide-35-line-10">
            <a:extLst xmlns:a="http://schemas.openxmlformats.org/drawingml/2006/main">
              <a:ext uri="{FF2B5EF4-FFF2-40B4-BE49-F238E27FC236}">
                <a16:creationId xmlns:a16="http://schemas.microsoft.com/office/drawing/2014/main" id="{A7B33791-06F6-4164-B2CF-E3E2E4655053}"/>
              </a:ext>
            </a:extLst>
          </p:cNvPr>
          <p:cNvSpPr>
            <a:spLocks xmlns:a="http://schemas.openxmlformats.org/drawingml/2006/main" noGrp="1"/>
          </p:cNvSpPr>
          <p:nvPr/>
        </p:nvSpPr>
        <p:spPr>
          <a:xfrm xmlns:a="http://schemas.openxmlformats.org/drawingml/2006/main">
            <a:off x="5048250" y="331470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35-text-11">
            <a:extLst xmlns:a="http://schemas.openxmlformats.org/drawingml/2006/main">
              <a:ext uri="{FF2B5EF4-FFF2-40B4-BE49-F238E27FC236}">
                <a16:creationId xmlns:a16="http://schemas.microsoft.com/office/drawing/2014/main" id="{FB88590E-2E4D-4D0A-BA4B-91F7C4F5443D}"/>
              </a:ext>
            </a:extLst>
          </p:cNvPr>
          <p:cNvSpPr>
            <a:spLocks xmlns:a="http://schemas.openxmlformats.org/drawingml/2006/main" noGrp="1"/>
          </p:cNvSpPr>
          <p:nvPr/>
        </p:nvSpPr>
        <p:spPr>
          <a:xfrm xmlns:a="http://schemas.openxmlformats.org/drawingml/2006/main">
            <a:off x="5048250" y="3638550"/>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可使用的工具與權限</a:t>
            </a:r>
          </a:p>
        </p:txBody>
      </p:sp>
      <p:sp>
        <p:nvSpPr>
          <p:cNvPr id="12" name="slide-35-text-12">
            <a:extLst xmlns:a="http://schemas.openxmlformats.org/drawingml/2006/main">
              <a:ext uri="{FF2B5EF4-FFF2-40B4-BE49-F238E27FC236}">
                <a16:creationId xmlns:a16="http://schemas.microsoft.com/office/drawing/2014/main" id="{63C07AF7-5DEC-4695-BBB2-06F6A1B04932}"/>
              </a:ext>
            </a:extLst>
          </p:cNvPr>
          <p:cNvSpPr>
            <a:spLocks xmlns:a="http://schemas.openxmlformats.org/drawingml/2006/main" noGrp="1"/>
          </p:cNvSpPr>
          <p:nvPr/>
        </p:nvSpPr>
        <p:spPr>
          <a:xfrm xmlns:a="http://schemas.openxmlformats.org/drawingml/2006/main">
            <a:off x="5048250" y="4017264"/>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檢查、停止及恢復</a:t>
            </a:r>
          </a:p>
        </p:txBody>
      </p:sp>
      <p:sp>
        <p:nvSpPr>
          <p:cNvPr id="13" name="slide-35-text-13">
            <a:extLst xmlns:a="http://schemas.openxmlformats.org/drawingml/2006/main">
              <a:ext uri="{FF2B5EF4-FFF2-40B4-BE49-F238E27FC236}">
                <a16:creationId xmlns:a16="http://schemas.microsoft.com/office/drawing/2014/main" id="{5FC4C1DD-C3C8-4A63-A85E-14D7092798DB}"/>
              </a:ext>
            </a:extLst>
          </p:cNvPr>
          <p:cNvSpPr>
            <a:spLocks xmlns:a="http://schemas.openxmlformats.org/drawingml/2006/main" noGrp="1"/>
          </p:cNvSpPr>
          <p:nvPr/>
        </p:nvSpPr>
        <p:spPr>
          <a:xfrm xmlns:a="http://schemas.openxmlformats.org/drawingml/2006/main">
            <a:off x="9258300" y="28575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LOOP</a:t>
            </a:r>
          </a:p>
        </p:txBody>
      </p:sp>
      <p:sp>
        <p:nvSpPr>
          <p:cNvPr id="14" name="slide-35-line-14">
            <a:extLst xmlns:a="http://schemas.openxmlformats.org/drawingml/2006/main">
              <a:ext uri="{FF2B5EF4-FFF2-40B4-BE49-F238E27FC236}">
                <a16:creationId xmlns:a16="http://schemas.microsoft.com/office/drawing/2014/main" id="{97C16ED1-B945-4963-AEB0-A3E22B610C55}"/>
              </a:ext>
            </a:extLst>
          </p:cNvPr>
          <p:cNvSpPr>
            <a:spLocks xmlns:a="http://schemas.openxmlformats.org/drawingml/2006/main" noGrp="1"/>
          </p:cNvSpPr>
          <p:nvPr/>
        </p:nvSpPr>
        <p:spPr>
          <a:xfrm xmlns:a="http://schemas.openxmlformats.org/drawingml/2006/main">
            <a:off x="9258300" y="331470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5" name="slide-35-text-15">
            <a:extLst xmlns:a="http://schemas.openxmlformats.org/drawingml/2006/main">
              <a:ext uri="{FF2B5EF4-FFF2-40B4-BE49-F238E27FC236}">
                <a16:creationId xmlns:a16="http://schemas.microsoft.com/office/drawing/2014/main" id="{165097AC-B6A9-4C78-A8E8-B023AC997E55}"/>
              </a:ext>
            </a:extLst>
          </p:cNvPr>
          <p:cNvSpPr>
            <a:spLocks xmlns:a="http://schemas.openxmlformats.org/drawingml/2006/main" noGrp="1"/>
          </p:cNvSpPr>
          <p:nvPr/>
        </p:nvSpPr>
        <p:spPr>
          <a:xfrm xmlns:a="http://schemas.openxmlformats.org/drawingml/2006/main">
            <a:off x="9258300" y="3638550"/>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實際結果與人工修正</a:t>
            </a:r>
          </a:p>
        </p:txBody>
      </p:sp>
      <p:sp>
        <p:nvSpPr>
          <p:cNvPr id="16" name="slide-35-text-16">
            <a:extLst xmlns:a="http://schemas.openxmlformats.org/drawingml/2006/main">
              <a:ext uri="{FF2B5EF4-FFF2-40B4-BE49-F238E27FC236}">
                <a16:creationId xmlns:a16="http://schemas.microsoft.com/office/drawing/2014/main" id="{D6EDB92F-8207-4A6A-848F-EB9D0DA37A7E}"/>
              </a:ext>
            </a:extLst>
          </p:cNvPr>
          <p:cNvSpPr>
            <a:spLocks xmlns:a="http://schemas.openxmlformats.org/drawingml/2006/main" noGrp="1"/>
          </p:cNvSpPr>
          <p:nvPr/>
        </p:nvSpPr>
        <p:spPr>
          <a:xfrm xmlns:a="http://schemas.openxmlformats.org/drawingml/2006/main">
            <a:off x="9258300" y="4017264"/>
            <a:ext cx="3619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FFFFF"/>
                </a:solidFill>
                <a:latin typeface="PingFang TC"/>
                <a:ea typeface="PingFang TC"/>
                <a:cs typeface="PingFang TC"/>
              </a:defRPr>
            </a:pPr>
            <a:r>
              <a:rPr sz="2100" b="0">
                <a:solidFill>
                  <a:srgbClr val="FFFFFF"/>
                </a:solidFill>
                <a:latin typeface="PingFang TC"/>
                <a:ea typeface="PingFang TC"/>
                <a:cs typeface="PingFang TC"/>
              </a:rPr>
              <a:t>如何改變下一次工作</a:t>
            </a:r>
          </a:p>
        </p:txBody>
      </p:sp>
      <p:sp>
        <p:nvSpPr>
          <p:cNvPr id="17" name="slide-35-text-17">
            <a:extLst xmlns:a="http://schemas.openxmlformats.org/drawingml/2006/main">
              <a:ext uri="{FF2B5EF4-FFF2-40B4-BE49-F238E27FC236}">
                <a16:creationId xmlns:a16="http://schemas.microsoft.com/office/drawing/2014/main" id="{05AFFE14-804C-43C5-AAF8-0DCE928C32CF}"/>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用同一任務檢查三者是否連接，無須先建立公司級平台。</a:t>
            </a:r>
          </a:p>
        </p:txBody>
      </p:sp>
      <p:sp>
        <p:nvSpPr>
          <p:cNvPr id="18" name="slide-35-text-18">
            <a:extLst xmlns:a="http://schemas.openxmlformats.org/drawingml/2006/main">
              <a:ext uri="{FF2B5EF4-FFF2-40B4-BE49-F238E27FC236}">
                <a16:creationId xmlns:a16="http://schemas.microsoft.com/office/drawing/2014/main" id="{6FC4C963-C4EF-44CB-9FC1-389B8096B398}"/>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35 / 66</a:t>
            </a:r>
          </a:p>
        </p:txBody>
      </p:sp>
    </p:spTree>
    <p:extLst>
      <p:ext uri="{BB962C8B-B14F-4D97-AF65-F5344CB8AC3E}">
        <p14:creationId xmlns:p14="http://schemas.microsoft.com/office/powerpoint/2010/main" val="849986796"/>
      </p:ext>
    </p:extLst>
  </p:cSld>
</p:sld>
</file>

<file path=ppt/slides/slide3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9" name="slide-36-text-1">
            <a:extLst xmlns:a="http://schemas.openxmlformats.org/drawingml/2006/main">
              <a:ext uri="{FF2B5EF4-FFF2-40B4-BE49-F238E27FC236}">
                <a16:creationId xmlns:a16="http://schemas.microsoft.com/office/drawing/2014/main" id="{CA4B9F9B-F8ED-4DD3-B523-F4DB4343030B}"/>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02   組織記憶</a:t>
            </a:r>
          </a:p>
        </p:txBody>
      </p:sp>
      <p:sp>
        <p:nvSpPr>
          <p:cNvPr id="2" name="slide-36-text-2">
            <a:extLst xmlns:a="http://schemas.openxmlformats.org/drawingml/2006/main">
              <a:ext uri="{FF2B5EF4-FFF2-40B4-BE49-F238E27FC236}">
                <a16:creationId xmlns:a16="http://schemas.microsoft.com/office/drawing/2014/main" id="{88F8FE97-C386-4E55-8C9D-1EEA9ADDAF47}"/>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組織記憶的三種內容</a:t>
            </a:r>
          </a:p>
        </p:txBody>
      </p:sp>
      <p:sp>
        <p:nvSpPr>
          <p:cNvPr id="3" name="slide-36-line-3">
            <a:extLst xmlns:a="http://schemas.openxmlformats.org/drawingml/2006/main">
              <a:ext uri="{FF2B5EF4-FFF2-40B4-BE49-F238E27FC236}">
                <a16:creationId xmlns:a16="http://schemas.microsoft.com/office/drawing/2014/main" id="{8876C40F-8A58-4C35-9EC4-38C22A57F13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6-text-4">
            <a:extLst xmlns:a="http://schemas.openxmlformats.org/drawingml/2006/main">
              <a:ext uri="{FF2B5EF4-FFF2-40B4-BE49-F238E27FC236}">
                <a16:creationId xmlns:a16="http://schemas.microsoft.com/office/drawing/2014/main" id="{F756B059-0C61-429D-BDF8-D6A7B2AFCC55}"/>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6-text-5">
            <a:extLst xmlns:a="http://schemas.openxmlformats.org/drawingml/2006/main">
              <a:ext uri="{FF2B5EF4-FFF2-40B4-BE49-F238E27FC236}">
                <a16:creationId xmlns:a16="http://schemas.microsoft.com/office/drawing/2014/main" id="{94D6FB00-BDF7-4CFA-B857-93D25FE61688}"/>
              </a:ext>
            </a:extLst>
          </p:cNvPr>
          <p:cNvSpPr>
            <a:spLocks xmlns:a="http://schemas.openxmlformats.org/drawingml/2006/main" noGrp="1"/>
          </p:cNvSpPr>
          <p:nvPr/>
        </p:nvSpPr>
        <p:spPr>
          <a:xfrm xmlns:a="http://schemas.openxmlformats.org/drawingml/2006/main">
            <a:off x="838200" y="28860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事實記憶</a:t>
            </a:r>
          </a:p>
        </p:txBody>
      </p:sp>
      <p:sp>
        <p:nvSpPr>
          <p:cNvPr id="6" name="slide-36-line-6">
            <a:extLst xmlns:a="http://schemas.openxmlformats.org/drawingml/2006/main">
              <a:ext uri="{FF2B5EF4-FFF2-40B4-BE49-F238E27FC236}">
                <a16:creationId xmlns:a16="http://schemas.microsoft.com/office/drawing/2014/main" id="{3EA33AB7-400F-4EC6-BB86-8BC424E49E0E}"/>
              </a:ext>
            </a:extLst>
          </p:cNvPr>
          <p:cNvSpPr>
            <a:spLocks xmlns:a="http://schemas.openxmlformats.org/drawingml/2006/main" noGrp="1"/>
          </p:cNvSpPr>
          <p:nvPr/>
        </p:nvSpPr>
        <p:spPr>
          <a:xfrm xmlns:a="http://schemas.openxmlformats.org/drawingml/2006/main">
            <a:off x="838200" y="334327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7" name="slide-36-text-7">
            <a:extLst xmlns:a="http://schemas.openxmlformats.org/drawingml/2006/main">
              <a:ext uri="{FF2B5EF4-FFF2-40B4-BE49-F238E27FC236}">
                <a16:creationId xmlns:a16="http://schemas.microsoft.com/office/drawing/2014/main" id="{8DE822AD-C067-4848-B13F-447B9559D57B}"/>
              </a:ext>
            </a:extLst>
          </p:cNvPr>
          <p:cNvSpPr>
            <a:spLocks xmlns:a="http://schemas.openxmlformats.org/drawingml/2006/main" noGrp="1"/>
          </p:cNvSpPr>
          <p:nvPr/>
        </p:nvSpPr>
        <p:spPr>
          <a:xfrm xmlns:a="http://schemas.openxmlformats.org/drawingml/2006/main">
            <a:off x="838200" y="366712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發生了甚麼</a:t>
            </a:r>
          </a:p>
        </p:txBody>
      </p:sp>
      <p:sp>
        <p:nvSpPr>
          <p:cNvPr id="8" name="slide-36-text-8">
            <a:extLst xmlns:a="http://schemas.openxmlformats.org/drawingml/2006/main">
              <a:ext uri="{FF2B5EF4-FFF2-40B4-BE49-F238E27FC236}">
                <a16:creationId xmlns:a16="http://schemas.microsoft.com/office/drawing/2014/main" id="{A991F834-F7AA-4462-B921-DF2DDB114401}"/>
              </a:ext>
            </a:extLst>
          </p:cNvPr>
          <p:cNvSpPr>
            <a:spLocks xmlns:a="http://schemas.openxmlformats.org/drawingml/2006/main" noGrp="1"/>
          </p:cNvSpPr>
          <p:nvPr/>
        </p:nvSpPr>
        <p:spPr>
          <a:xfrm xmlns:a="http://schemas.openxmlformats.org/drawingml/2006/main">
            <a:off x="838200" y="405936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證據、版本與責任人</a:t>
            </a:r>
          </a:p>
        </p:txBody>
      </p:sp>
      <p:sp>
        <p:nvSpPr>
          <p:cNvPr id="9" name="slide-36-text-9">
            <a:extLst xmlns:a="http://schemas.openxmlformats.org/drawingml/2006/main">
              <a:ext uri="{FF2B5EF4-FFF2-40B4-BE49-F238E27FC236}">
                <a16:creationId xmlns:a16="http://schemas.microsoft.com/office/drawing/2014/main" id="{4466701C-E205-4A74-A006-7D7FEC493076}"/>
              </a:ext>
            </a:extLst>
          </p:cNvPr>
          <p:cNvSpPr>
            <a:spLocks xmlns:a="http://schemas.openxmlformats.org/drawingml/2006/main" noGrp="1"/>
          </p:cNvSpPr>
          <p:nvPr/>
        </p:nvSpPr>
        <p:spPr>
          <a:xfrm xmlns:a="http://schemas.openxmlformats.org/drawingml/2006/main">
            <a:off x="5048250" y="28860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互動與推理記憶</a:t>
            </a:r>
          </a:p>
        </p:txBody>
      </p:sp>
      <p:sp>
        <p:nvSpPr>
          <p:cNvPr id="10" name="slide-36-line-10">
            <a:extLst xmlns:a="http://schemas.openxmlformats.org/drawingml/2006/main">
              <a:ext uri="{FF2B5EF4-FFF2-40B4-BE49-F238E27FC236}">
                <a16:creationId xmlns:a16="http://schemas.microsoft.com/office/drawing/2014/main" id="{5E73BAE5-2FF9-46B1-A3F3-7B699DDC017B}"/>
              </a:ext>
            </a:extLst>
          </p:cNvPr>
          <p:cNvSpPr>
            <a:spLocks xmlns:a="http://schemas.openxmlformats.org/drawingml/2006/main" noGrp="1"/>
          </p:cNvSpPr>
          <p:nvPr/>
        </p:nvSpPr>
        <p:spPr>
          <a:xfrm xmlns:a="http://schemas.openxmlformats.org/drawingml/2006/main">
            <a:off x="5048250" y="334327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1" name="slide-36-text-11">
            <a:extLst xmlns:a="http://schemas.openxmlformats.org/drawingml/2006/main">
              <a:ext uri="{FF2B5EF4-FFF2-40B4-BE49-F238E27FC236}">
                <a16:creationId xmlns:a16="http://schemas.microsoft.com/office/drawing/2014/main" id="{628382F0-4C9D-423C-8A9A-FDBE8198C607}"/>
              </a:ext>
            </a:extLst>
          </p:cNvPr>
          <p:cNvSpPr>
            <a:spLocks xmlns:a="http://schemas.openxmlformats.org/drawingml/2006/main" noGrp="1"/>
          </p:cNvSpPr>
          <p:nvPr/>
        </p:nvSpPr>
        <p:spPr>
          <a:xfrm xmlns:a="http://schemas.openxmlformats.org/drawingml/2006/main">
            <a:off x="5048250" y="366712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為甚麼這樣決定</a:t>
            </a:r>
          </a:p>
        </p:txBody>
      </p:sp>
      <p:sp>
        <p:nvSpPr>
          <p:cNvPr id="12" name="slide-36-text-12">
            <a:extLst xmlns:a="http://schemas.openxmlformats.org/drawingml/2006/main">
              <a:ext uri="{FF2B5EF4-FFF2-40B4-BE49-F238E27FC236}">
                <a16:creationId xmlns:a16="http://schemas.microsoft.com/office/drawing/2014/main" id="{A701DA84-9498-44C3-84C7-0B7AF3DDAD33}"/>
              </a:ext>
            </a:extLst>
          </p:cNvPr>
          <p:cNvSpPr>
            <a:spLocks xmlns:a="http://schemas.openxmlformats.org/drawingml/2006/main" noGrp="1"/>
          </p:cNvSpPr>
          <p:nvPr/>
        </p:nvSpPr>
        <p:spPr>
          <a:xfrm xmlns:a="http://schemas.openxmlformats.org/drawingml/2006/main">
            <a:off x="5048250" y="405936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異議、取捨與未決假設</a:t>
            </a:r>
          </a:p>
        </p:txBody>
      </p:sp>
      <p:sp>
        <p:nvSpPr>
          <p:cNvPr id="13" name="slide-36-text-13">
            <a:extLst xmlns:a="http://schemas.openxmlformats.org/drawingml/2006/main">
              <a:ext uri="{FF2B5EF4-FFF2-40B4-BE49-F238E27FC236}">
                <a16:creationId xmlns:a16="http://schemas.microsoft.com/office/drawing/2014/main" id="{31475224-9295-4B65-B954-85E039C49315}"/>
              </a:ext>
            </a:extLst>
          </p:cNvPr>
          <p:cNvSpPr>
            <a:spLocks xmlns:a="http://schemas.openxmlformats.org/drawingml/2006/main" noGrp="1"/>
          </p:cNvSpPr>
          <p:nvPr/>
        </p:nvSpPr>
        <p:spPr>
          <a:xfrm xmlns:a="http://schemas.openxmlformats.org/drawingml/2006/main">
            <a:off x="9258300" y="28860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行動記憶</a:t>
            </a:r>
          </a:p>
        </p:txBody>
      </p:sp>
      <p:sp>
        <p:nvSpPr>
          <p:cNvPr id="14" name="slide-36-line-14">
            <a:extLst xmlns:a="http://schemas.openxmlformats.org/drawingml/2006/main">
              <a:ext uri="{FF2B5EF4-FFF2-40B4-BE49-F238E27FC236}">
                <a16:creationId xmlns:a16="http://schemas.microsoft.com/office/drawing/2014/main" id="{DD0C01B5-E1B3-4730-85C4-F25C774C2083}"/>
              </a:ext>
            </a:extLst>
          </p:cNvPr>
          <p:cNvSpPr>
            <a:spLocks xmlns:a="http://schemas.openxmlformats.org/drawingml/2006/main" noGrp="1"/>
          </p:cNvSpPr>
          <p:nvPr/>
        </p:nvSpPr>
        <p:spPr>
          <a:xfrm xmlns:a="http://schemas.openxmlformats.org/drawingml/2006/main">
            <a:off x="9258300" y="334327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5" name="slide-36-text-15">
            <a:extLst xmlns:a="http://schemas.openxmlformats.org/drawingml/2006/main">
              <a:ext uri="{FF2B5EF4-FFF2-40B4-BE49-F238E27FC236}">
                <a16:creationId xmlns:a16="http://schemas.microsoft.com/office/drawing/2014/main" id="{BC070E59-C061-414A-995B-9A289C24530D}"/>
              </a:ext>
            </a:extLst>
          </p:cNvPr>
          <p:cNvSpPr>
            <a:spLocks xmlns:a="http://schemas.openxmlformats.org/drawingml/2006/main" noGrp="1"/>
          </p:cNvSpPr>
          <p:nvPr/>
        </p:nvSpPr>
        <p:spPr>
          <a:xfrm xmlns:a="http://schemas.openxmlformats.org/drawingml/2006/main">
            <a:off x="9258300" y="366712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實際怎樣完成</a:t>
            </a:r>
          </a:p>
        </p:txBody>
      </p:sp>
      <p:sp>
        <p:nvSpPr>
          <p:cNvPr id="16" name="slide-36-text-16">
            <a:extLst xmlns:a="http://schemas.openxmlformats.org/drawingml/2006/main">
              <a:ext uri="{FF2B5EF4-FFF2-40B4-BE49-F238E27FC236}">
                <a16:creationId xmlns:a16="http://schemas.microsoft.com/office/drawing/2014/main" id="{FADE8666-A2AE-4D6E-8BA0-70121D7D673D}"/>
              </a:ext>
            </a:extLst>
          </p:cNvPr>
          <p:cNvSpPr>
            <a:spLocks xmlns:a="http://schemas.openxmlformats.org/drawingml/2006/main" noGrp="1"/>
          </p:cNvSpPr>
          <p:nvPr/>
        </p:nvSpPr>
        <p:spPr>
          <a:xfrm xmlns:a="http://schemas.openxmlformats.org/drawingml/2006/main">
            <a:off x="9258300" y="4059365"/>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觸發、例外與結果</a:t>
            </a:r>
          </a:p>
        </p:txBody>
      </p:sp>
      <p:sp>
        <p:nvSpPr>
          <p:cNvPr id="17" name="slide-36-text-17">
            <a:extLst xmlns:a="http://schemas.openxmlformats.org/drawingml/2006/main">
              <a:ext uri="{FF2B5EF4-FFF2-40B4-BE49-F238E27FC236}">
                <a16:creationId xmlns:a16="http://schemas.microsoft.com/office/drawing/2014/main" id="{F2CFBFF6-953E-49F2-9DE5-21B31058AD7A}"/>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分類用來檢查記錄是否完整，不代表記錄本身已經正確。</a:t>
            </a:r>
          </a:p>
        </p:txBody>
      </p:sp>
      <p:sp>
        <p:nvSpPr>
          <p:cNvPr id="18" name="slide-36-text-18">
            <a:extLst xmlns:a="http://schemas.openxmlformats.org/drawingml/2006/main">
              <a:ext uri="{FF2B5EF4-FFF2-40B4-BE49-F238E27FC236}">
                <a16:creationId xmlns:a16="http://schemas.microsoft.com/office/drawing/2014/main" id="{E21B249F-9CD5-451D-BEBD-C046AB6959F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36 / 66</a:t>
            </a:r>
          </a:p>
        </p:txBody>
      </p:sp>
    </p:spTree>
    <p:extLst>
      <p:ext uri="{BB962C8B-B14F-4D97-AF65-F5344CB8AC3E}">
        <p14:creationId xmlns:p14="http://schemas.microsoft.com/office/powerpoint/2010/main" val="264618426"/>
      </p:ext>
    </p:extLst>
  </p:cSld>
</p:sld>
</file>

<file path=ppt/slides/slide3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37-text-1">
            <a:extLst xmlns:a="http://schemas.openxmlformats.org/drawingml/2006/main">
              <a:ext uri="{FF2B5EF4-FFF2-40B4-BE49-F238E27FC236}">
                <a16:creationId xmlns:a16="http://schemas.microsoft.com/office/drawing/2014/main" id="{631F3FC7-E0A4-4E00-9B80-167CE8D3A8F9}"/>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02   同一案例</a:t>
            </a:r>
          </a:p>
        </p:txBody>
      </p:sp>
      <p:sp>
        <p:nvSpPr>
          <p:cNvPr id="2" name="slide-37-text-2">
            <a:extLst xmlns:a="http://schemas.openxmlformats.org/drawingml/2006/main">
              <a:ext uri="{FF2B5EF4-FFF2-40B4-BE49-F238E27FC236}">
                <a16:creationId xmlns:a16="http://schemas.microsoft.com/office/drawing/2014/main" id="{EC82E3FD-8292-4061-9F43-D9E17EDE7124}"/>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事實記憶保留可回查的依據</a:t>
            </a:r>
          </a:p>
        </p:txBody>
      </p:sp>
      <p:sp>
        <p:nvSpPr>
          <p:cNvPr id="3" name="slide-37-line-3">
            <a:extLst xmlns:a="http://schemas.openxmlformats.org/drawingml/2006/main">
              <a:ext uri="{FF2B5EF4-FFF2-40B4-BE49-F238E27FC236}">
                <a16:creationId xmlns:a16="http://schemas.microsoft.com/office/drawing/2014/main" id="{024EB666-47FA-4E7B-B56C-CD83B8EFDA3A}"/>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37-text-4">
            <a:extLst xmlns:a="http://schemas.openxmlformats.org/drawingml/2006/main">
              <a:ext uri="{FF2B5EF4-FFF2-40B4-BE49-F238E27FC236}">
                <a16:creationId xmlns:a16="http://schemas.microsoft.com/office/drawing/2014/main" id="{5BA14279-508C-499D-AC95-8B7827F3F44E}"/>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37-text-5">
            <a:extLst xmlns:a="http://schemas.openxmlformats.org/drawingml/2006/main">
              <a:ext uri="{FF2B5EF4-FFF2-40B4-BE49-F238E27FC236}">
                <a16:creationId xmlns:a16="http://schemas.microsoft.com/office/drawing/2014/main" id="{9A8B4D05-3C0E-457A-A906-01DB34EEDD02}"/>
              </a:ext>
            </a:extLst>
          </p:cNvPr>
          <p:cNvSpPr>
            <a:spLocks xmlns:a="http://schemas.openxmlformats.org/drawingml/2006/main" noGrp="1"/>
          </p:cNvSpPr>
          <p:nvPr/>
        </p:nvSpPr>
        <p:spPr>
          <a:xfrm xmlns:a="http://schemas.openxmlformats.org/drawingml/2006/main">
            <a:off x="838200" y="28003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可回查</a:t>
            </a:r>
          </a:p>
        </p:txBody>
      </p:sp>
      <p:sp>
        <p:nvSpPr>
          <p:cNvPr id="6" name="slide-37-text-6">
            <a:extLst xmlns:a="http://schemas.openxmlformats.org/drawingml/2006/main">
              <a:ext uri="{FF2B5EF4-FFF2-40B4-BE49-F238E27FC236}">
                <a16:creationId xmlns:a16="http://schemas.microsoft.com/office/drawing/2014/main" id="{92AF1869-C92F-4899-ABAF-05745ECBFA89}"/>
              </a:ext>
            </a:extLst>
          </p:cNvPr>
          <p:cNvSpPr>
            <a:spLocks xmlns:a="http://schemas.openxmlformats.org/drawingml/2006/main" noGrp="1"/>
          </p:cNvSpPr>
          <p:nvPr/>
        </p:nvSpPr>
        <p:spPr>
          <a:xfrm xmlns:a="http://schemas.openxmlformats.org/drawingml/2006/main">
            <a:off x="3619500" y="280035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短文版本、回饋來源及記錄日期</a:t>
            </a:r>
          </a:p>
        </p:txBody>
      </p:sp>
      <p:sp>
        <p:nvSpPr>
          <p:cNvPr id="7" name="slide-37-line-7">
            <a:extLst xmlns:a="http://schemas.openxmlformats.org/drawingml/2006/main">
              <a:ext uri="{FF2B5EF4-FFF2-40B4-BE49-F238E27FC236}">
                <a16:creationId xmlns:a16="http://schemas.microsoft.com/office/drawing/2014/main" id="{A77FB660-1D54-4D87-AB36-1F4534B6C9CE}"/>
              </a:ext>
            </a:extLst>
          </p:cNvPr>
          <p:cNvSpPr>
            <a:spLocks xmlns:a="http://schemas.openxmlformats.org/drawingml/2006/main" noGrp="1"/>
          </p:cNvSpPr>
          <p:nvPr/>
        </p:nvSpPr>
        <p:spPr>
          <a:xfrm xmlns:a="http://schemas.openxmlformats.org/drawingml/2006/main">
            <a:off x="838200" y="36861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37-text-8">
            <a:extLst xmlns:a="http://schemas.openxmlformats.org/drawingml/2006/main">
              <a:ext uri="{FF2B5EF4-FFF2-40B4-BE49-F238E27FC236}">
                <a16:creationId xmlns:a16="http://schemas.microsoft.com/office/drawing/2014/main" id="{31CA0D60-D1F2-4878-A3DD-CE607E9776C6}"/>
              </a:ext>
            </a:extLst>
          </p:cNvPr>
          <p:cNvSpPr>
            <a:spLocks xmlns:a="http://schemas.openxmlformats.org/drawingml/2006/main" noGrp="1"/>
          </p:cNvSpPr>
          <p:nvPr/>
        </p:nvSpPr>
        <p:spPr>
          <a:xfrm xmlns:a="http://schemas.openxmlformats.org/drawingml/2006/main">
            <a:off x="838200" y="389572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尚未證明</a:t>
            </a:r>
          </a:p>
        </p:txBody>
      </p:sp>
      <p:sp>
        <p:nvSpPr>
          <p:cNvPr id="9" name="slide-37-text-9">
            <a:extLst xmlns:a="http://schemas.openxmlformats.org/drawingml/2006/main">
              <a:ext uri="{FF2B5EF4-FFF2-40B4-BE49-F238E27FC236}">
                <a16:creationId xmlns:a16="http://schemas.microsoft.com/office/drawing/2014/main" id="{79495F57-2F01-41DB-BDE1-FBEFE8A06284}"/>
              </a:ext>
            </a:extLst>
          </p:cNvPr>
          <p:cNvSpPr>
            <a:spLocks xmlns:a="http://schemas.openxmlformats.org/drawingml/2006/main" noGrp="1"/>
          </p:cNvSpPr>
          <p:nvPr/>
        </p:nvSpPr>
        <p:spPr>
          <a:xfrm xmlns:a="http://schemas.openxmlformats.org/drawingml/2006/main">
            <a:off x="3619500" y="3895725"/>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學生閱讀理解是否提高</a:t>
            </a:r>
          </a:p>
        </p:txBody>
      </p:sp>
      <p:sp>
        <p:nvSpPr>
          <p:cNvPr id="10" name="slide-37-line-10">
            <a:extLst xmlns:a="http://schemas.openxmlformats.org/drawingml/2006/main">
              <a:ext uri="{FF2B5EF4-FFF2-40B4-BE49-F238E27FC236}">
                <a16:creationId xmlns:a16="http://schemas.microsoft.com/office/drawing/2014/main" id="{DF144CC9-4466-4A3A-B877-87ADE487B797}"/>
              </a:ext>
            </a:extLst>
          </p:cNvPr>
          <p:cNvSpPr>
            <a:spLocks xmlns:a="http://schemas.openxmlformats.org/drawingml/2006/main" noGrp="1"/>
          </p:cNvSpPr>
          <p:nvPr/>
        </p:nvSpPr>
        <p:spPr>
          <a:xfrm xmlns:a="http://schemas.openxmlformats.org/drawingml/2006/main">
            <a:off x="838200" y="478155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37-text-11">
            <a:extLst xmlns:a="http://schemas.openxmlformats.org/drawingml/2006/main">
              <a:ext uri="{FF2B5EF4-FFF2-40B4-BE49-F238E27FC236}">
                <a16:creationId xmlns:a16="http://schemas.microsoft.com/office/drawing/2014/main" id="{A5F049EC-DEEE-404C-AB76-D0B4F7AB4F6E}"/>
              </a:ext>
            </a:extLst>
          </p:cNvPr>
          <p:cNvSpPr>
            <a:spLocks xmlns:a="http://schemas.openxmlformats.org/drawingml/2006/main" noGrp="1"/>
          </p:cNvSpPr>
          <p:nvPr/>
        </p:nvSpPr>
        <p:spPr>
          <a:xfrm xmlns:a="http://schemas.openxmlformats.org/drawingml/2006/main">
            <a:off x="838200" y="49911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需要保留</a:t>
            </a:r>
          </a:p>
        </p:txBody>
      </p:sp>
      <p:sp>
        <p:nvSpPr>
          <p:cNvPr id="12" name="slide-37-text-12">
            <a:extLst xmlns:a="http://schemas.openxmlformats.org/drawingml/2006/main">
              <a:ext uri="{FF2B5EF4-FFF2-40B4-BE49-F238E27FC236}">
                <a16:creationId xmlns:a16="http://schemas.microsoft.com/office/drawing/2014/main" id="{3ABE0C50-7EB6-42B9-8919-8FA93E98D047}"/>
              </a:ext>
            </a:extLst>
          </p:cNvPr>
          <p:cNvSpPr>
            <a:spLocks xmlns:a="http://schemas.openxmlformats.org/drawingml/2006/main" noGrp="1"/>
          </p:cNvSpPr>
          <p:nvPr/>
        </p:nvSpPr>
        <p:spPr>
          <a:xfrm xmlns:a="http://schemas.openxmlformats.org/drawingml/2006/main">
            <a:off x="3619500" y="499110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原始回饋與團隊解釋之間的區別</a:t>
            </a:r>
          </a:p>
        </p:txBody>
      </p:sp>
      <p:sp>
        <p:nvSpPr>
          <p:cNvPr id="13" name="slide-37-line-13">
            <a:extLst xmlns:a="http://schemas.openxmlformats.org/drawingml/2006/main">
              <a:ext uri="{FF2B5EF4-FFF2-40B4-BE49-F238E27FC236}">
                <a16:creationId xmlns:a16="http://schemas.microsoft.com/office/drawing/2014/main" id="{0FF2A13B-53EF-4769-B090-2356E2D64005}"/>
              </a:ext>
            </a:extLst>
          </p:cNvPr>
          <p:cNvSpPr>
            <a:spLocks xmlns:a="http://schemas.openxmlformats.org/drawingml/2006/main" noGrp="1"/>
          </p:cNvSpPr>
          <p:nvPr/>
        </p:nvSpPr>
        <p:spPr>
          <a:xfrm xmlns:a="http://schemas.openxmlformats.org/drawingml/2006/main">
            <a:off x="838200" y="58769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37-text-14">
            <a:extLst xmlns:a="http://schemas.openxmlformats.org/drawingml/2006/main">
              <a:ext uri="{FF2B5EF4-FFF2-40B4-BE49-F238E27FC236}">
                <a16:creationId xmlns:a16="http://schemas.microsoft.com/office/drawing/2014/main" id="{A2F6BCDA-19DC-4355-B984-5ECFE223E0F7}"/>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37 / 66</a:t>
            </a:r>
          </a:p>
        </p:txBody>
      </p:sp>
    </p:spTree>
    <p:extLst>
      <p:ext uri="{BB962C8B-B14F-4D97-AF65-F5344CB8AC3E}">
        <p14:creationId xmlns:p14="http://schemas.microsoft.com/office/powerpoint/2010/main" val="182550127"/>
      </p:ext>
    </p:extLst>
  </p:cSld>
</p:sld>
</file>

<file path=ppt/slides/slide3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slide-38-text-1">
            <a:extLst xmlns:a="http://schemas.openxmlformats.org/drawingml/2006/main">
              <a:ext uri="{FF2B5EF4-FFF2-40B4-BE49-F238E27FC236}">
                <a16:creationId xmlns:a16="http://schemas.microsoft.com/office/drawing/2014/main" id="{12A4D176-F880-48C9-BD77-8BD0BAF50BAD}"/>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02   同一案例</a:t>
            </a:r>
          </a:p>
        </p:txBody>
      </p:sp>
      <p:sp>
        <p:nvSpPr>
          <p:cNvPr id="2" name="slide-38-text-2">
            <a:extLst xmlns:a="http://schemas.openxmlformats.org/drawingml/2006/main">
              <a:ext uri="{FF2B5EF4-FFF2-40B4-BE49-F238E27FC236}">
                <a16:creationId xmlns:a16="http://schemas.microsoft.com/office/drawing/2014/main" id="{B27469D0-99AB-472C-A078-064C447AF2C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推理記憶保留沒有採用的方案</a:t>
            </a:r>
          </a:p>
        </p:txBody>
      </p:sp>
      <p:sp>
        <p:nvSpPr>
          <p:cNvPr id="3" name="slide-38-line-3">
            <a:extLst xmlns:a="http://schemas.openxmlformats.org/drawingml/2006/main">
              <a:ext uri="{FF2B5EF4-FFF2-40B4-BE49-F238E27FC236}">
                <a16:creationId xmlns:a16="http://schemas.microsoft.com/office/drawing/2014/main" id="{82C80121-67E8-4A77-AC9E-D4AAF7AFF9D8}"/>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8-text-4">
            <a:extLst xmlns:a="http://schemas.openxmlformats.org/drawingml/2006/main">
              <a:ext uri="{FF2B5EF4-FFF2-40B4-BE49-F238E27FC236}">
                <a16:creationId xmlns:a16="http://schemas.microsoft.com/office/drawing/2014/main" id="{E7480FE1-357C-425F-8419-A0E8F157A2D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8-text-5">
            <a:extLst xmlns:a="http://schemas.openxmlformats.org/drawingml/2006/main">
              <a:ext uri="{FF2B5EF4-FFF2-40B4-BE49-F238E27FC236}">
                <a16:creationId xmlns:a16="http://schemas.microsoft.com/office/drawing/2014/main" id="{31E4B819-B1BD-410F-8182-73FF10C829FB}"/>
              </a:ext>
            </a:extLst>
          </p:cNvPr>
          <p:cNvSpPr>
            <a:spLocks xmlns:a="http://schemas.openxmlformats.org/drawingml/2006/main" noGrp="1"/>
          </p:cNvSpPr>
          <p:nvPr/>
        </p:nvSpPr>
        <p:spPr>
          <a:xfrm xmlns:a="http://schemas.openxmlformats.org/drawingml/2006/main">
            <a:off x="838200" y="27813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當次未採用</a:t>
            </a:r>
          </a:p>
        </p:txBody>
      </p:sp>
      <p:sp>
        <p:nvSpPr>
          <p:cNvPr id="6" name="slide-38-line-6">
            <a:extLst xmlns:a="http://schemas.openxmlformats.org/drawingml/2006/main">
              <a:ext uri="{FF2B5EF4-FFF2-40B4-BE49-F238E27FC236}">
                <a16:creationId xmlns:a16="http://schemas.microsoft.com/office/drawing/2014/main" id="{3F87D302-FEF4-4087-8B14-81E0B72587BC}"/>
              </a:ext>
            </a:extLst>
          </p:cNvPr>
          <p:cNvSpPr>
            <a:spLocks xmlns:a="http://schemas.openxmlformats.org/drawingml/2006/main" noGrp="1"/>
          </p:cNvSpPr>
          <p:nvPr/>
        </p:nvSpPr>
        <p:spPr>
          <a:xfrm xmlns:a="http://schemas.openxmlformats.org/drawingml/2006/main">
            <a:off x="838200" y="323850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7" name="slide-38-text-7">
            <a:extLst xmlns:a="http://schemas.openxmlformats.org/drawingml/2006/main">
              <a:ext uri="{FF2B5EF4-FFF2-40B4-BE49-F238E27FC236}">
                <a16:creationId xmlns:a16="http://schemas.microsoft.com/office/drawing/2014/main" id="{847D9021-5D56-4F00-B721-5517500C7045}"/>
              </a:ext>
            </a:extLst>
          </p:cNvPr>
          <p:cNvSpPr>
            <a:spLocks xmlns:a="http://schemas.openxmlformats.org/drawingml/2006/main" noGrp="1"/>
          </p:cNvSpPr>
          <p:nvPr/>
        </p:nvSpPr>
        <p:spPr>
          <a:xfrm xmlns:a="http://schemas.openxmlformats.org/drawingml/2006/main">
            <a:off x="838200" y="3562350"/>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增加故事續寫</a:t>
            </a:r>
          </a:p>
        </p:txBody>
      </p:sp>
      <p:sp>
        <p:nvSpPr>
          <p:cNvPr id="8" name="slide-38-text-8">
            <a:extLst xmlns:a="http://schemas.openxmlformats.org/drawingml/2006/main">
              <a:ext uri="{FF2B5EF4-FFF2-40B4-BE49-F238E27FC236}">
                <a16:creationId xmlns:a16="http://schemas.microsoft.com/office/drawing/2014/main" id="{AB995A1C-F8F5-4B88-B845-705819EF1FB6}"/>
              </a:ext>
            </a:extLst>
          </p:cNvPr>
          <p:cNvSpPr>
            <a:spLocks xmlns:a="http://schemas.openxmlformats.org/drawingml/2006/main" noGrp="1"/>
          </p:cNvSpPr>
          <p:nvPr/>
        </p:nvSpPr>
        <p:spPr>
          <a:xfrm xmlns:a="http://schemas.openxmlformats.org/drawingml/2006/main">
            <a:off x="838200" y="3981641"/>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會超出辨認原文的目標</a:t>
            </a:r>
          </a:p>
        </p:txBody>
      </p:sp>
      <p:sp>
        <p:nvSpPr>
          <p:cNvPr id="9" name="slide-38-text-9">
            <a:extLst xmlns:a="http://schemas.openxmlformats.org/drawingml/2006/main">
              <a:ext uri="{FF2B5EF4-FFF2-40B4-BE49-F238E27FC236}">
                <a16:creationId xmlns:a16="http://schemas.microsoft.com/office/drawing/2014/main" id="{F9931019-F899-46E5-B03F-381EDD447851}"/>
              </a:ext>
            </a:extLst>
          </p:cNvPr>
          <p:cNvSpPr>
            <a:spLocks xmlns:a="http://schemas.openxmlformats.org/drawingml/2006/main" noGrp="1"/>
          </p:cNvSpPr>
          <p:nvPr/>
        </p:nvSpPr>
        <p:spPr>
          <a:xfrm xmlns:a="http://schemas.openxmlformats.org/drawingml/2006/main">
            <a:off x="7153275" y="27813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重開決策的條件</a:t>
            </a:r>
          </a:p>
        </p:txBody>
      </p:sp>
      <p:sp>
        <p:nvSpPr>
          <p:cNvPr id="10" name="slide-38-line-10">
            <a:extLst xmlns:a="http://schemas.openxmlformats.org/drawingml/2006/main">
              <a:ext uri="{FF2B5EF4-FFF2-40B4-BE49-F238E27FC236}">
                <a16:creationId xmlns:a16="http://schemas.microsoft.com/office/drawing/2014/main" id="{E9CBC44F-B9FC-47AD-8E04-10FE2158EC65}"/>
              </a:ext>
            </a:extLst>
          </p:cNvPr>
          <p:cNvSpPr>
            <a:spLocks xmlns:a="http://schemas.openxmlformats.org/drawingml/2006/main" noGrp="1"/>
          </p:cNvSpPr>
          <p:nvPr/>
        </p:nvSpPr>
        <p:spPr>
          <a:xfrm xmlns:a="http://schemas.openxmlformats.org/drawingml/2006/main">
            <a:off x="7153275" y="3238500"/>
            <a:ext cx="5724525"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1" name="slide-38-text-11">
            <a:extLst xmlns:a="http://schemas.openxmlformats.org/drawingml/2006/main">
              <a:ext uri="{FF2B5EF4-FFF2-40B4-BE49-F238E27FC236}">
                <a16:creationId xmlns:a16="http://schemas.microsoft.com/office/drawing/2014/main" id="{1AB20BD1-6DF7-4084-B606-F4D1C50BFDF3}"/>
              </a:ext>
            </a:extLst>
          </p:cNvPr>
          <p:cNvSpPr>
            <a:spLocks xmlns:a="http://schemas.openxmlformats.org/drawingml/2006/main" noGrp="1"/>
          </p:cNvSpPr>
          <p:nvPr/>
        </p:nvSpPr>
        <p:spPr>
          <a:xfrm xmlns:a="http://schemas.openxmlformats.org/drawingml/2006/main">
            <a:off x="7153275" y="3562350"/>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學習目標改為創作</a:t>
            </a:r>
          </a:p>
        </p:txBody>
      </p:sp>
      <p:sp>
        <p:nvSpPr>
          <p:cNvPr id="12" name="slide-38-text-12">
            <a:extLst xmlns:a="http://schemas.openxmlformats.org/drawingml/2006/main">
              <a:ext uri="{FF2B5EF4-FFF2-40B4-BE49-F238E27FC236}">
                <a16:creationId xmlns:a16="http://schemas.microsoft.com/office/drawing/2014/main" id="{2F66EEB6-0236-4871-A22F-40D1C26BA1BE}"/>
              </a:ext>
            </a:extLst>
          </p:cNvPr>
          <p:cNvSpPr>
            <a:spLocks xmlns:a="http://schemas.openxmlformats.org/drawingml/2006/main" noGrp="1"/>
          </p:cNvSpPr>
          <p:nvPr/>
        </p:nvSpPr>
        <p:spPr>
          <a:xfrm xmlns:a="http://schemas.openxmlformats.org/drawingml/2006/main">
            <a:off x="7153275" y="3981641"/>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另行調整材料與評量</a:t>
            </a:r>
          </a:p>
        </p:txBody>
      </p:sp>
      <p:sp>
        <p:nvSpPr>
          <p:cNvPr id="13" name="slide-38-text-13">
            <a:extLst xmlns:a="http://schemas.openxmlformats.org/drawingml/2006/main">
              <a:ext uri="{FF2B5EF4-FFF2-40B4-BE49-F238E27FC236}">
                <a16:creationId xmlns:a16="http://schemas.microsoft.com/office/drawing/2014/main" id="{F04B5A9A-CFF7-4B99-AE51-BED5D19DEFA6}"/>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被否決的方案與理由，讓後來的人能判斷何時值得重議。</a:t>
            </a:r>
          </a:p>
        </p:txBody>
      </p:sp>
      <p:sp>
        <p:nvSpPr>
          <p:cNvPr id="14" name="slide-38-text-14">
            <a:extLst xmlns:a="http://schemas.openxmlformats.org/drawingml/2006/main">
              <a:ext uri="{FF2B5EF4-FFF2-40B4-BE49-F238E27FC236}">
                <a16:creationId xmlns:a16="http://schemas.microsoft.com/office/drawing/2014/main" id="{0A2241E5-EFCD-4A08-BAA0-AE1D4B85AF1B}"/>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38 / 66</a:t>
            </a:r>
          </a:p>
        </p:txBody>
      </p:sp>
    </p:spTree>
    <p:extLst>
      <p:ext uri="{BB962C8B-B14F-4D97-AF65-F5344CB8AC3E}">
        <p14:creationId xmlns:p14="http://schemas.microsoft.com/office/powerpoint/2010/main" val="1234921880"/>
      </p:ext>
    </p:extLst>
  </p:cSld>
</p:sld>
</file>

<file path=ppt/slides/slide3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slide-39-text-1">
            <a:extLst xmlns:a="http://schemas.openxmlformats.org/drawingml/2006/main">
              <a:ext uri="{FF2B5EF4-FFF2-40B4-BE49-F238E27FC236}">
                <a16:creationId xmlns:a16="http://schemas.microsoft.com/office/drawing/2014/main" id="{FF5E6CD9-9591-4930-9A3E-E6C86A0264D3}"/>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02   同一案例</a:t>
            </a:r>
          </a:p>
        </p:txBody>
      </p:sp>
      <p:sp>
        <p:nvSpPr>
          <p:cNvPr id="2" name="slide-39-text-2">
            <a:extLst xmlns:a="http://schemas.openxmlformats.org/drawingml/2006/main">
              <a:ext uri="{FF2B5EF4-FFF2-40B4-BE49-F238E27FC236}">
                <a16:creationId xmlns:a16="http://schemas.microsoft.com/office/drawing/2014/main" id="{3563E530-53CD-4B39-B4E3-A7C96B21F91F}"/>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行動記憶保留修正如何發生</a:t>
            </a:r>
          </a:p>
        </p:txBody>
      </p:sp>
      <p:sp>
        <p:nvSpPr>
          <p:cNvPr id="3" name="slide-39-line-3">
            <a:extLst xmlns:a="http://schemas.openxmlformats.org/drawingml/2006/main">
              <a:ext uri="{FF2B5EF4-FFF2-40B4-BE49-F238E27FC236}">
                <a16:creationId xmlns:a16="http://schemas.microsoft.com/office/drawing/2014/main" id="{A4E475A3-7CA5-437F-A778-18D9BBDBCF15}"/>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39-text-4">
            <a:extLst xmlns:a="http://schemas.openxmlformats.org/drawingml/2006/main">
              <a:ext uri="{FF2B5EF4-FFF2-40B4-BE49-F238E27FC236}">
                <a16:creationId xmlns:a16="http://schemas.microsoft.com/office/drawing/2014/main" id="{E924E7DB-2DC1-47B5-BB50-C2117ED90BC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39-text-5">
            <a:extLst xmlns:a="http://schemas.openxmlformats.org/drawingml/2006/main">
              <a:ext uri="{FF2B5EF4-FFF2-40B4-BE49-F238E27FC236}">
                <a16:creationId xmlns:a16="http://schemas.microsoft.com/office/drawing/2014/main" id="{D7CB9871-6E92-4916-9DBB-1238E13C24D9}"/>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39-line-6">
            <a:extLst xmlns:a="http://schemas.openxmlformats.org/drawingml/2006/main">
              <a:ext uri="{FF2B5EF4-FFF2-40B4-BE49-F238E27FC236}">
                <a16:creationId xmlns:a16="http://schemas.microsoft.com/office/drawing/2014/main" id="{92CCA03F-8F29-4939-8432-31E3D6152D97}"/>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39-text-7">
            <a:extLst xmlns:a="http://schemas.openxmlformats.org/drawingml/2006/main">
              <a:ext uri="{FF2B5EF4-FFF2-40B4-BE49-F238E27FC236}">
                <a16:creationId xmlns:a16="http://schemas.microsoft.com/office/drawing/2014/main" id="{873FE54A-5325-4159-A91B-C318379B3916}"/>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發現</a:t>
            </a:r>
          </a:p>
        </p:txBody>
      </p:sp>
      <p:sp>
        <p:nvSpPr>
          <p:cNvPr id="8" name="slide-39-text-8">
            <a:extLst xmlns:a="http://schemas.openxmlformats.org/drawingml/2006/main">
              <a:ext uri="{FF2B5EF4-FFF2-40B4-BE49-F238E27FC236}">
                <a16:creationId xmlns:a16="http://schemas.microsoft.com/office/drawing/2014/main" id="{62F24474-136E-49E4-B93D-D11CBB70E004}"/>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原文沒有</a:t>
            </a:r>
          </a:p>
        </p:txBody>
      </p:sp>
      <p:sp>
        <p:nvSpPr>
          <p:cNvPr id="9" name="slide-39-text-9">
            <a:extLst xmlns:a="http://schemas.openxmlformats.org/drawingml/2006/main">
              <a:ext uri="{FF2B5EF4-FFF2-40B4-BE49-F238E27FC236}">
                <a16:creationId xmlns:a16="http://schemas.microsoft.com/office/drawing/2014/main" id="{7F047079-6781-490E-97F6-56E2EB7EC72F}"/>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相應情節</a:t>
            </a:r>
          </a:p>
        </p:txBody>
      </p:sp>
      <p:sp>
        <p:nvSpPr>
          <p:cNvPr id="10" name="slide-39-line-10">
            <a:extLst xmlns:a="http://schemas.openxmlformats.org/drawingml/2006/main">
              <a:ext uri="{FF2B5EF4-FFF2-40B4-BE49-F238E27FC236}">
                <a16:creationId xmlns:a16="http://schemas.microsoft.com/office/drawing/2014/main" id="{EF99FEAF-6A21-468F-AC7E-0C5A0A2CE412}"/>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39-text-11">
            <a:extLst xmlns:a="http://schemas.openxmlformats.org/drawingml/2006/main">
              <a:ext uri="{FF2B5EF4-FFF2-40B4-BE49-F238E27FC236}">
                <a16:creationId xmlns:a16="http://schemas.microsoft.com/office/drawing/2014/main" id="{DDFB009B-7603-4948-AB00-B9128B3D6519}"/>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39-line-12">
            <a:extLst xmlns:a="http://schemas.openxmlformats.org/drawingml/2006/main">
              <a:ext uri="{FF2B5EF4-FFF2-40B4-BE49-F238E27FC236}">
                <a16:creationId xmlns:a16="http://schemas.microsoft.com/office/drawing/2014/main" id="{0858E629-EE3D-48C7-887B-1162AD6517AA}"/>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39-text-13">
            <a:extLst xmlns:a="http://schemas.openxmlformats.org/drawingml/2006/main">
              <a:ext uri="{FF2B5EF4-FFF2-40B4-BE49-F238E27FC236}">
                <a16:creationId xmlns:a16="http://schemas.microsoft.com/office/drawing/2014/main" id="{3B19A0A1-3A22-4950-A5BC-D114E49C196F}"/>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處理</a:t>
            </a:r>
          </a:p>
        </p:txBody>
      </p:sp>
      <p:sp>
        <p:nvSpPr>
          <p:cNvPr id="14" name="slide-39-text-14">
            <a:extLst xmlns:a="http://schemas.openxmlformats.org/drawingml/2006/main">
              <a:ext uri="{FF2B5EF4-FFF2-40B4-BE49-F238E27FC236}">
                <a16:creationId xmlns:a16="http://schemas.microsoft.com/office/drawing/2014/main" id="{D5328CDE-0C0E-41DA-A108-9F7ADEF1FF8F}"/>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界定影響</a:t>
            </a:r>
          </a:p>
        </p:txBody>
      </p:sp>
      <p:sp>
        <p:nvSpPr>
          <p:cNvPr id="15" name="slide-39-text-15">
            <a:extLst xmlns:a="http://schemas.openxmlformats.org/drawingml/2006/main">
              <a:ext uri="{FF2B5EF4-FFF2-40B4-BE49-F238E27FC236}">
                <a16:creationId xmlns:a16="http://schemas.microsoft.com/office/drawing/2014/main" id="{F0C828CD-0716-4209-8324-CB4FFDD29FC4}"/>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退回相關內容</a:t>
            </a:r>
          </a:p>
        </p:txBody>
      </p:sp>
      <p:sp>
        <p:nvSpPr>
          <p:cNvPr id="16" name="slide-39-line-16">
            <a:extLst xmlns:a="http://schemas.openxmlformats.org/drawingml/2006/main">
              <a:ext uri="{FF2B5EF4-FFF2-40B4-BE49-F238E27FC236}">
                <a16:creationId xmlns:a16="http://schemas.microsoft.com/office/drawing/2014/main" id="{6DFD533A-56CF-4615-8CFA-4E9D5A046052}"/>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39-text-17">
            <a:extLst xmlns:a="http://schemas.openxmlformats.org/drawingml/2006/main">
              <a:ext uri="{FF2B5EF4-FFF2-40B4-BE49-F238E27FC236}">
                <a16:creationId xmlns:a16="http://schemas.microsoft.com/office/drawing/2014/main" id="{8F98F09F-48E8-4E21-882C-34F2A6AE3AB2}"/>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39-line-18">
            <a:extLst xmlns:a="http://schemas.openxmlformats.org/drawingml/2006/main">
              <a:ext uri="{FF2B5EF4-FFF2-40B4-BE49-F238E27FC236}">
                <a16:creationId xmlns:a16="http://schemas.microsoft.com/office/drawing/2014/main" id="{A3779DC8-0A0E-4E97-B2B2-55F97214955D}"/>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39-text-19">
            <a:extLst xmlns:a="http://schemas.openxmlformats.org/drawingml/2006/main">
              <a:ext uri="{FF2B5EF4-FFF2-40B4-BE49-F238E27FC236}">
                <a16:creationId xmlns:a16="http://schemas.microsoft.com/office/drawing/2014/main" id="{4708D2A1-8382-4BAC-8B42-B7623F986212}"/>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再驗證</a:t>
            </a:r>
          </a:p>
        </p:txBody>
      </p:sp>
      <p:sp>
        <p:nvSpPr>
          <p:cNvPr id="20" name="slide-39-text-20">
            <a:extLst xmlns:a="http://schemas.openxmlformats.org/drawingml/2006/main">
              <a:ext uri="{FF2B5EF4-FFF2-40B4-BE49-F238E27FC236}">
                <a16:creationId xmlns:a16="http://schemas.microsoft.com/office/drawing/2014/main" id="{79E71CD6-7863-4DA2-A4FE-535E76CDB405}"/>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修改後</a:t>
            </a:r>
          </a:p>
        </p:txBody>
      </p:sp>
      <p:sp>
        <p:nvSpPr>
          <p:cNvPr id="21" name="slide-39-text-21">
            <a:extLst xmlns:a="http://schemas.openxmlformats.org/drawingml/2006/main">
              <a:ext uri="{FF2B5EF4-FFF2-40B4-BE49-F238E27FC236}">
                <a16:creationId xmlns:a16="http://schemas.microsoft.com/office/drawing/2014/main" id="{8EF5898A-E869-4A75-BEB3-95F684545AB6}"/>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重新核對</a:t>
            </a:r>
          </a:p>
        </p:txBody>
      </p:sp>
      <p:sp>
        <p:nvSpPr>
          <p:cNvPr id="22" name="slide-39-line-22">
            <a:extLst xmlns:a="http://schemas.openxmlformats.org/drawingml/2006/main">
              <a:ext uri="{FF2B5EF4-FFF2-40B4-BE49-F238E27FC236}">
                <a16:creationId xmlns:a16="http://schemas.microsoft.com/office/drawing/2014/main" id="{15B40040-333C-4907-B3A8-F8BD8505EE7A}"/>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23" name="slide-39-text-23">
            <a:extLst xmlns:a="http://schemas.openxmlformats.org/drawingml/2006/main">
              <a:ext uri="{FF2B5EF4-FFF2-40B4-BE49-F238E27FC236}">
                <a16:creationId xmlns:a16="http://schemas.microsoft.com/office/drawing/2014/main" id="{FE8DDFEF-76B8-446A-BB52-D2855E375918}"/>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24" name="slide-39-line-24">
            <a:extLst xmlns:a="http://schemas.openxmlformats.org/drawingml/2006/main">
              <a:ext uri="{FF2B5EF4-FFF2-40B4-BE49-F238E27FC236}">
                <a16:creationId xmlns:a16="http://schemas.microsoft.com/office/drawing/2014/main" id="{36426384-8A74-4821-B552-B5248655F492}"/>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5" name="slide-39-text-25">
            <a:extLst xmlns:a="http://schemas.openxmlformats.org/drawingml/2006/main">
              <a:ext uri="{FF2B5EF4-FFF2-40B4-BE49-F238E27FC236}">
                <a16:creationId xmlns:a16="http://schemas.microsoft.com/office/drawing/2014/main" id="{4F31D766-4225-455E-BF56-1D98FA8A11E5}"/>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更新</a:t>
            </a:r>
          </a:p>
        </p:txBody>
      </p:sp>
      <p:sp>
        <p:nvSpPr>
          <p:cNvPr id="26" name="slide-39-text-26">
            <a:extLst xmlns:a="http://schemas.openxmlformats.org/drawingml/2006/main">
              <a:ext uri="{FF2B5EF4-FFF2-40B4-BE49-F238E27FC236}">
                <a16:creationId xmlns:a16="http://schemas.microsoft.com/office/drawing/2014/main" id="{CEF84AD7-AC41-45D2-9E56-EAC794C12193}"/>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反例進入</a:t>
            </a:r>
          </a:p>
        </p:txBody>
      </p:sp>
      <p:sp>
        <p:nvSpPr>
          <p:cNvPr id="27" name="slide-39-text-27">
            <a:extLst xmlns:a="http://schemas.openxmlformats.org/drawingml/2006/main">
              <a:ext uri="{FF2B5EF4-FFF2-40B4-BE49-F238E27FC236}">
                <a16:creationId xmlns:a16="http://schemas.microsoft.com/office/drawing/2014/main" id="{900D5280-F6D9-40D8-BA6E-03D3FFC323D3}"/>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後續檢查</a:t>
            </a:r>
          </a:p>
        </p:txBody>
      </p:sp>
      <p:sp>
        <p:nvSpPr>
          <p:cNvPr id="28" name="slide-39-text-28">
            <a:extLst xmlns:a="http://schemas.openxmlformats.org/drawingml/2006/main">
              <a:ext uri="{FF2B5EF4-FFF2-40B4-BE49-F238E27FC236}">
                <a16:creationId xmlns:a16="http://schemas.microsoft.com/office/drawing/2014/main" id="{B7E23509-16E5-44B7-86E6-9237092D22F8}"/>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修正當次產物，以及更新下一次方法，是兩項不同工作。</a:t>
            </a:r>
          </a:p>
        </p:txBody>
      </p:sp>
      <p:sp>
        <p:nvSpPr>
          <p:cNvPr id="29" name="slide-39-text-29">
            <a:extLst xmlns:a="http://schemas.openxmlformats.org/drawingml/2006/main">
              <a:ext uri="{FF2B5EF4-FFF2-40B4-BE49-F238E27FC236}">
                <a16:creationId xmlns:a16="http://schemas.microsoft.com/office/drawing/2014/main" id="{3739AE21-1356-433E-9F74-15B224BEF4C6}"/>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39 / 66</a:t>
            </a:r>
          </a:p>
        </p:txBody>
      </p:sp>
    </p:spTree>
    <p:extLst>
      <p:ext uri="{BB962C8B-B14F-4D97-AF65-F5344CB8AC3E}">
        <p14:creationId xmlns:p14="http://schemas.microsoft.com/office/powerpoint/2010/main" val="2100550779"/>
      </p:ext>
    </p:extLst>
  </p:cSld>
</p:sld>
</file>

<file path=ppt/slides/slide4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40-text-1">
            <a:extLst xmlns:a="http://schemas.openxmlformats.org/drawingml/2006/main">
              <a:ext uri="{FF2B5EF4-FFF2-40B4-BE49-F238E27FC236}">
                <a16:creationId xmlns:a16="http://schemas.microsoft.com/office/drawing/2014/main" id="{0CCB06C3-6B26-45E9-AC33-6569471F1384}"/>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02   記憶的有效性</a:t>
            </a:r>
          </a:p>
        </p:txBody>
      </p:sp>
      <p:sp>
        <p:nvSpPr>
          <p:cNvPr id="2" name="slide-40-text-2">
            <a:extLst xmlns:a="http://schemas.openxmlformats.org/drawingml/2006/main">
              <a:ext uri="{FF2B5EF4-FFF2-40B4-BE49-F238E27FC236}">
                <a16:creationId xmlns:a16="http://schemas.microsoft.com/office/drawing/2014/main" id="{2CD9BF7A-C837-45B1-A00E-3481C1A6185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錯誤記憶也會被高效率地重用</a:t>
            </a:r>
          </a:p>
        </p:txBody>
      </p:sp>
      <p:sp>
        <p:nvSpPr>
          <p:cNvPr id="3" name="slide-40-line-3">
            <a:extLst xmlns:a="http://schemas.openxmlformats.org/drawingml/2006/main">
              <a:ext uri="{FF2B5EF4-FFF2-40B4-BE49-F238E27FC236}">
                <a16:creationId xmlns:a16="http://schemas.microsoft.com/office/drawing/2014/main" id="{7D9CDAEF-8F3B-469B-801B-B4B3C5A2DC19}"/>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40-text-4">
            <a:extLst xmlns:a="http://schemas.openxmlformats.org/drawingml/2006/main">
              <a:ext uri="{FF2B5EF4-FFF2-40B4-BE49-F238E27FC236}">
                <a16:creationId xmlns:a16="http://schemas.microsoft.com/office/drawing/2014/main" id="{41D81DDD-C4B4-421C-9133-CF637310DFF3}"/>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40-text-5">
            <a:extLst xmlns:a="http://schemas.openxmlformats.org/drawingml/2006/main">
              <a:ext uri="{FF2B5EF4-FFF2-40B4-BE49-F238E27FC236}">
                <a16:creationId xmlns:a16="http://schemas.microsoft.com/office/drawing/2014/main" id="{51D290A2-68D5-44FD-B208-EC8E0EA337AA}"/>
              </a:ext>
            </a:extLst>
          </p:cNvPr>
          <p:cNvSpPr>
            <a:spLocks xmlns:a="http://schemas.openxmlformats.org/drawingml/2006/main" noGrp="1"/>
          </p:cNvSpPr>
          <p:nvPr/>
        </p:nvSpPr>
        <p:spPr>
          <a:xfrm xmlns:a="http://schemas.openxmlformats.org/drawingml/2006/main">
            <a:off x="838200"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難以沿用</a:t>
            </a:r>
          </a:p>
        </p:txBody>
      </p:sp>
      <p:sp>
        <p:nvSpPr>
          <p:cNvPr id="6" name="slide-40-line-6">
            <a:extLst xmlns:a="http://schemas.openxmlformats.org/drawingml/2006/main">
              <a:ext uri="{FF2B5EF4-FFF2-40B4-BE49-F238E27FC236}">
                <a16:creationId xmlns:a16="http://schemas.microsoft.com/office/drawing/2014/main" id="{F52C8FE0-71E5-4D3D-A66F-743A2D75CD80}"/>
              </a:ext>
            </a:extLst>
          </p:cNvPr>
          <p:cNvSpPr>
            <a:spLocks xmlns:a="http://schemas.openxmlformats.org/drawingml/2006/main" noGrp="1"/>
          </p:cNvSpPr>
          <p:nvPr/>
        </p:nvSpPr>
        <p:spPr>
          <a:xfrm xmlns:a="http://schemas.openxmlformats.org/drawingml/2006/main">
            <a:off x="838200" y="321945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40-text-7">
            <a:extLst xmlns:a="http://schemas.openxmlformats.org/drawingml/2006/main">
              <a:ext uri="{FF2B5EF4-FFF2-40B4-BE49-F238E27FC236}">
                <a16:creationId xmlns:a16="http://schemas.microsoft.com/office/drawing/2014/main" id="{A741FCE3-253C-4BC8-A643-B108BCCF048D}"/>
              </a:ext>
            </a:extLst>
          </p:cNvPr>
          <p:cNvSpPr>
            <a:spLocks xmlns:a="http://schemas.openxmlformats.org/drawingml/2006/main" noGrp="1"/>
          </p:cNvSpPr>
          <p:nvPr/>
        </p:nvSpPr>
        <p:spPr>
          <a:xfrm xmlns:a="http://schemas.openxmlformats.org/drawingml/2006/main">
            <a:off x="838200" y="354330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FFFFFF"/>
                </a:solidFill>
                <a:latin typeface="PingFang TC"/>
                <a:ea typeface="PingFang TC"/>
                <a:cs typeface="PingFang TC"/>
              </a:defRPr>
            </a:pPr>
            <a:r>
              <a:rPr sz="2400" b="0">
                <a:solidFill>
                  <a:srgbClr val="FFFFFF"/>
                </a:solidFill>
                <a:latin typeface="PingFang TC"/>
                <a:ea typeface="PingFang TC"/>
                <a:cs typeface="PingFang TC"/>
              </a:rPr>
              <a:t>這份模板有效</a:t>
            </a:r>
          </a:p>
        </p:txBody>
      </p:sp>
      <p:sp>
        <p:nvSpPr>
          <p:cNvPr id="8" name="slide-40-text-8">
            <a:extLst xmlns:a="http://schemas.openxmlformats.org/drawingml/2006/main">
              <a:ext uri="{FF2B5EF4-FFF2-40B4-BE49-F238E27FC236}">
                <a16:creationId xmlns:a16="http://schemas.microsoft.com/office/drawing/2014/main" id="{44C31183-3D49-41F0-A0AA-6D7958B8C323}"/>
              </a:ext>
            </a:extLst>
          </p:cNvPr>
          <p:cNvSpPr>
            <a:spLocks xmlns:a="http://schemas.openxmlformats.org/drawingml/2006/main" noGrp="1"/>
          </p:cNvSpPr>
          <p:nvPr/>
        </p:nvSpPr>
        <p:spPr>
          <a:xfrm xmlns:a="http://schemas.openxmlformats.org/drawingml/2006/main">
            <a:off x="838200" y="397611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FFFFFF"/>
                </a:solidFill>
                <a:latin typeface="PingFang TC"/>
                <a:ea typeface="PingFang TC"/>
                <a:cs typeface="PingFang TC"/>
              </a:defRPr>
            </a:pPr>
            <a:r>
              <a:rPr sz="2400" b="0">
                <a:solidFill>
                  <a:srgbClr val="FFFFFF"/>
                </a:solidFill>
                <a:latin typeface="PingFang TC"/>
                <a:ea typeface="PingFang TC"/>
                <a:cs typeface="PingFang TC"/>
              </a:rPr>
              <a:t>缺少對象、版本與依據</a:t>
            </a:r>
          </a:p>
        </p:txBody>
      </p:sp>
      <p:sp>
        <p:nvSpPr>
          <p:cNvPr id="9" name="slide-40-text-9">
            <a:extLst xmlns:a="http://schemas.openxmlformats.org/drawingml/2006/main">
              <a:ext uri="{FF2B5EF4-FFF2-40B4-BE49-F238E27FC236}">
                <a16:creationId xmlns:a16="http://schemas.microsoft.com/office/drawing/2014/main" id="{37419933-7668-4A3C-B6D6-F39DCE504B41}"/>
              </a:ext>
            </a:extLst>
          </p:cNvPr>
          <p:cNvSpPr>
            <a:spLocks xmlns:a="http://schemas.openxmlformats.org/drawingml/2006/main" noGrp="1"/>
          </p:cNvSpPr>
          <p:nvPr/>
        </p:nvSpPr>
        <p:spPr>
          <a:xfrm xmlns:a="http://schemas.openxmlformats.org/drawingml/2006/main">
            <a:off x="7153275" y="276225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可以重查</a:t>
            </a:r>
          </a:p>
        </p:txBody>
      </p:sp>
      <p:sp>
        <p:nvSpPr>
          <p:cNvPr id="10" name="slide-40-line-10">
            <a:extLst xmlns:a="http://schemas.openxmlformats.org/drawingml/2006/main">
              <a:ext uri="{FF2B5EF4-FFF2-40B4-BE49-F238E27FC236}">
                <a16:creationId xmlns:a16="http://schemas.microsoft.com/office/drawing/2014/main" id="{BD4D536F-9F4C-4EA2-88B7-04766C2F6274}"/>
              </a:ext>
            </a:extLst>
          </p:cNvPr>
          <p:cNvSpPr>
            <a:spLocks xmlns:a="http://schemas.openxmlformats.org/drawingml/2006/main" noGrp="1"/>
          </p:cNvSpPr>
          <p:nvPr/>
        </p:nvSpPr>
        <p:spPr>
          <a:xfrm xmlns:a="http://schemas.openxmlformats.org/drawingml/2006/main">
            <a:off x="7153275" y="321945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40-text-11">
            <a:extLst xmlns:a="http://schemas.openxmlformats.org/drawingml/2006/main">
              <a:ext uri="{FF2B5EF4-FFF2-40B4-BE49-F238E27FC236}">
                <a16:creationId xmlns:a16="http://schemas.microsoft.com/office/drawing/2014/main" id="{B466A6BF-C48E-4CEA-A0DC-A494523B03DD}"/>
              </a:ext>
            </a:extLst>
          </p:cNvPr>
          <p:cNvSpPr>
            <a:spLocks xmlns:a="http://schemas.openxmlformats.org/drawingml/2006/main" noGrp="1"/>
          </p:cNvSpPr>
          <p:nvPr/>
        </p:nvSpPr>
        <p:spPr>
          <a:xfrm xmlns:a="http://schemas.openxmlformats.org/drawingml/2006/main">
            <a:off x="7153275" y="3543300"/>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FFFFFF"/>
                </a:solidFill>
                <a:latin typeface="PingFang TC"/>
                <a:ea typeface="PingFang TC"/>
                <a:cs typeface="PingFang TC"/>
              </a:defRPr>
            </a:pPr>
            <a:r>
              <a:rPr sz="2400" b="0">
                <a:solidFill>
                  <a:srgbClr val="FFFFFF"/>
                </a:solidFill>
                <a:latin typeface="PingFang TC"/>
                <a:ea typeface="PingFang TC"/>
                <a:cs typeface="PingFang TC"/>
              </a:rPr>
              <a:t>適用於這類材料</a:t>
            </a:r>
          </a:p>
        </p:txBody>
      </p:sp>
      <p:sp>
        <p:nvSpPr>
          <p:cNvPr id="12" name="slide-40-text-12">
            <a:extLst xmlns:a="http://schemas.openxmlformats.org/drawingml/2006/main">
              <a:ext uri="{FF2B5EF4-FFF2-40B4-BE49-F238E27FC236}">
                <a16:creationId xmlns:a16="http://schemas.microsoft.com/office/drawing/2014/main" id="{1FB6BA03-60D2-4DC0-BD7D-6244BEC5D3BF}"/>
              </a:ext>
            </a:extLst>
          </p:cNvPr>
          <p:cNvSpPr>
            <a:spLocks xmlns:a="http://schemas.openxmlformats.org/drawingml/2006/main" noGrp="1"/>
          </p:cNvSpPr>
          <p:nvPr/>
        </p:nvSpPr>
        <p:spPr>
          <a:xfrm xmlns:a="http://schemas.openxmlformats.org/drawingml/2006/main">
            <a:off x="7153275" y="3976116"/>
            <a:ext cx="5724525"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FFFFFF"/>
                </a:solidFill>
                <a:latin typeface="PingFang TC"/>
                <a:ea typeface="PingFang TC"/>
                <a:cs typeface="PingFang TC"/>
              </a:defRPr>
            </a:pPr>
            <a:r>
              <a:rPr sz="2400" b="0">
                <a:solidFill>
                  <a:srgbClr val="FFFFFF"/>
                </a:solidFill>
                <a:latin typeface="PingFang TC"/>
                <a:ea typeface="PingFang TC"/>
                <a:cs typeface="PingFang TC"/>
              </a:rPr>
              <a:t>改變目標時重新驗證</a:t>
            </a:r>
          </a:p>
        </p:txBody>
      </p:sp>
      <p:sp>
        <p:nvSpPr>
          <p:cNvPr id="13" name="slide-40-text-13">
            <a:extLst xmlns:a="http://schemas.openxmlformats.org/drawingml/2006/main">
              <a:ext uri="{FF2B5EF4-FFF2-40B4-BE49-F238E27FC236}">
                <a16:creationId xmlns:a16="http://schemas.microsoft.com/office/drawing/2014/main" id="{D6C0F303-E467-4D7F-A53D-D9575B37A184}"/>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記憶需要可更正、可撤回，且依權限提供必要內容。</a:t>
            </a:r>
          </a:p>
        </p:txBody>
      </p:sp>
      <p:sp>
        <p:nvSpPr>
          <p:cNvPr id="14" name="slide-40-text-14">
            <a:extLst xmlns:a="http://schemas.openxmlformats.org/drawingml/2006/main">
              <a:ext uri="{FF2B5EF4-FFF2-40B4-BE49-F238E27FC236}">
                <a16:creationId xmlns:a16="http://schemas.microsoft.com/office/drawing/2014/main" id="{ECA9261B-0EB9-400B-B5CD-ACD9EEBA4E17}"/>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40 / 66</a:t>
            </a:r>
          </a:p>
        </p:txBody>
      </p:sp>
    </p:spTree>
    <p:extLst>
      <p:ext uri="{BB962C8B-B14F-4D97-AF65-F5344CB8AC3E}">
        <p14:creationId xmlns:p14="http://schemas.microsoft.com/office/powerpoint/2010/main" val="117195108"/>
      </p:ext>
    </p:extLst>
  </p:cSld>
</p:sld>
</file>

<file path=ppt/slides/slide4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5" name="slide-41-text-1">
            <a:extLst xmlns:a="http://schemas.openxmlformats.org/drawingml/2006/main">
              <a:ext uri="{FF2B5EF4-FFF2-40B4-BE49-F238E27FC236}">
                <a16:creationId xmlns:a16="http://schemas.microsoft.com/office/drawing/2014/main" id="{702B1E78-D56A-4D76-9F67-D1C57660EDDD}"/>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02   跨團隊協作</a:t>
            </a:r>
          </a:p>
        </p:txBody>
      </p:sp>
      <p:sp>
        <p:nvSpPr>
          <p:cNvPr id="2" name="slide-41-text-2">
            <a:extLst xmlns:a="http://schemas.openxmlformats.org/drawingml/2006/main">
              <a:ext uri="{FF2B5EF4-FFF2-40B4-BE49-F238E27FC236}">
                <a16:creationId xmlns:a16="http://schemas.microsoft.com/office/drawing/2014/main" id="{583DDF58-D2F8-465F-992E-4E49BB24BEAC}"/>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共同狀態保留分歧與批准過程</a:t>
            </a:r>
          </a:p>
        </p:txBody>
      </p:sp>
      <p:sp>
        <p:nvSpPr>
          <p:cNvPr id="3" name="slide-41-line-3">
            <a:extLst xmlns:a="http://schemas.openxmlformats.org/drawingml/2006/main">
              <a:ext uri="{FF2B5EF4-FFF2-40B4-BE49-F238E27FC236}">
                <a16:creationId xmlns:a16="http://schemas.microsoft.com/office/drawing/2014/main" id="{5E48093D-B528-4D88-8F0F-2C06BBFD395D}"/>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41-text-4">
            <a:extLst xmlns:a="http://schemas.openxmlformats.org/drawingml/2006/main">
              <a:ext uri="{FF2B5EF4-FFF2-40B4-BE49-F238E27FC236}">
                <a16:creationId xmlns:a16="http://schemas.microsoft.com/office/drawing/2014/main" id="{1A533AE1-6F9A-4F3F-81BD-790AC1A54D31}"/>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41-text-5">
            <a:extLst xmlns:a="http://schemas.openxmlformats.org/drawingml/2006/main">
              <a:ext uri="{FF2B5EF4-FFF2-40B4-BE49-F238E27FC236}">
                <a16:creationId xmlns:a16="http://schemas.microsoft.com/office/drawing/2014/main" id="{A4D3BDF7-1F7A-4DFC-A6D9-FCCC72726507}"/>
              </a:ext>
            </a:extLst>
          </p:cNvPr>
          <p:cNvSpPr>
            <a:spLocks xmlns:a="http://schemas.openxmlformats.org/drawingml/2006/main" noGrp="1"/>
          </p:cNvSpPr>
          <p:nvPr/>
        </p:nvSpPr>
        <p:spPr>
          <a:xfrm xmlns:a="http://schemas.openxmlformats.org/drawingml/2006/main">
            <a:off x="838200" y="28384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候選</a:t>
            </a:r>
          </a:p>
        </p:txBody>
      </p:sp>
      <p:sp>
        <p:nvSpPr>
          <p:cNvPr id="6" name="slide-41-text-6">
            <a:extLst xmlns:a="http://schemas.openxmlformats.org/drawingml/2006/main">
              <a:ext uri="{FF2B5EF4-FFF2-40B4-BE49-F238E27FC236}">
                <a16:creationId xmlns:a16="http://schemas.microsoft.com/office/drawing/2014/main" id="{0ACC1DAC-0798-43C9-B675-22B467FA88C9}"/>
              </a:ext>
            </a:extLst>
          </p:cNvPr>
          <p:cNvSpPr>
            <a:spLocks xmlns:a="http://schemas.openxmlformats.org/drawingml/2006/main" noGrp="1"/>
          </p:cNvSpPr>
          <p:nvPr/>
        </p:nvSpPr>
        <p:spPr>
          <a:xfrm xmlns:a="http://schemas.openxmlformats.org/drawingml/2006/main">
            <a:off x="3619500" y="283845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AI 或同事提出方案，尚未形成承諾</a:t>
            </a:r>
          </a:p>
        </p:txBody>
      </p:sp>
      <p:sp>
        <p:nvSpPr>
          <p:cNvPr id="7" name="slide-41-line-7">
            <a:extLst xmlns:a="http://schemas.openxmlformats.org/drawingml/2006/main">
              <a:ext uri="{FF2B5EF4-FFF2-40B4-BE49-F238E27FC236}">
                <a16:creationId xmlns:a16="http://schemas.microsoft.com/office/drawing/2014/main" id="{A8C22DA6-1140-476A-9494-6B0F424D6348}"/>
              </a:ext>
            </a:extLst>
          </p:cNvPr>
          <p:cNvSpPr>
            <a:spLocks xmlns:a="http://schemas.openxmlformats.org/drawingml/2006/main" noGrp="1"/>
          </p:cNvSpPr>
          <p:nvPr/>
        </p:nvSpPr>
        <p:spPr>
          <a:xfrm xmlns:a="http://schemas.openxmlformats.org/drawingml/2006/main">
            <a:off x="838200" y="37147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41-text-8">
            <a:extLst xmlns:a="http://schemas.openxmlformats.org/drawingml/2006/main">
              <a:ext uri="{FF2B5EF4-FFF2-40B4-BE49-F238E27FC236}">
                <a16:creationId xmlns:a16="http://schemas.microsoft.com/office/drawing/2014/main" id="{F02A760F-E676-4B72-B592-6B032E6EDE8C}"/>
              </a:ext>
            </a:extLst>
          </p:cNvPr>
          <p:cNvSpPr>
            <a:spLocks xmlns:a="http://schemas.openxmlformats.org/drawingml/2006/main" noGrp="1"/>
          </p:cNvSpPr>
          <p:nvPr/>
        </p:nvSpPr>
        <p:spPr>
          <a:xfrm xmlns:a="http://schemas.openxmlformats.org/drawingml/2006/main">
            <a:off x="838200" y="392430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確認</a:t>
            </a:r>
          </a:p>
        </p:txBody>
      </p:sp>
      <p:sp>
        <p:nvSpPr>
          <p:cNvPr id="9" name="slide-41-text-9">
            <a:extLst xmlns:a="http://schemas.openxmlformats.org/drawingml/2006/main">
              <a:ext uri="{FF2B5EF4-FFF2-40B4-BE49-F238E27FC236}">
                <a16:creationId xmlns:a16="http://schemas.microsoft.com/office/drawing/2014/main" id="{B5867E46-E159-4594-9F6D-D8DFAEC2DBD1}"/>
              </a:ext>
            </a:extLst>
          </p:cNvPr>
          <p:cNvSpPr>
            <a:spLocks xmlns:a="http://schemas.openxmlformats.org/drawingml/2006/main" noGrp="1"/>
          </p:cNvSpPr>
          <p:nvPr/>
        </p:nvSpPr>
        <p:spPr>
          <a:xfrm xmlns:a="http://schemas.openxmlformats.org/drawingml/2006/main">
            <a:off x="3619500" y="392430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具名負責人核對依據與適用範圍</a:t>
            </a:r>
          </a:p>
        </p:txBody>
      </p:sp>
      <p:sp>
        <p:nvSpPr>
          <p:cNvPr id="10" name="slide-41-line-10">
            <a:extLst xmlns:a="http://schemas.openxmlformats.org/drawingml/2006/main">
              <a:ext uri="{FF2B5EF4-FFF2-40B4-BE49-F238E27FC236}">
                <a16:creationId xmlns:a16="http://schemas.microsoft.com/office/drawing/2014/main" id="{3ED8AF5F-FF83-4A62-85D5-0FBB285BD157}"/>
              </a:ext>
            </a:extLst>
          </p:cNvPr>
          <p:cNvSpPr>
            <a:spLocks xmlns:a="http://schemas.openxmlformats.org/drawingml/2006/main" noGrp="1"/>
          </p:cNvSpPr>
          <p:nvPr/>
        </p:nvSpPr>
        <p:spPr>
          <a:xfrm xmlns:a="http://schemas.openxmlformats.org/drawingml/2006/main">
            <a:off x="838200" y="48006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41-text-11">
            <a:extLst xmlns:a="http://schemas.openxmlformats.org/drawingml/2006/main">
              <a:ext uri="{FF2B5EF4-FFF2-40B4-BE49-F238E27FC236}">
                <a16:creationId xmlns:a16="http://schemas.microsoft.com/office/drawing/2014/main" id="{7FAC9704-AF82-4D81-A104-1F4A6A80A108}"/>
              </a:ext>
            </a:extLst>
          </p:cNvPr>
          <p:cNvSpPr>
            <a:spLocks xmlns:a="http://schemas.openxmlformats.org/drawingml/2006/main" noGrp="1"/>
          </p:cNvSpPr>
          <p:nvPr/>
        </p:nvSpPr>
        <p:spPr>
          <a:xfrm xmlns:a="http://schemas.openxmlformats.org/drawingml/2006/main">
            <a:off x="838200" y="50101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315CF5"/>
                </a:solidFill>
                <a:latin typeface="PingFang TC"/>
                <a:ea typeface="PingFang TC"/>
                <a:cs typeface="PingFang TC"/>
              </a:defRPr>
            </a:pPr>
            <a:r>
              <a:rPr sz="2400" b="1">
                <a:solidFill>
                  <a:srgbClr val="315CF5"/>
                </a:solidFill>
                <a:latin typeface="PingFang TC"/>
                <a:ea typeface="PingFang TC"/>
                <a:cs typeface="PingFang TC"/>
              </a:rPr>
              <a:t>更新</a:t>
            </a:r>
          </a:p>
        </p:txBody>
      </p:sp>
      <p:sp>
        <p:nvSpPr>
          <p:cNvPr id="12" name="slide-41-text-12">
            <a:extLst xmlns:a="http://schemas.openxmlformats.org/drawingml/2006/main">
              <a:ext uri="{FF2B5EF4-FFF2-40B4-BE49-F238E27FC236}">
                <a16:creationId xmlns:a16="http://schemas.microsoft.com/office/drawing/2014/main" id="{C9C381FA-522F-41FA-83DB-180BF33DBC15}"/>
              </a:ext>
            </a:extLst>
          </p:cNvPr>
          <p:cNvSpPr>
            <a:spLocks xmlns:a="http://schemas.openxmlformats.org/drawingml/2006/main" noGrp="1"/>
          </p:cNvSpPr>
          <p:nvPr/>
        </p:nvSpPr>
        <p:spPr>
          <a:xfrm xmlns:a="http://schemas.openxmlformats.org/drawingml/2006/main">
            <a:off x="3619500" y="5010150"/>
            <a:ext cx="92583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0B1830"/>
                </a:solidFill>
                <a:latin typeface="PingFang TC"/>
                <a:ea typeface="PingFang TC"/>
                <a:cs typeface="PingFang TC"/>
              </a:defRPr>
            </a:pPr>
            <a:r>
              <a:rPr sz="2325" b="0">
                <a:solidFill>
                  <a:srgbClr val="0B1830"/>
                </a:solidFill>
                <a:latin typeface="PingFang TC"/>
                <a:ea typeface="PingFang TC"/>
                <a:cs typeface="PingFang TC"/>
              </a:rPr>
              <a:t>保留變更、異議及受影響的版本</a:t>
            </a:r>
          </a:p>
        </p:txBody>
      </p:sp>
      <p:sp>
        <p:nvSpPr>
          <p:cNvPr id="13" name="slide-41-line-13">
            <a:extLst xmlns:a="http://schemas.openxmlformats.org/drawingml/2006/main">
              <a:ext uri="{FF2B5EF4-FFF2-40B4-BE49-F238E27FC236}">
                <a16:creationId xmlns:a16="http://schemas.microsoft.com/office/drawing/2014/main" id="{CC8EDF2A-CB04-4C0D-A85B-6FA8C708AEFA}"/>
              </a:ext>
            </a:extLst>
          </p:cNvPr>
          <p:cNvSpPr>
            <a:spLocks xmlns:a="http://schemas.openxmlformats.org/drawingml/2006/main" noGrp="1"/>
          </p:cNvSpPr>
          <p:nvPr/>
        </p:nvSpPr>
        <p:spPr>
          <a:xfrm xmlns:a="http://schemas.openxmlformats.org/drawingml/2006/main">
            <a:off x="838200" y="58864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41-text-14">
            <a:extLst xmlns:a="http://schemas.openxmlformats.org/drawingml/2006/main">
              <a:ext uri="{FF2B5EF4-FFF2-40B4-BE49-F238E27FC236}">
                <a16:creationId xmlns:a16="http://schemas.microsoft.com/office/drawing/2014/main" id="{479D4B52-A09C-46BB-BBF8-42AA3F7D6219}"/>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41 / 66</a:t>
            </a:r>
          </a:p>
        </p:txBody>
      </p:sp>
    </p:spTree>
    <p:extLst>
      <p:ext uri="{BB962C8B-B14F-4D97-AF65-F5344CB8AC3E}">
        <p14:creationId xmlns:p14="http://schemas.microsoft.com/office/powerpoint/2010/main" val="803845031"/>
      </p:ext>
    </p:extLst>
  </p:cSld>
</p:sld>
</file>

<file path=ppt/slides/slide42.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9" name="slide-42-text-1">
            <a:extLst xmlns:a="http://schemas.openxmlformats.org/drawingml/2006/main">
              <a:ext uri="{FF2B5EF4-FFF2-40B4-BE49-F238E27FC236}">
                <a16:creationId xmlns:a16="http://schemas.microsoft.com/office/drawing/2014/main" id="{BD685FE9-A354-4539-A875-F1552D469AE4}"/>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02   轉入團隊</a:t>
            </a:r>
          </a:p>
        </p:txBody>
      </p:sp>
      <p:sp>
        <p:nvSpPr>
          <p:cNvPr id="2" name="slide-42-text-2">
            <a:extLst xmlns:a="http://schemas.openxmlformats.org/drawingml/2006/main">
              <a:ext uri="{FF2B5EF4-FFF2-40B4-BE49-F238E27FC236}">
                <a16:creationId xmlns:a16="http://schemas.microsoft.com/office/drawing/2014/main" id="{CEC93424-3806-427D-B555-661845DD7A05}"/>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組織能力需要經得起交接</a:t>
            </a:r>
          </a:p>
        </p:txBody>
      </p:sp>
      <p:sp>
        <p:nvSpPr>
          <p:cNvPr id="3" name="slide-42-line-3">
            <a:extLst xmlns:a="http://schemas.openxmlformats.org/drawingml/2006/main">
              <a:ext uri="{FF2B5EF4-FFF2-40B4-BE49-F238E27FC236}">
                <a16:creationId xmlns:a16="http://schemas.microsoft.com/office/drawing/2014/main" id="{44DC018C-2C8B-4F90-9CC6-6904FB4AB332}"/>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42-text-4">
            <a:extLst xmlns:a="http://schemas.openxmlformats.org/drawingml/2006/main">
              <a:ext uri="{FF2B5EF4-FFF2-40B4-BE49-F238E27FC236}">
                <a16:creationId xmlns:a16="http://schemas.microsoft.com/office/drawing/2014/main" id="{59942D74-9A9B-45B9-AFE5-FEF55438A71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42-text-5">
            <a:extLst xmlns:a="http://schemas.openxmlformats.org/drawingml/2006/main">
              <a:ext uri="{FF2B5EF4-FFF2-40B4-BE49-F238E27FC236}">
                <a16:creationId xmlns:a16="http://schemas.microsoft.com/office/drawing/2014/main" id="{27196CAF-CF92-4892-91D3-E79C8C3BB1A9}"/>
              </a:ext>
            </a:extLst>
          </p:cNvPr>
          <p:cNvSpPr>
            <a:spLocks xmlns:a="http://schemas.openxmlformats.org/drawingml/2006/main" noGrp="1"/>
          </p:cNvSpPr>
          <p:nvPr/>
        </p:nvSpPr>
        <p:spPr>
          <a:xfrm xmlns:a="http://schemas.openxmlformats.org/drawingml/2006/main">
            <a:off x="838200" y="2647950"/>
            <a:ext cx="12039600" cy="803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650" b="1">
                <a:solidFill>
                  <a:srgbClr val="FFFFFF"/>
                </a:solidFill>
                <a:latin typeface="PingFang TC"/>
                <a:ea typeface="PingFang TC"/>
                <a:cs typeface="PingFang TC"/>
              </a:defRPr>
            </a:pPr>
            <a:r>
              <a:rPr sz="4650" b="1">
                <a:solidFill>
                  <a:srgbClr val="FFFFFF"/>
                </a:solidFill>
                <a:latin typeface="PingFang TC"/>
                <a:ea typeface="PingFang TC"/>
                <a:cs typeface="PingFang TC"/>
              </a:rPr>
              <a:t>另一位同事能找到依據</a:t>
            </a:r>
          </a:p>
        </p:txBody>
      </p:sp>
      <p:sp>
        <p:nvSpPr>
          <p:cNvPr id="6" name="slide-42-text-6">
            <a:extLst xmlns:a="http://schemas.openxmlformats.org/drawingml/2006/main">
              <a:ext uri="{FF2B5EF4-FFF2-40B4-BE49-F238E27FC236}">
                <a16:creationId xmlns:a16="http://schemas.microsoft.com/office/drawing/2014/main" id="{10B86504-2B32-40BD-9093-B40C7B23D215}"/>
              </a:ext>
            </a:extLst>
          </p:cNvPr>
          <p:cNvSpPr>
            <a:spLocks xmlns:a="http://schemas.openxmlformats.org/drawingml/2006/main" noGrp="1"/>
          </p:cNvSpPr>
          <p:nvPr/>
        </p:nvSpPr>
        <p:spPr>
          <a:xfrm xmlns:a="http://schemas.openxmlformats.org/drawingml/2006/main">
            <a:off x="838200" y="3486531"/>
            <a:ext cx="12039600" cy="803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650" b="1">
                <a:solidFill>
                  <a:srgbClr val="FFFFFF"/>
                </a:solidFill>
                <a:latin typeface="PingFang TC"/>
                <a:ea typeface="PingFang TC"/>
                <a:cs typeface="PingFang TC"/>
              </a:defRPr>
            </a:pPr>
            <a:r>
              <a:rPr sz="4650" b="1">
                <a:solidFill>
                  <a:srgbClr val="FFFFFF"/>
                </a:solidFill>
                <a:latin typeface="PingFang TC"/>
                <a:ea typeface="PingFang TC"/>
                <a:cs typeface="PingFang TC"/>
              </a:rPr>
              <a:t>也能處理一次例外</a:t>
            </a:r>
          </a:p>
        </p:txBody>
      </p:sp>
      <p:sp>
        <p:nvSpPr>
          <p:cNvPr id="7" name="slide-42-text-7">
            <a:extLst xmlns:a="http://schemas.openxmlformats.org/drawingml/2006/main">
              <a:ext uri="{FF2B5EF4-FFF2-40B4-BE49-F238E27FC236}">
                <a16:creationId xmlns:a16="http://schemas.microsoft.com/office/drawing/2014/main" id="{A2BC4538-51DF-4014-9314-45F45B249120}"/>
              </a:ext>
            </a:extLst>
          </p:cNvPr>
          <p:cNvSpPr>
            <a:spLocks xmlns:a="http://schemas.openxmlformats.org/drawingml/2006/main" noGrp="1"/>
          </p:cNvSpPr>
          <p:nvPr/>
        </p:nvSpPr>
        <p:spPr>
          <a:xfrm xmlns:a="http://schemas.openxmlformats.org/drawingml/2006/main">
            <a:off x="838200" y="4810125"/>
            <a:ext cx="120396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可追溯的記憶，需要與專業分工、權限及求助途徑連接。</a:t>
            </a:r>
          </a:p>
        </p:txBody>
      </p:sp>
      <p:sp>
        <p:nvSpPr>
          <p:cNvPr id="8" name="slide-42-text-8">
            <a:extLst xmlns:a="http://schemas.openxmlformats.org/drawingml/2006/main">
              <a:ext uri="{FF2B5EF4-FFF2-40B4-BE49-F238E27FC236}">
                <a16:creationId xmlns:a16="http://schemas.microsoft.com/office/drawing/2014/main" id="{B8E3DCD8-3057-4EED-A86A-7E01DFC75974}"/>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42 / 66</a:t>
            </a:r>
          </a:p>
        </p:txBody>
      </p:sp>
    </p:spTree>
    <p:extLst>
      <p:ext uri="{BB962C8B-B14F-4D97-AF65-F5344CB8AC3E}">
        <p14:creationId xmlns:p14="http://schemas.microsoft.com/office/powerpoint/2010/main" val="1188216543"/>
      </p:ext>
    </p:extLst>
  </p:cSld>
</p:sld>
</file>

<file path=ppt/slides/slide43.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9" name="slide-43-text-1">
            <a:extLst xmlns:a="http://schemas.openxmlformats.org/drawingml/2006/main">
              <a:ext uri="{FF2B5EF4-FFF2-40B4-BE49-F238E27FC236}">
                <a16:creationId xmlns:a16="http://schemas.microsoft.com/office/drawing/2014/main" id="{88684D65-F8DD-4AC2-80EB-202A39153C06}"/>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AI NATIVE FIELD NOTES   03</a:t>
            </a:r>
          </a:p>
        </p:txBody>
      </p:sp>
      <p:sp>
        <p:nvSpPr>
          <p:cNvPr id="2" name="slide-43-line-2">
            <a:extLst xmlns:a="http://schemas.openxmlformats.org/drawingml/2006/main">
              <a:ext uri="{FF2B5EF4-FFF2-40B4-BE49-F238E27FC236}">
                <a16:creationId xmlns:a16="http://schemas.microsoft.com/office/drawing/2014/main" id="{D1381E22-71D0-4B42-ACFE-5C5BF15C6D90}"/>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43-text-3">
            <a:extLst xmlns:a="http://schemas.openxmlformats.org/drawingml/2006/main">
              <a:ext uri="{FF2B5EF4-FFF2-40B4-BE49-F238E27FC236}">
                <a16:creationId xmlns:a16="http://schemas.microsoft.com/office/drawing/2014/main" id="{6C4566F8-0E31-4D21-9346-097C598EA960}"/>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43-text-4">
            <a:extLst xmlns:a="http://schemas.openxmlformats.org/drawingml/2006/main">
              <a:ext uri="{FF2B5EF4-FFF2-40B4-BE49-F238E27FC236}">
                <a16:creationId xmlns:a16="http://schemas.microsoft.com/office/drawing/2014/main" id="{1E7DD830-854A-4A9F-A304-9BC6402AE802}"/>
              </a:ext>
            </a:extLst>
          </p:cNvPr>
          <p:cNvSpPr>
            <a:spLocks xmlns:a="http://schemas.openxmlformats.org/drawingml/2006/main" noGrp="1"/>
          </p:cNvSpPr>
          <p:nvPr/>
        </p:nvSpPr>
        <p:spPr>
          <a:xfrm xmlns:a="http://schemas.openxmlformats.org/drawingml/2006/main">
            <a:off x="838200" y="2095500"/>
            <a:ext cx="2476500" cy="191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100" b="1">
                <a:solidFill>
                  <a:srgbClr val="B8C8FF"/>
                </a:solidFill>
                <a:latin typeface="PingFang TC"/>
                <a:ea typeface="PingFang TC"/>
                <a:cs typeface="PingFang TC"/>
              </a:defRPr>
            </a:pPr>
            <a:r>
              <a:rPr sz="11100" b="1">
                <a:solidFill>
                  <a:srgbClr val="B8C8FF"/>
                </a:solidFill>
                <a:latin typeface="PingFang TC"/>
                <a:ea typeface="PingFang TC"/>
                <a:cs typeface="PingFang TC"/>
              </a:rPr>
              <a:t>03</a:t>
            </a:r>
          </a:p>
        </p:txBody>
      </p:sp>
      <p:sp>
        <p:nvSpPr>
          <p:cNvPr id="5" name="slide-43-text-5">
            <a:extLst xmlns:a="http://schemas.openxmlformats.org/drawingml/2006/main">
              <a:ext uri="{FF2B5EF4-FFF2-40B4-BE49-F238E27FC236}">
                <a16:creationId xmlns:a16="http://schemas.microsoft.com/office/drawing/2014/main" id="{8614ABB0-DEF1-4A09-8190-F996C6DF0FD4}"/>
              </a:ext>
            </a:extLst>
          </p:cNvPr>
          <p:cNvSpPr>
            <a:spLocks xmlns:a="http://schemas.openxmlformats.org/drawingml/2006/main" noGrp="1"/>
          </p:cNvSpPr>
          <p:nvPr/>
        </p:nvSpPr>
        <p:spPr>
          <a:xfrm xmlns:a="http://schemas.openxmlformats.org/drawingml/2006/main">
            <a:off x="3952875" y="2476500"/>
            <a:ext cx="85725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團隊如何共同負責</a:t>
            </a:r>
          </a:p>
        </p:txBody>
      </p:sp>
      <p:sp>
        <p:nvSpPr>
          <p:cNvPr id="6" name="slide-43-text-6">
            <a:extLst xmlns:a="http://schemas.openxmlformats.org/drawingml/2006/main">
              <a:ext uri="{FF2B5EF4-FFF2-40B4-BE49-F238E27FC236}">
                <a16:creationId xmlns:a16="http://schemas.microsoft.com/office/drawing/2014/main" id="{05C272E5-95EC-4514-8A81-BD544BFF91C9}"/>
              </a:ext>
            </a:extLst>
          </p:cNvPr>
          <p:cNvSpPr>
            <a:spLocks xmlns:a="http://schemas.openxmlformats.org/drawingml/2006/main" noGrp="1"/>
          </p:cNvSpPr>
          <p:nvPr/>
        </p:nvSpPr>
        <p:spPr>
          <a:xfrm xmlns:a="http://schemas.openxmlformats.org/drawingml/2006/main">
            <a:off x="4000500" y="4514850"/>
            <a:ext cx="833437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執行成本降低後的工作系統</a:t>
            </a:r>
          </a:p>
        </p:txBody>
      </p:sp>
      <p:sp>
        <p:nvSpPr>
          <p:cNvPr id="7" name="slide-43-text-7">
            <a:extLst xmlns:a="http://schemas.openxmlformats.org/drawingml/2006/main">
              <a:ext uri="{FF2B5EF4-FFF2-40B4-BE49-F238E27FC236}">
                <a16:creationId xmlns:a16="http://schemas.microsoft.com/office/drawing/2014/main" id="{67114352-4675-451F-90EF-B30F60752544}"/>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專業角色仍然存在，交接方式需要改變。</a:t>
            </a:r>
          </a:p>
        </p:txBody>
      </p:sp>
      <p:sp>
        <p:nvSpPr>
          <p:cNvPr id="8" name="slide-43-text-8">
            <a:extLst xmlns:a="http://schemas.openxmlformats.org/drawingml/2006/main">
              <a:ext uri="{FF2B5EF4-FFF2-40B4-BE49-F238E27FC236}">
                <a16:creationId xmlns:a16="http://schemas.microsoft.com/office/drawing/2014/main" id="{864FDF7C-E974-42DD-812F-A2F37FE00925}"/>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43 / 66</a:t>
            </a:r>
          </a:p>
        </p:txBody>
      </p:sp>
    </p:spTree>
    <p:extLst>
      <p:ext uri="{BB962C8B-B14F-4D97-AF65-F5344CB8AC3E}">
        <p14:creationId xmlns:p14="http://schemas.microsoft.com/office/powerpoint/2010/main" val="1716763422"/>
      </p:ext>
    </p:extLst>
  </p:cSld>
</p:sld>
</file>

<file path=ppt/slides/slide4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7" name="slide-44-text-1">
            <a:extLst xmlns:a="http://schemas.openxmlformats.org/drawingml/2006/main">
              <a:ext uri="{FF2B5EF4-FFF2-40B4-BE49-F238E27FC236}">
                <a16:creationId xmlns:a16="http://schemas.microsoft.com/office/drawing/2014/main" id="{EDF13AC3-7FFA-4E0E-92B4-596343F76A42}"/>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能力診斷</a:t>
            </a:r>
          </a:p>
        </p:txBody>
      </p:sp>
      <p:sp>
        <p:nvSpPr>
          <p:cNvPr id="2" name="slide-44-text-2">
            <a:extLst xmlns:a="http://schemas.openxmlformats.org/drawingml/2006/main">
              <a:ext uri="{FF2B5EF4-FFF2-40B4-BE49-F238E27FC236}">
                <a16:creationId xmlns:a16="http://schemas.microsoft.com/office/drawing/2014/main" id="{6DDADC31-3165-4854-8401-483FA64A0240}"/>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AI Native 轉型的五級能力演進</a:t>
            </a:r>
          </a:p>
        </p:txBody>
      </p:sp>
      <p:sp>
        <p:nvSpPr>
          <p:cNvPr id="3" name="slide-44-line-3">
            <a:extLst xmlns:a="http://schemas.openxmlformats.org/drawingml/2006/main">
              <a:ext uri="{FF2B5EF4-FFF2-40B4-BE49-F238E27FC236}">
                <a16:creationId xmlns:a16="http://schemas.microsoft.com/office/drawing/2014/main" id="{06E72CC7-25E2-46C0-9176-0950C968DC55}"/>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44-text-4">
            <a:extLst xmlns:a="http://schemas.openxmlformats.org/drawingml/2006/main">
              <a:ext uri="{FF2B5EF4-FFF2-40B4-BE49-F238E27FC236}">
                <a16:creationId xmlns:a16="http://schemas.microsoft.com/office/drawing/2014/main" id="{C99D1ED6-D0AF-4E5A-89E4-51B0C4ABB4EA}"/>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44-line-5">
            <a:extLst xmlns:a="http://schemas.openxmlformats.org/drawingml/2006/main">
              <a:ext uri="{FF2B5EF4-FFF2-40B4-BE49-F238E27FC236}">
                <a16:creationId xmlns:a16="http://schemas.microsoft.com/office/drawing/2014/main" id="{BE238CD2-28A0-4B13-BE22-E523CFF505FB}"/>
              </a:ext>
            </a:extLst>
          </p:cNvPr>
          <p:cNvSpPr>
            <a:spLocks xmlns:a="http://schemas.openxmlformats.org/drawingml/2006/main" noGrp="1"/>
          </p:cNvSpPr>
          <p:nvPr/>
        </p:nvSpPr>
        <p:spPr>
          <a:xfrm xmlns:a="http://schemas.openxmlformats.org/drawingml/2006/main">
            <a:off x="838200" y="4686300"/>
            <a:ext cx="2133600" cy="0"/>
          </a:xfrm>
          <a:prstGeom xmlns:a="http://schemas.openxmlformats.org/drawingml/2006/main" prst="line">
            <a:avLst/>
          </a:prstGeom>
          <a:noFill xmlns:a="http://schemas.openxmlformats.org/drawingml/2006/main"/>
          <a:ln xmlns:a="http://schemas.openxmlformats.org/drawingml/2006/main" w="38100">
            <a:solidFill>
              <a:srgbClr val="315CF5"/>
            </a:solidFill>
            <a:prstDash val="solid"/>
          </a:ln>
        </p:spPr>
      </p:sp>
      <p:sp>
        <p:nvSpPr>
          <p:cNvPr id="6" name="slide-44-text-6">
            <a:extLst xmlns:a="http://schemas.openxmlformats.org/drawingml/2006/main">
              <a:ext uri="{FF2B5EF4-FFF2-40B4-BE49-F238E27FC236}">
                <a16:creationId xmlns:a16="http://schemas.microsoft.com/office/drawing/2014/main" id="{1BCEB2D2-CCEA-44C9-BD66-A6C19095E016}"/>
              </a:ext>
            </a:extLst>
          </p:cNvPr>
          <p:cNvSpPr>
            <a:spLocks xmlns:a="http://schemas.openxmlformats.org/drawingml/2006/main" noGrp="1"/>
          </p:cNvSpPr>
          <p:nvPr/>
        </p:nvSpPr>
        <p:spPr>
          <a:xfrm xmlns:a="http://schemas.openxmlformats.org/drawingml/2006/main">
            <a:off x="838200" y="4143375"/>
            <a:ext cx="21336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15CF5"/>
                </a:solidFill>
                <a:latin typeface="PingFang TC"/>
                <a:ea typeface="PingFang TC"/>
                <a:cs typeface="PingFang TC"/>
              </a:defRPr>
            </a:pPr>
            <a:r>
              <a:rPr sz="2850" b="1">
                <a:solidFill>
                  <a:srgbClr val="315CF5"/>
                </a:solidFill>
                <a:latin typeface="PingFang TC"/>
                <a:ea typeface="PingFang TC"/>
                <a:cs typeface="PingFang TC"/>
              </a:rPr>
              <a:t>L1</a:t>
            </a:r>
          </a:p>
        </p:txBody>
      </p:sp>
      <p:sp>
        <p:nvSpPr>
          <p:cNvPr id="7" name="slide-44-text-7">
            <a:extLst xmlns:a="http://schemas.openxmlformats.org/drawingml/2006/main">
              <a:ext uri="{FF2B5EF4-FFF2-40B4-BE49-F238E27FC236}">
                <a16:creationId xmlns:a16="http://schemas.microsoft.com/office/drawing/2014/main" id="{F3432756-FAAE-43E9-B370-476C09D585AC}"/>
              </a:ext>
            </a:extLst>
          </p:cNvPr>
          <p:cNvSpPr>
            <a:spLocks xmlns:a="http://schemas.openxmlformats.org/drawingml/2006/main" noGrp="1"/>
          </p:cNvSpPr>
          <p:nvPr/>
        </p:nvSpPr>
        <p:spPr>
          <a:xfrm xmlns:a="http://schemas.openxmlformats.org/drawingml/2006/main">
            <a:off x="838200" y="4962525"/>
            <a:ext cx="21717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B1830"/>
                </a:solidFill>
                <a:latin typeface="PingFang TC"/>
                <a:ea typeface="PingFang TC"/>
                <a:cs typeface="PingFang TC"/>
              </a:defRPr>
            </a:pPr>
            <a:r>
              <a:rPr sz="2025" b="1">
                <a:solidFill>
                  <a:srgbClr val="0B1830"/>
                </a:solidFill>
                <a:latin typeface="PingFang TC"/>
                <a:ea typeface="PingFang TC"/>
                <a:cs typeface="PingFang TC"/>
              </a:rPr>
              <a:t>個人工具</a:t>
            </a:r>
          </a:p>
        </p:txBody>
      </p:sp>
      <p:sp>
        <p:nvSpPr>
          <p:cNvPr id="8" name="slide-44-text-8">
            <a:extLst xmlns:a="http://schemas.openxmlformats.org/drawingml/2006/main">
              <a:ext uri="{FF2B5EF4-FFF2-40B4-BE49-F238E27FC236}">
                <a16:creationId xmlns:a16="http://schemas.microsoft.com/office/drawing/2014/main" id="{8D0D40E9-31EA-410C-B154-52E6965A442E}"/>
              </a:ext>
            </a:extLst>
          </p:cNvPr>
          <p:cNvSpPr>
            <a:spLocks xmlns:a="http://schemas.openxmlformats.org/drawingml/2006/main" noGrp="1"/>
          </p:cNvSpPr>
          <p:nvPr/>
        </p:nvSpPr>
        <p:spPr>
          <a:xfrm xmlns:a="http://schemas.openxmlformats.org/drawingml/2006/main">
            <a:off x="838200" y="5438775"/>
            <a:ext cx="21717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2627A"/>
                </a:solidFill>
                <a:latin typeface="PingFang TC"/>
                <a:ea typeface="PingFang TC"/>
                <a:cs typeface="PingFang TC"/>
              </a:defRPr>
            </a:pPr>
            <a:r>
              <a:rPr sz="1650" b="0">
                <a:solidFill>
                  <a:srgbClr val="52627A"/>
                </a:solidFill>
                <a:latin typeface="PingFang TC"/>
                <a:ea typeface="PingFang TC"/>
                <a:cs typeface="PingFang TC"/>
              </a:rPr>
              <a:t>步驟提效</a:t>
            </a:r>
          </a:p>
        </p:txBody>
      </p:sp>
      <p:sp>
        <p:nvSpPr>
          <p:cNvPr id="9" name="slide-44-line-9">
            <a:extLst xmlns:a="http://schemas.openxmlformats.org/drawingml/2006/main">
              <a:ext uri="{FF2B5EF4-FFF2-40B4-BE49-F238E27FC236}">
                <a16:creationId xmlns:a16="http://schemas.microsoft.com/office/drawing/2014/main" id="{1178E85F-0FDF-465D-946B-D2C971ADB953}"/>
              </a:ext>
            </a:extLst>
          </p:cNvPr>
          <p:cNvSpPr>
            <a:spLocks xmlns:a="http://schemas.openxmlformats.org/drawingml/2006/main" noGrp="1"/>
          </p:cNvSpPr>
          <p:nvPr/>
        </p:nvSpPr>
        <p:spPr>
          <a:xfrm xmlns:a="http://schemas.openxmlformats.org/drawingml/2006/main">
            <a:off x="3276600" y="4305300"/>
            <a:ext cx="2133600" cy="0"/>
          </a:xfrm>
          <a:prstGeom xmlns:a="http://schemas.openxmlformats.org/drawingml/2006/main" prst="line">
            <a:avLst/>
          </a:prstGeom>
          <a:noFill xmlns:a="http://schemas.openxmlformats.org/drawingml/2006/main"/>
          <a:ln xmlns:a="http://schemas.openxmlformats.org/drawingml/2006/main" w="38100">
            <a:solidFill>
              <a:srgbClr val="315CF5"/>
            </a:solidFill>
            <a:prstDash val="solid"/>
          </a:ln>
        </p:spPr>
      </p:sp>
      <p:sp>
        <p:nvSpPr>
          <p:cNvPr id="10" name="slide-44-text-10">
            <a:extLst xmlns:a="http://schemas.openxmlformats.org/drawingml/2006/main">
              <a:ext uri="{FF2B5EF4-FFF2-40B4-BE49-F238E27FC236}">
                <a16:creationId xmlns:a16="http://schemas.microsoft.com/office/drawing/2014/main" id="{A3A0D0CC-2353-4BE6-90F9-8A51A7BBBC76}"/>
              </a:ext>
            </a:extLst>
          </p:cNvPr>
          <p:cNvSpPr>
            <a:spLocks xmlns:a="http://schemas.openxmlformats.org/drawingml/2006/main" noGrp="1"/>
          </p:cNvSpPr>
          <p:nvPr/>
        </p:nvSpPr>
        <p:spPr>
          <a:xfrm xmlns:a="http://schemas.openxmlformats.org/drawingml/2006/main">
            <a:off x="3276600" y="3762375"/>
            <a:ext cx="21336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15CF5"/>
                </a:solidFill>
                <a:latin typeface="PingFang TC"/>
                <a:ea typeface="PingFang TC"/>
                <a:cs typeface="PingFang TC"/>
              </a:defRPr>
            </a:pPr>
            <a:r>
              <a:rPr sz="2850" b="1">
                <a:solidFill>
                  <a:srgbClr val="315CF5"/>
                </a:solidFill>
                <a:latin typeface="PingFang TC"/>
                <a:ea typeface="PingFang TC"/>
                <a:cs typeface="PingFang TC"/>
              </a:rPr>
              <a:t>L2</a:t>
            </a:r>
          </a:p>
        </p:txBody>
      </p:sp>
      <p:sp>
        <p:nvSpPr>
          <p:cNvPr id="11" name="slide-44-text-11">
            <a:extLst xmlns:a="http://schemas.openxmlformats.org/drawingml/2006/main">
              <a:ext uri="{FF2B5EF4-FFF2-40B4-BE49-F238E27FC236}">
                <a16:creationId xmlns:a16="http://schemas.microsoft.com/office/drawing/2014/main" id="{FAD3C1B4-D7B7-4518-B1AD-2F0332B56A54}"/>
              </a:ext>
            </a:extLst>
          </p:cNvPr>
          <p:cNvSpPr>
            <a:spLocks xmlns:a="http://schemas.openxmlformats.org/drawingml/2006/main" noGrp="1"/>
          </p:cNvSpPr>
          <p:nvPr/>
        </p:nvSpPr>
        <p:spPr>
          <a:xfrm xmlns:a="http://schemas.openxmlformats.org/drawingml/2006/main">
            <a:off x="3276600" y="4581525"/>
            <a:ext cx="21717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B1830"/>
                </a:solidFill>
                <a:latin typeface="PingFang TC"/>
                <a:ea typeface="PingFang TC"/>
                <a:cs typeface="PingFang TC"/>
              </a:defRPr>
            </a:pPr>
            <a:r>
              <a:rPr sz="2025" b="1">
                <a:solidFill>
                  <a:srgbClr val="0B1830"/>
                </a:solidFill>
                <a:latin typeface="PingFang TC"/>
                <a:ea typeface="PingFang TC"/>
                <a:cs typeface="PingFang TC"/>
              </a:rPr>
              <a:t>工作流復用</a:t>
            </a:r>
          </a:p>
        </p:txBody>
      </p:sp>
      <p:sp>
        <p:nvSpPr>
          <p:cNvPr id="12" name="slide-44-text-12">
            <a:extLst xmlns:a="http://schemas.openxmlformats.org/drawingml/2006/main">
              <a:ext uri="{FF2B5EF4-FFF2-40B4-BE49-F238E27FC236}">
                <a16:creationId xmlns:a16="http://schemas.microsoft.com/office/drawing/2014/main" id="{26CD6E74-06C4-44F1-9292-2A8589F9BCA2}"/>
              </a:ext>
            </a:extLst>
          </p:cNvPr>
          <p:cNvSpPr>
            <a:spLocks xmlns:a="http://schemas.openxmlformats.org/drawingml/2006/main" noGrp="1"/>
          </p:cNvSpPr>
          <p:nvPr/>
        </p:nvSpPr>
        <p:spPr>
          <a:xfrm xmlns:a="http://schemas.openxmlformats.org/drawingml/2006/main">
            <a:off x="3276600" y="5057775"/>
            <a:ext cx="21717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2627A"/>
                </a:solidFill>
                <a:latin typeface="PingFang TC"/>
                <a:ea typeface="PingFang TC"/>
                <a:cs typeface="PingFang TC"/>
              </a:defRPr>
            </a:pPr>
            <a:r>
              <a:rPr sz="1650" b="0">
                <a:solidFill>
                  <a:srgbClr val="52627A"/>
                </a:solidFill>
                <a:latin typeface="PingFang TC"/>
                <a:ea typeface="PingFang TC"/>
                <a:cs typeface="PingFang TC"/>
              </a:rPr>
              <a:t>方法可重複</a:t>
            </a:r>
          </a:p>
        </p:txBody>
      </p:sp>
      <p:sp>
        <p:nvSpPr>
          <p:cNvPr id="13" name="slide-44-line-13">
            <a:extLst xmlns:a="http://schemas.openxmlformats.org/drawingml/2006/main">
              <a:ext uri="{FF2B5EF4-FFF2-40B4-BE49-F238E27FC236}">
                <a16:creationId xmlns:a16="http://schemas.microsoft.com/office/drawing/2014/main" id="{EC637212-1EC8-4D69-A4A8-7DD8677E2B51}"/>
              </a:ext>
            </a:extLst>
          </p:cNvPr>
          <p:cNvSpPr>
            <a:spLocks xmlns:a="http://schemas.openxmlformats.org/drawingml/2006/main" noGrp="1"/>
          </p:cNvSpPr>
          <p:nvPr/>
        </p:nvSpPr>
        <p:spPr>
          <a:xfrm xmlns:a="http://schemas.openxmlformats.org/drawingml/2006/main">
            <a:off x="5715000" y="3924300"/>
            <a:ext cx="2133600" cy="0"/>
          </a:xfrm>
          <a:prstGeom xmlns:a="http://schemas.openxmlformats.org/drawingml/2006/main" prst="line">
            <a:avLst/>
          </a:prstGeom>
          <a:noFill xmlns:a="http://schemas.openxmlformats.org/drawingml/2006/main"/>
          <a:ln xmlns:a="http://schemas.openxmlformats.org/drawingml/2006/main" w="38100">
            <a:solidFill>
              <a:srgbClr val="315CF5"/>
            </a:solidFill>
            <a:prstDash val="solid"/>
          </a:ln>
        </p:spPr>
      </p:sp>
      <p:sp>
        <p:nvSpPr>
          <p:cNvPr id="14" name="slide-44-text-14">
            <a:extLst xmlns:a="http://schemas.openxmlformats.org/drawingml/2006/main">
              <a:ext uri="{FF2B5EF4-FFF2-40B4-BE49-F238E27FC236}">
                <a16:creationId xmlns:a16="http://schemas.microsoft.com/office/drawing/2014/main" id="{0DC06631-B618-4581-994D-C1FF99797DE8}"/>
              </a:ext>
            </a:extLst>
          </p:cNvPr>
          <p:cNvSpPr>
            <a:spLocks xmlns:a="http://schemas.openxmlformats.org/drawingml/2006/main" noGrp="1"/>
          </p:cNvSpPr>
          <p:nvPr/>
        </p:nvSpPr>
        <p:spPr>
          <a:xfrm xmlns:a="http://schemas.openxmlformats.org/drawingml/2006/main">
            <a:off x="5715000" y="3381375"/>
            <a:ext cx="21336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15CF5"/>
                </a:solidFill>
                <a:latin typeface="PingFang TC"/>
                <a:ea typeface="PingFang TC"/>
                <a:cs typeface="PingFang TC"/>
              </a:defRPr>
            </a:pPr>
            <a:r>
              <a:rPr sz="2850" b="1">
                <a:solidFill>
                  <a:srgbClr val="315CF5"/>
                </a:solidFill>
                <a:latin typeface="PingFang TC"/>
                <a:ea typeface="PingFang TC"/>
                <a:cs typeface="PingFang TC"/>
              </a:rPr>
              <a:t>L3</a:t>
            </a:r>
          </a:p>
        </p:txBody>
      </p:sp>
      <p:sp>
        <p:nvSpPr>
          <p:cNvPr id="15" name="slide-44-text-15">
            <a:extLst xmlns:a="http://schemas.openxmlformats.org/drawingml/2006/main">
              <a:ext uri="{FF2B5EF4-FFF2-40B4-BE49-F238E27FC236}">
                <a16:creationId xmlns:a16="http://schemas.microsoft.com/office/drawing/2014/main" id="{1E3D2F8D-71C0-4E5D-8761-9BFF129C4BAF}"/>
              </a:ext>
            </a:extLst>
          </p:cNvPr>
          <p:cNvSpPr>
            <a:spLocks xmlns:a="http://schemas.openxmlformats.org/drawingml/2006/main" noGrp="1"/>
          </p:cNvSpPr>
          <p:nvPr/>
        </p:nvSpPr>
        <p:spPr>
          <a:xfrm xmlns:a="http://schemas.openxmlformats.org/drawingml/2006/main">
            <a:off x="5715000" y="4200525"/>
            <a:ext cx="21717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B1830"/>
                </a:solidFill>
                <a:latin typeface="PingFang TC"/>
                <a:ea typeface="PingFang TC"/>
                <a:cs typeface="PingFang TC"/>
              </a:defRPr>
            </a:pPr>
            <a:r>
              <a:rPr sz="2025" b="1">
                <a:solidFill>
                  <a:srgbClr val="0B1830"/>
                </a:solidFill>
                <a:latin typeface="PingFang TC"/>
                <a:ea typeface="PingFang TC"/>
                <a:cs typeface="PingFang TC"/>
              </a:rPr>
              <a:t>託管執行</a:t>
            </a:r>
          </a:p>
        </p:txBody>
      </p:sp>
      <p:sp>
        <p:nvSpPr>
          <p:cNvPr id="16" name="slide-44-text-16">
            <a:extLst xmlns:a="http://schemas.openxmlformats.org/drawingml/2006/main">
              <a:ext uri="{FF2B5EF4-FFF2-40B4-BE49-F238E27FC236}">
                <a16:creationId xmlns:a16="http://schemas.microsoft.com/office/drawing/2014/main" id="{F948F952-81A5-43AE-93DC-E084077B4D90}"/>
              </a:ext>
            </a:extLst>
          </p:cNvPr>
          <p:cNvSpPr>
            <a:spLocks xmlns:a="http://schemas.openxmlformats.org/drawingml/2006/main" noGrp="1"/>
          </p:cNvSpPr>
          <p:nvPr/>
        </p:nvSpPr>
        <p:spPr>
          <a:xfrm xmlns:a="http://schemas.openxmlformats.org/drawingml/2006/main">
            <a:off x="5715000" y="4676775"/>
            <a:ext cx="21717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2627A"/>
                </a:solidFill>
                <a:latin typeface="PingFang TC"/>
                <a:ea typeface="PingFang TC"/>
                <a:cs typeface="PingFang TC"/>
              </a:defRPr>
            </a:pPr>
            <a:r>
              <a:rPr sz="1650" b="0">
                <a:solidFill>
                  <a:srgbClr val="52627A"/>
                </a:solidFill>
                <a:latin typeface="PingFang TC"/>
                <a:ea typeface="PingFang TC"/>
                <a:cs typeface="PingFang TC"/>
              </a:rPr>
              <a:t>環境受治理</a:t>
            </a:r>
          </a:p>
        </p:txBody>
      </p:sp>
      <p:sp>
        <p:nvSpPr>
          <p:cNvPr id="17" name="slide-44-line-17">
            <a:extLst xmlns:a="http://schemas.openxmlformats.org/drawingml/2006/main">
              <a:ext uri="{FF2B5EF4-FFF2-40B4-BE49-F238E27FC236}">
                <a16:creationId xmlns:a16="http://schemas.microsoft.com/office/drawing/2014/main" id="{F240E87E-53FA-423E-8693-A4FBECAE97A8}"/>
              </a:ext>
            </a:extLst>
          </p:cNvPr>
          <p:cNvSpPr>
            <a:spLocks xmlns:a="http://schemas.openxmlformats.org/drawingml/2006/main" noGrp="1"/>
          </p:cNvSpPr>
          <p:nvPr/>
        </p:nvSpPr>
        <p:spPr>
          <a:xfrm xmlns:a="http://schemas.openxmlformats.org/drawingml/2006/main">
            <a:off x="8153400" y="3543300"/>
            <a:ext cx="2133600" cy="0"/>
          </a:xfrm>
          <a:prstGeom xmlns:a="http://schemas.openxmlformats.org/drawingml/2006/main" prst="line">
            <a:avLst/>
          </a:prstGeom>
          <a:noFill xmlns:a="http://schemas.openxmlformats.org/drawingml/2006/main"/>
          <a:ln xmlns:a="http://schemas.openxmlformats.org/drawingml/2006/main" w="38100">
            <a:solidFill>
              <a:srgbClr val="315CF5"/>
            </a:solidFill>
            <a:prstDash val="solid"/>
          </a:ln>
        </p:spPr>
      </p:sp>
      <p:sp>
        <p:nvSpPr>
          <p:cNvPr id="18" name="slide-44-text-18">
            <a:extLst xmlns:a="http://schemas.openxmlformats.org/drawingml/2006/main">
              <a:ext uri="{FF2B5EF4-FFF2-40B4-BE49-F238E27FC236}">
                <a16:creationId xmlns:a16="http://schemas.microsoft.com/office/drawing/2014/main" id="{CEF8AEBE-AA2C-4979-82D0-A599E741E9CC}"/>
              </a:ext>
            </a:extLst>
          </p:cNvPr>
          <p:cNvSpPr>
            <a:spLocks xmlns:a="http://schemas.openxmlformats.org/drawingml/2006/main" noGrp="1"/>
          </p:cNvSpPr>
          <p:nvPr/>
        </p:nvSpPr>
        <p:spPr>
          <a:xfrm xmlns:a="http://schemas.openxmlformats.org/drawingml/2006/main">
            <a:off x="8153400" y="3000375"/>
            <a:ext cx="21336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15CF5"/>
                </a:solidFill>
                <a:latin typeface="PingFang TC"/>
                <a:ea typeface="PingFang TC"/>
                <a:cs typeface="PingFang TC"/>
              </a:defRPr>
            </a:pPr>
            <a:r>
              <a:rPr sz="2850" b="1">
                <a:solidFill>
                  <a:srgbClr val="315CF5"/>
                </a:solidFill>
                <a:latin typeface="PingFang TC"/>
                <a:ea typeface="PingFang TC"/>
                <a:cs typeface="PingFang TC"/>
              </a:rPr>
              <a:t>L4</a:t>
            </a:r>
          </a:p>
        </p:txBody>
      </p:sp>
      <p:sp>
        <p:nvSpPr>
          <p:cNvPr id="19" name="slide-44-text-19">
            <a:extLst xmlns:a="http://schemas.openxmlformats.org/drawingml/2006/main">
              <a:ext uri="{FF2B5EF4-FFF2-40B4-BE49-F238E27FC236}">
                <a16:creationId xmlns:a16="http://schemas.microsoft.com/office/drawing/2014/main" id="{ABF78227-CADD-41FB-BB35-0779CAE25938}"/>
              </a:ext>
            </a:extLst>
          </p:cNvPr>
          <p:cNvSpPr>
            <a:spLocks xmlns:a="http://schemas.openxmlformats.org/drawingml/2006/main" noGrp="1"/>
          </p:cNvSpPr>
          <p:nvPr/>
        </p:nvSpPr>
        <p:spPr>
          <a:xfrm xmlns:a="http://schemas.openxmlformats.org/drawingml/2006/main">
            <a:off x="8153400" y="3819525"/>
            <a:ext cx="21717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B1830"/>
                </a:solidFill>
                <a:latin typeface="PingFang TC"/>
                <a:ea typeface="PingFang TC"/>
                <a:cs typeface="PingFang TC"/>
              </a:defRPr>
            </a:pPr>
            <a:r>
              <a:rPr sz="2025" b="1">
                <a:solidFill>
                  <a:srgbClr val="0B1830"/>
                </a:solidFill>
                <a:latin typeface="PingFang TC"/>
                <a:ea typeface="PingFang TC"/>
                <a:cs typeface="PingFang TC"/>
              </a:rPr>
              <a:t>共享狀態</a:t>
            </a:r>
          </a:p>
        </p:txBody>
      </p:sp>
      <p:sp>
        <p:nvSpPr>
          <p:cNvPr id="20" name="slide-44-text-20">
            <a:extLst xmlns:a="http://schemas.openxmlformats.org/drawingml/2006/main">
              <a:ext uri="{FF2B5EF4-FFF2-40B4-BE49-F238E27FC236}">
                <a16:creationId xmlns:a16="http://schemas.microsoft.com/office/drawing/2014/main" id="{4094FF61-F484-4908-9A32-A295164F0068}"/>
              </a:ext>
            </a:extLst>
          </p:cNvPr>
          <p:cNvSpPr>
            <a:spLocks xmlns:a="http://schemas.openxmlformats.org/drawingml/2006/main" noGrp="1"/>
          </p:cNvSpPr>
          <p:nvPr/>
        </p:nvSpPr>
        <p:spPr>
          <a:xfrm xmlns:a="http://schemas.openxmlformats.org/drawingml/2006/main">
            <a:off x="8153400" y="4295775"/>
            <a:ext cx="21717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2627A"/>
                </a:solidFill>
                <a:latin typeface="PingFang TC"/>
                <a:ea typeface="PingFang TC"/>
                <a:cs typeface="PingFang TC"/>
              </a:defRPr>
            </a:pPr>
            <a:r>
              <a:rPr sz="1650" b="0">
                <a:solidFill>
                  <a:srgbClr val="52627A"/>
                </a:solidFill>
                <a:latin typeface="PingFang TC"/>
                <a:ea typeface="PingFang TC"/>
                <a:cs typeface="PingFang TC"/>
              </a:rPr>
              <a:t>跨角色一致</a:t>
            </a:r>
          </a:p>
        </p:txBody>
      </p:sp>
      <p:sp>
        <p:nvSpPr>
          <p:cNvPr id="21" name="slide-44-line-21">
            <a:extLst xmlns:a="http://schemas.openxmlformats.org/drawingml/2006/main">
              <a:ext uri="{FF2B5EF4-FFF2-40B4-BE49-F238E27FC236}">
                <a16:creationId xmlns:a16="http://schemas.microsoft.com/office/drawing/2014/main" id="{7B156AF4-D2D9-4C28-BEA7-E278B01825F2}"/>
              </a:ext>
            </a:extLst>
          </p:cNvPr>
          <p:cNvSpPr>
            <a:spLocks xmlns:a="http://schemas.openxmlformats.org/drawingml/2006/main" noGrp="1"/>
          </p:cNvSpPr>
          <p:nvPr/>
        </p:nvSpPr>
        <p:spPr>
          <a:xfrm xmlns:a="http://schemas.openxmlformats.org/drawingml/2006/main">
            <a:off x="10591800" y="3162300"/>
            <a:ext cx="2133600" cy="0"/>
          </a:xfrm>
          <a:prstGeom xmlns:a="http://schemas.openxmlformats.org/drawingml/2006/main" prst="line">
            <a:avLst/>
          </a:prstGeom>
          <a:noFill xmlns:a="http://schemas.openxmlformats.org/drawingml/2006/main"/>
          <a:ln xmlns:a="http://schemas.openxmlformats.org/drawingml/2006/main" w="38100">
            <a:solidFill>
              <a:srgbClr val="315CF5"/>
            </a:solidFill>
            <a:prstDash val="solid"/>
          </a:ln>
        </p:spPr>
      </p:sp>
      <p:sp>
        <p:nvSpPr>
          <p:cNvPr id="22" name="slide-44-text-22">
            <a:extLst xmlns:a="http://schemas.openxmlformats.org/drawingml/2006/main">
              <a:ext uri="{FF2B5EF4-FFF2-40B4-BE49-F238E27FC236}">
                <a16:creationId xmlns:a16="http://schemas.microsoft.com/office/drawing/2014/main" id="{B2E9A0F2-4644-40C5-A178-9C8153D3096B}"/>
              </a:ext>
            </a:extLst>
          </p:cNvPr>
          <p:cNvSpPr>
            <a:spLocks xmlns:a="http://schemas.openxmlformats.org/drawingml/2006/main" noGrp="1"/>
          </p:cNvSpPr>
          <p:nvPr/>
        </p:nvSpPr>
        <p:spPr>
          <a:xfrm xmlns:a="http://schemas.openxmlformats.org/drawingml/2006/main">
            <a:off x="10591800" y="2619375"/>
            <a:ext cx="2133600" cy="4922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850" b="1">
                <a:solidFill>
                  <a:srgbClr val="315CF5"/>
                </a:solidFill>
                <a:latin typeface="PingFang TC"/>
                <a:ea typeface="PingFang TC"/>
                <a:cs typeface="PingFang TC"/>
              </a:defRPr>
            </a:pPr>
            <a:r>
              <a:rPr sz="2850" b="1">
                <a:solidFill>
                  <a:srgbClr val="315CF5"/>
                </a:solidFill>
                <a:latin typeface="PingFang TC"/>
                <a:ea typeface="PingFang TC"/>
                <a:cs typeface="PingFang TC"/>
              </a:rPr>
              <a:t>L5</a:t>
            </a:r>
          </a:p>
        </p:txBody>
      </p:sp>
      <p:sp>
        <p:nvSpPr>
          <p:cNvPr id="23" name="slide-44-text-23">
            <a:extLst xmlns:a="http://schemas.openxmlformats.org/drawingml/2006/main">
              <a:ext uri="{FF2B5EF4-FFF2-40B4-BE49-F238E27FC236}">
                <a16:creationId xmlns:a16="http://schemas.microsoft.com/office/drawing/2014/main" id="{5C5570BC-AE0D-4DD3-B3C2-F56804B90C20}"/>
              </a:ext>
            </a:extLst>
          </p:cNvPr>
          <p:cNvSpPr>
            <a:spLocks xmlns:a="http://schemas.openxmlformats.org/drawingml/2006/main" noGrp="1"/>
          </p:cNvSpPr>
          <p:nvPr/>
        </p:nvSpPr>
        <p:spPr>
          <a:xfrm xmlns:a="http://schemas.openxmlformats.org/drawingml/2006/main">
            <a:off x="10591800" y="3438525"/>
            <a:ext cx="21717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0B1830"/>
                </a:solidFill>
                <a:latin typeface="PingFang TC"/>
                <a:ea typeface="PingFang TC"/>
                <a:cs typeface="PingFang TC"/>
              </a:defRPr>
            </a:pPr>
            <a:r>
              <a:rPr sz="2025" b="1">
                <a:solidFill>
                  <a:srgbClr val="0B1830"/>
                </a:solidFill>
                <a:latin typeface="PingFang TC"/>
                <a:ea typeface="PingFang TC"/>
                <a:cs typeface="PingFang TC"/>
              </a:rPr>
              <a:t>結果驅動演進</a:t>
            </a:r>
          </a:p>
        </p:txBody>
      </p:sp>
      <p:sp>
        <p:nvSpPr>
          <p:cNvPr id="24" name="slide-44-text-24">
            <a:extLst xmlns:a="http://schemas.openxmlformats.org/drawingml/2006/main">
              <a:ext uri="{FF2B5EF4-FFF2-40B4-BE49-F238E27FC236}">
                <a16:creationId xmlns:a16="http://schemas.microsoft.com/office/drawing/2014/main" id="{75AF6718-62CC-42E4-93E5-1A0F7A235B58}"/>
              </a:ext>
            </a:extLst>
          </p:cNvPr>
          <p:cNvSpPr>
            <a:spLocks xmlns:a="http://schemas.openxmlformats.org/drawingml/2006/main" noGrp="1"/>
          </p:cNvSpPr>
          <p:nvPr/>
        </p:nvSpPr>
        <p:spPr>
          <a:xfrm xmlns:a="http://schemas.openxmlformats.org/drawingml/2006/main">
            <a:off x="10591800" y="3914775"/>
            <a:ext cx="2171700" cy="284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2627A"/>
                </a:solidFill>
                <a:latin typeface="PingFang TC"/>
                <a:ea typeface="PingFang TC"/>
                <a:cs typeface="PingFang TC"/>
              </a:defRPr>
            </a:pPr>
            <a:r>
              <a:rPr sz="1650" b="0">
                <a:solidFill>
                  <a:srgbClr val="52627A"/>
                </a:solidFill>
                <a:latin typeface="PingFang TC"/>
                <a:ea typeface="PingFang TC"/>
                <a:cs typeface="PingFang TC"/>
              </a:rPr>
              <a:t>結果更新方法</a:t>
            </a:r>
          </a:p>
        </p:txBody>
      </p:sp>
      <p:sp>
        <p:nvSpPr>
          <p:cNvPr id="25" name="slide-44-text-25">
            <a:extLst xmlns:a="http://schemas.openxmlformats.org/drawingml/2006/main">
              <a:ext uri="{FF2B5EF4-FFF2-40B4-BE49-F238E27FC236}">
                <a16:creationId xmlns:a16="http://schemas.microsoft.com/office/drawing/2014/main" id="{094BFC7D-0854-4D09-A112-11211A091482}"/>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講者提出的能力診斷框架，不作組織排名，也不按日曆自動晉級。</a:t>
            </a:r>
          </a:p>
        </p:txBody>
      </p:sp>
      <p:sp>
        <p:nvSpPr>
          <p:cNvPr id="26" name="slide-44-text-26">
            <a:extLst xmlns:a="http://schemas.openxmlformats.org/drawingml/2006/main">
              <a:ext uri="{FF2B5EF4-FFF2-40B4-BE49-F238E27FC236}">
                <a16:creationId xmlns:a16="http://schemas.microsoft.com/office/drawing/2014/main" id="{75B4E33D-DDB8-41C6-B6FD-67327D9633F8}"/>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44 / 66</a:t>
            </a:r>
          </a:p>
        </p:txBody>
      </p:sp>
    </p:spTree>
    <p:extLst>
      <p:ext uri="{BB962C8B-B14F-4D97-AF65-F5344CB8AC3E}">
        <p14:creationId xmlns:p14="http://schemas.microsoft.com/office/powerpoint/2010/main" val="1859321499"/>
      </p:ext>
    </p:extLst>
  </p:cSld>
</p:sld>
</file>

<file path=ppt/slides/slide4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6" name="slide-45-text-1">
            <a:extLst xmlns:a="http://schemas.openxmlformats.org/drawingml/2006/main">
              <a:ext uri="{FF2B5EF4-FFF2-40B4-BE49-F238E27FC236}">
                <a16:creationId xmlns:a16="http://schemas.microsoft.com/office/drawing/2014/main" id="{A5AB3F6A-CD1B-489D-8B6B-4B61CC12DBF0}"/>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五級框架的邊界</a:t>
            </a:r>
          </a:p>
        </p:txBody>
      </p:sp>
      <p:sp>
        <p:nvSpPr>
          <p:cNvPr id="2" name="slide-45-text-2">
            <a:extLst xmlns:a="http://schemas.openxmlformats.org/drawingml/2006/main">
              <a:ext uri="{FF2B5EF4-FFF2-40B4-BE49-F238E27FC236}">
                <a16:creationId xmlns:a16="http://schemas.microsoft.com/office/drawing/2014/main" id="{93240447-C950-4E8B-8E87-E21C0C160434}"/>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同一團隊可以同時處於不同層次</a:t>
            </a:r>
          </a:p>
        </p:txBody>
      </p:sp>
      <p:sp>
        <p:nvSpPr>
          <p:cNvPr id="3" name="slide-45-line-3">
            <a:extLst xmlns:a="http://schemas.openxmlformats.org/drawingml/2006/main">
              <a:ext uri="{FF2B5EF4-FFF2-40B4-BE49-F238E27FC236}">
                <a16:creationId xmlns:a16="http://schemas.microsoft.com/office/drawing/2014/main" id="{9A421C99-C23E-4891-8271-47E06B38CB19}"/>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45-text-4">
            <a:extLst xmlns:a="http://schemas.openxmlformats.org/drawingml/2006/main">
              <a:ext uri="{FF2B5EF4-FFF2-40B4-BE49-F238E27FC236}">
                <a16:creationId xmlns:a16="http://schemas.microsoft.com/office/drawing/2014/main" id="{FC935052-B36F-4045-9674-ABE7FA6F69BC}"/>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45-text-5">
            <a:extLst xmlns:a="http://schemas.openxmlformats.org/drawingml/2006/main">
              <a:ext uri="{FF2B5EF4-FFF2-40B4-BE49-F238E27FC236}">
                <a16:creationId xmlns:a16="http://schemas.microsoft.com/office/drawing/2014/main" id="{3135CC51-E7DA-4569-BF0E-041CB1AA47E2}"/>
              </a:ext>
            </a:extLst>
          </p:cNvPr>
          <p:cNvSpPr>
            <a:spLocks xmlns:a="http://schemas.openxmlformats.org/drawingml/2006/main" noGrp="1"/>
          </p:cNvSpPr>
          <p:nvPr/>
        </p:nvSpPr>
        <p:spPr>
          <a:xfrm xmlns:a="http://schemas.openxmlformats.org/drawingml/2006/main">
            <a:off x="838200" y="280987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格式整理</a:t>
            </a:r>
          </a:p>
        </p:txBody>
      </p:sp>
      <p:sp>
        <p:nvSpPr>
          <p:cNvPr id="6" name="slide-45-text-6">
            <a:extLst xmlns:a="http://schemas.openxmlformats.org/drawingml/2006/main">
              <a:ext uri="{FF2B5EF4-FFF2-40B4-BE49-F238E27FC236}">
                <a16:creationId xmlns:a16="http://schemas.microsoft.com/office/drawing/2014/main" id="{29ECAD38-9B9F-40D7-8635-E3ABDF9AA15C}"/>
              </a:ext>
            </a:extLst>
          </p:cNvPr>
          <p:cNvSpPr>
            <a:spLocks xmlns:a="http://schemas.openxmlformats.org/drawingml/2006/main" noGrp="1"/>
          </p:cNvSpPr>
          <p:nvPr/>
        </p:nvSpPr>
        <p:spPr>
          <a:xfrm xmlns:a="http://schemas.openxmlformats.org/drawingml/2006/main">
            <a:off x="3619500" y="2809875"/>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方法穩定，可以反覆使用</a:t>
            </a:r>
          </a:p>
        </p:txBody>
      </p:sp>
      <p:sp>
        <p:nvSpPr>
          <p:cNvPr id="7" name="slide-45-line-7">
            <a:extLst xmlns:a="http://schemas.openxmlformats.org/drawingml/2006/main">
              <a:ext uri="{FF2B5EF4-FFF2-40B4-BE49-F238E27FC236}">
                <a16:creationId xmlns:a16="http://schemas.microsoft.com/office/drawing/2014/main" id="{2D102D93-CFDC-44A4-9291-94CFDCFABEA0}"/>
              </a:ext>
            </a:extLst>
          </p:cNvPr>
          <p:cNvSpPr>
            <a:spLocks xmlns:a="http://schemas.openxmlformats.org/drawingml/2006/main" noGrp="1"/>
          </p:cNvSpPr>
          <p:nvPr/>
        </p:nvSpPr>
        <p:spPr>
          <a:xfrm xmlns:a="http://schemas.openxmlformats.org/drawingml/2006/main">
            <a:off x="838200" y="36861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45-text-8">
            <a:extLst xmlns:a="http://schemas.openxmlformats.org/drawingml/2006/main">
              <a:ext uri="{FF2B5EF4-FFF2-40B4-BE49-F238E27FC236}">
                <a16:creationId xmlns:a16="http://schemas.microsoft.com/office/drawing/2014/main" id="{7DCEC2FA-FE65-4396-870D-1B4A7D804B59}"/>
              </a:ext>
            </a:extLst>
          </p:cNvPr>
          <p:cNvSpPr>
            <a:spLocks xmlns:a="http://schemas.openxmlformats.org/drawingml/2006/main" noGrp="1"/>
          </p:cNvSpPr>
          <p:nvPr/>
        </p:nvSpPr>
        <p:spPr>
          <a:xfrm xmlns:a="http://schemas.openxmlformats.org/drawingml/2006/main">
            <a:off x="838200" y="389572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教學適切性</a:t>
            </a:r>
          </a:p>
        </p:txBody>
      </p:sp>
      <p:sp>
        <p:nvSpPr>
          <p:cNvPr id="9" name="slide-45-text-9">
            <a:extLst xmlns:a="http://schemas.openxmlformats.org/drawingml/2006/main">
              <a:ext uri="{FF2B5EF4-FFF2-40B4-BE49-F238E27FC236}">
                <a16:creationId xmlns:a16="http://schemas.microsoft.com/office/drawing/2014/main" id="{1E9467C3-B090-4E99-8035-4B35324D6F0E}"/>
              </a:ext>
            </a:extLst>
          </p:cNvPr>
          <p:cNvSpPr>
            <a:spLocks xmlns:a="http://schemas.openxmlformats.org/drawingml/2006/main" noGrp="1"/>
          </p:cNvSpPr>
          <p:nvPr/>
        </p:nvSpPr>
        <p:spPr>
          <a:xfrm xmlns:a="http://schemas.openxmlformats.org/drawingml/2006/main">
            <a:off x="3619500" y="3895725"/>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仍需專家審查，保留具體理由</a:t>
            </a:r>
          </a:p>
        </p:txBody>
      </p:sp>
      <p:sp>
        <p:nvSpPr>
          <p:cNvPr id="10" name="slide-45-line-10">
            <a:extLst xmlns:a="http://schemas.openxmlformats.org/drawingml/2006/main">
              <a:ext uri="{FF2B5EF4-FFF2-40B4-BE49-F238E27FC236}">
                <a16:creationId xmlns:a16="http://schemas.microsoft.com/office/drawing/2014/main" id="{150F06EB-4EAF-4175-9433-684DD189ED5B}"/>
              </a:ext>
            </a:extLst>
          </p:cNvPr>
          <p:cNvSpPr>
            <a:spLocks xmlns:a="http://schemas.openxmlformats.org/drawingml/2006/main" noGrp="1"/>
          </p:cNvSpPr>
          <p:nvPr/>
        </p:nvSpPr>
        <p:spPr>
          <a:xfrm xmlns:a="http://schemas.openxmlformats.org/drawingml/2006/main">
            <a:off x="838200" y="47720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45-text-11">
            <a:extLst xmlns:a="http://schemas.openxmlformats.org/drawingml/2006/main">
              <a:ext uri="{FF2B5EF4-FFF2-40B4-BE49-F238E27FC236}">
                <a16:creationId xmlns:a16="http://schemas.microsoft.com/office/drawing/2014/main" id="{2EBB5103-CF94-4C9F-9F36-BC00D49D473D}"/>
              </a:ext>
            </a:extLst>
          </p:cNvPr>
          <p:cNvSpPr>
            <a:spLocks xmlns:a="http://schemas.openxmlformats.org/drawingml/2006/main" noGrp="1"/>
          </p:cNvSpPr>
          <p:nvPr/>
        </p:nvSpPr>
        <p:spPr>
          <a:xfrm xmlns:a="http://schemas.openxmlformats.org/drawingml/2006/main">
            <a:off x="838200" y="4981575"/>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對外發送</a:t>
            </a:r>
          </a:p>
        </p:txBody>
      </p:sp>
      <p:sp>
        <p:nvSpPr>
          <p:cNvPr id="12" name="slide-45-text-12">
            <a:extLst xmlns:a="http://schemas.openxmlformats.org/drawingml/2006/main">
              <a:ext uri="{FF2B5EF4-FFF2-40B4-BE49-F238E27FC236}">
                <a16:creationId xmlns:a16="http://schemas.microsoft.com/office/drawing/2014/main" id="{3ADFF46F-FA83-4A54-8216-FF8848F7728A}"/>
              </a:ext>
            </a:extLst>
          </p:cNvPr>
          <p:cNvSpPr>
            <a:spLocks xmlns:a="http://schemas.openxmlformats.org/drawingml/2006/main" noGrp="1"/>
          </p:cNvSpPr>
          <p:nvPr/>
        </p:nvSpPr>
        <p:spPr>
          <a:xfrm xmlns:a="http://schemas.openxmlformats.org/drawingml/2006/main">
            <a:off x="3619500" y="4981575"/>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沒有批准，便不開放執行</a:t>
            </a:r>
          </a:p>
        </p:txBody>
      </p:sp>
      <p:sp>
        <p:nvSpPr>
          <p:cNvPr id="13" name="slide-45-line-13">
            <a:extLst xmlns:a="http://schemas.openxmlformats.org/drawingml/2006/main">
              <a:ext uri="{FF2B5EF4-FFF2-40B4-BE49-F238E27FC236}">
                <a16:creationId xmlns:a16="http://schemas.microsoft.com/office/drawing/2014/main" id="{29E45049-7E2F-4B14-9EF5-53695CD5AD7D}"/>
              </a:ext>
            </a:extLst>
          </p:cNvPr>
          <p:cNvSpPr>
            <a:spLocks xmlns:a="http://schemas.openxmlformats.org/drawingml/2006/main" noGrp="1"/>
          </p:cNvSpPr>
          <p:nvPr/>
        </p:nvSpPr>
        <p:spPr>
          <a:xfrm xmlns:a="http://schemas.openxmlformats.org/drawingml/2006/main">
            <a:off x="838200" y="58578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45-text-14">
            <a:extLst xmlns:a="http://schemas.openxmlformats.org/drawingml/2006/main">
              <a:ext uri="{FF2B5EF4-FFF2-40B4-BE49-F238E27FC236}">
                <a16:creationId xmlns:a16="http://schemas.microsoft.com/office/drawing/2014/main" id="{5040D7A5-6B60-47B1-9EA3-5363774C3EF7}"/>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構擬能力剖面。人工參與可以是合理設計，而非需要消除的障礙。</a:t>
            </a:r>
          </a:p>
        </p:txBody>
      </p:sp>
      <p:sp>
        <p:nvSpPr>
          <p:cNvPr id="15" name="slide-45-text-15">
            <a:extLst xmlns:a="http://schemas.openxmlformats.org/drawingml/2006/main">
              <a:ext uri="{FF2B5EF4-FFF2-40B4-BE49-F238E27FC236}">
                <a16:creationId xmlns:a16="http://schemas.microsoft.com/office/drawing/2014/main" id="{4FA79C64-EFC1-4A63-A5C0-615F6649112F}"/>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45 / 66</a:t>
            </a:r>
          </a:p>
        </p:txBody>
      </p:sp>
    </p:spTree>
    <p:extLst>
      <p:ext uri="{BB962C8B-B14F-4D97-AF65-F5344CB8AC3E}">
        <p14:creationId xmlns:p14="http://schemas.microsoft.com/office/powerpoint/2010/main" val="1363452338"/>
      </p:ext>
    </p:extLst>
  </p:cSld>
</p:sld>
</file>

<file path=ppt/slides/slide4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9" name="slide-46-text-1">
            <a:extLst xmlns:a="http://schemas.openxmlformats.org/drawingml/2006/main">
              <a:ext uri="{FF2B5EF4-FFF2-40B4-BE49-F238E27FC236}">
                <a16:creationId xmlns:a16="http://schemas.microsoft.com/office/drawing/2014/main" id="{F77A1567-A0A8-488E-9CC0-865F2E69D192}"/>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對產品團隊的要求</a:t>
            </a:r>
          </a:p>
        </p:txBody>
      </p:sp>
      <p:sp>
        <p:nvSpPr>
          <p:cNvPr id="2" name="slide-46-text-2">
            <a:extLst xmlns:a="http://schemas.openxmlformats.org/drawingml/2006/main">
              <a:ext uri="{FF2B5EF4-FFF2-40B4-BE49-F238E27FC236}">
                <a16:creationId xmlns:a16="http://schemas.microsoft.com/office/drawing/2014/main" id="{B357C38C-7645-4058-9089-19859A33272D}"/>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產品團隊保留判斷的來由</a:t>
            </a:r>
          </a:p>
        </p:txBody>
      </p:sp>
      <p:sp>
        <p:nvSpPr>
          <p:cNvPr id="3" name="slide-46-line-3">
            <a:extLst xmlns:a="http://schemas.openxmlformats.org/drawingml/2006/main">
              <a:ext uri="{FF2B5EF4-FFF2-40B4-BE49-F238E27FC236}">
                <a16:creationId xmlns:a16="http://schemas.microsoft.com/office/drawing/2014/main" id="{B2AA8B10-61B0-4CE4-866D-9B3204E0618E}"/>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46-text-4">
            <a:extLst xmlns:a="http://schemas.openxmlformats.org/drawingml/2006/main">
              <a:ext uri="{FF2B5EF4-FFF2-40B4-BE49-F238E27FC236}">
                <a16:creationId xmlns:a16="http://schemas.microsoft.com/office/drawing/2014/main" id="{6365FD36-C707-401E-9011-AAAF5500A01C}"/>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46-text-5">
            <a:extLst xmlns:a="http://schemas.openxmlformats.org/drawingml/2006/main">
              <a:ext uri="{FF2B5EF4-FFF2-40B4-BE49-F238E27FC236}">
                <a16:creationId xmlns:a16="http://schemas.microsoft.com/office/drawing/2014/main" id="{84871BF8-3C51-4183-BF30-8DCB64D03A4B}"/>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46-line-6">
            <a:extLst xmlns:a="http://schemas.openxmlformats.org/drawingml/2006/main">
              <a:ext uri="{FF2B5EF4-FFF2-40B4-BE49-F238E27FC236}">
                <a16:creationId xmlns:a16="http://schemas.microsoft.com/office/drawing/2014/main" id="{8B781DAF-26DC-42EC-B155-D2B7BD952A3E}"/>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46-text-7">
            <a:extLst xmlns:a="http://schemas.openxmlformats.org/drawingml/2006/main">
              <a:ext uri="{FF2B5EF4-FFF2-40B4-BE49-F238E27FC236}">
                <a16:creationId xmlns:a16="http://schemas.microsoft.com/office/drawing/2014/main" id="{9082129A-3E03-449F-AB43-ED8BAB1A7F9D}"/>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來源</a:t>
            </a:r>
          </a:p>
        </p:txBody>
      </p:sp>
      <p:sp>
        <p:nvSpPr>
          <p:cNvPr id="8" name="slide-46-text-8">
            <a:extLst xmlns:a="http://schemas.openxmlformats.org/drawingml/2006/main">
              <a:ext uri="{FF2B5EF4-FFF2-40B4-BE49-F238E27FC236}">
                <a16:creationId xmlns:a16="http://schemas.microsoft.com/office/drawing/2014/main" id="{33FA1F60-8923-4DE2-AF8E-920E8E825BBF}"/>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教師回饋</a:t>
            </a:r>
          </a:p>
        </p:txBody>
      </p:sp>
      <p:sp>
        <p:nvSpPr>
          <p:cNvPr id="9" name="slide-46-line-9">
            <a:extLst xmlns:a="http://schemas.openxmlformats.org/drawingml/2006/main">
              <a:ext uri="{FF2B5EF4-FFF2-40B4-BE49-F238E27FC236}">
                <a16:creationId xmlns:a16="http://schemas.microsoft.com/office/drawing/2014/main" id="{800968DB-E70F-42F9-9D61-A1369E58F10D}"/>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0" name="slide-46-text-10">
            <a:extLst xmlns:a="http://schemas.openxmlformats.org/drawingml/2006/main">
              <a:ext uri="{FF2B5EF4-FFF2-40B4-BE49-F238E27FC236}">
                <a16:creationId xmlns:a16="http://schemas.microsoft.com/office/drawing/2014/main" id="{64813604-A177-403A-BA44-A2D4212C18CF}"/>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1" name="slide-46-line-11">
            <a:extLst xmlns:a="http://schemas.openxmlformats.org/drawingml/2006/main">
              <a:ext uri="{FF2B5EF4-FFF2-40B4-BE49-F238E27FC236}">
                <a16:creationId xmlns:a16="http://schemas.microsoft.com/office/drawing/2014/main" id="{B18432E8-B703-4A3A-B33C-93B53681A847}"/>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2" name="slide-46-text-12">
            <a:extLst xmlns:a="http://schemas.openxmlformats.org/drawingml/2006/main">
              <a:ext uri="{FF2B5EF4-FFF2-40B4-BE49-F238E27FC236}">
                <a16:creationId xmlns:a16="http://schemas.microsoft.com/office/drawing/2014/main" id="{E10FA855-9E8C-44F6-A16A-504C0927490B}"/>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解釋</a:t>
            </a:r>
          </a:p>
        </p:txBody>
      </p:sp>
      <p:sp>
        <p:nvSpPr>
          <p:cNvPr id="13" name="slide-46-text-13">
            <a:extLst xmlns:a="http://schemas.openxmlformats.org/drawingml/2006/main">
              <a:ext uri="{FF2B5EF4-FFF2-40B4-BE49-F238E27FC236}">
                <a16:creationId xmlns:a16="http://schemas.microsoft.com/office/drawing/2014/main" id="{8778F837-D6F1-440D-889F-BCDDC2EB7096}"/>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可能節省</a:t>
            </a:r>
          </a:p>
        </p:txBody>
      </p:sp>
      <p:sp>
        <p:nvSpPr>
          <p:cNvPr id="14" name="slide-46-text-14">
            <a:extLst xmlns:a="http://schemas.openxmlformats.org/drawingml/2006/main">
              <a:ext uri="{FF2B5EF4-FFF2-40B4-BE49-F238E27FC236}">
                <a16:creationId xmlns:a16="http://schemas.microsoft.com/office/drawing/2014/main" id="{3E371DA0-39E9-4E5D-93BC-77CDC63188BF}"/>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選材時間</a:t>
            </a:r>
          </a:p>
        </p:txBody>
      </p:sp>
      <p:sp>
        <p:nvSpPr>
          <p:cNvPr id="15" name="slide-46-line-15">
            <a:extLst xmlns:a="http://schemas.openxmlformats.org/drawingml/2006/main">
              <a:ext uri="{FF2B5EF4-FFF2-40B4-BE49-F238E27FC236}">
                <a16:creationId xmlns:a16="http://schemas.microsoft.com/office/drawing/2014/main" id="{D283AF00-5ED7-4D36-B4F1-CD6F8182DA1E}"/>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6" name="slide-46-text-16">
            <a:extLst xmlns:a="http://schemas.openxmlformats.org/drawingml/2006/main">
              <a:ext uri="{FF2B5EF4-FFF2-40B4-BE49-F238E27FC236}">
                <a16:creationId xmlns:a16="http://schemas.microsoft.com/office/drawing/2014/main" id="{DDE23F4A-F943-477E-B039-BF8C9C79BC7E}"/>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7" name="slide-46-line-17">
            <a:extLst xmlns:a="http://schemas.openxmlformats.org/drawingml/2006/main">
              <a:ext uri="{FF2B5EF4-FFF2-40B4-BE49-F238E27FC236}">
                <a16:creationId xmlns:a16="http://schemas.microsoft.com/office/drawing/2014/main" id="{F04D86A7-92B5-41BD-B0D1-69B1FD95CF41}"/>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8" name="slide-46-text-18">
            <a:extLst xmlns:a="http://schemas.openxmlformats.org/drawingml/2006/main">
              <a:ext uri="{FF2B5EF4-FFF2-40B4-BE49-F238E27FC236}">
                <a16:creationId xmlns:a16="http://schemas.microsoft.com/office/drawing/2014/main" id="{1C88F40A-D413-434E-B772-1A023C490B4E}"/>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決策</a:t>
            </a:r>
          </a:p>
        </p:txBody>
      </p:sp>
      <p:sp>
        <p:nvSpPr>
          <p:cNvPr id="19" name="slide-46-text-19">
            <a:extLst xmlns:a="http://schemas.openxmlformats.org/drawingml/2006/main">
              <a:ext uri="{FF2B5EF4-FFF2-40B4-BE49-F238E27FC236}">
                <a16:creationId xmlns:a16="http://schemas.microsoft.com/office/drawing/2014/main" id="{3F2FFFC6-4FAB-4DE2-BB79-6B6B76685EC5}"/>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安排一次</a:t>
            </a:r>
          </a:p>
        </p:txBody>
      </p:sp>
      <p:sp>
        <p:nvSpPr>
          <p:cNvPr id="20" name="slide-46-text-20">
            <a:extLst xmlns:a="http://schemas.openxmlformats.org/drawingml/2006/main">
              <a:ext uri="{FF2B5EF4-FFF2-40B4-BE49-F238E27FC236}">
                <a16:creationId xmlns:a16="http://schemas.microsoft.com/office/drawing/2014/main" id="{EA277F96-6CC3-434E-BB59-EBBFC002421E}"/>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備課觀察</a:t>
            </a:r>
          </a:p>
        </p:txBody>
      </p:sp>
      <p:sp>
        <p:nvSpPr>
          <p:cNvPr id="21" name="slide-46-line-21">
            <a:extLst xmlns:a="http://schemas.openxmlformats.org/drawingml/2006/main">
              <a:ext uri="{FF2B5EF4-FFF2-40B4-BE49-F238E27FC236}">
                <a16:creationId xmlns:a16="http://schemas.microsoft.com/office/drawing/2014/main" id="{9D2765C2-FEFD-4E86-A657-2726426CA3FA}"/>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22" name="slide-46-text-22">
            <a:extLst xmlns:a="http://schemas.openxmlformats.org/drawingml/2006/main">
              <a:ext uri="{FF2B5EF4-FFF2-40B4-BE49-F238E27FC236}">
                <a16:creationId xmlns:a16="http://schemas.microsoft.com/office/drawing/2014/main" id="{750EC992-296A-4A48-995A-AD3C3EB1495E}"/>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23" name="slide-46-line-23">
            <a:extLst xmlns:a="http://schemas.openxmlformats.org/drawingml/2006/main">
              <a:ext uri="{FF2B5EF4-FFF2-40B4-BE49-F238E27FC236}">
                <a16:creationId xmlns:a16="http://schemas.microsoft.com/office/drawing/2014/main" id="{5A205292-F2E6-41A6-A715-D7A056B2C0BC}"/>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4" name="slide-46-text-24">
            <a:extLst xmlns:a="http://schemas.openxmlformats.org/drawingml/2006/main">
              <a:ext uri="{FF2B5EF4-FFF2-40B4-BE49-F238E27FC236}">
                <a16:creationId xmlns:a16="http://schemas.microsoft.com/office/drawing/2014/main" id="{298FF800-0578-4928-824C-CFD8CDD20612}"/>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結果</a:t>
            </a:r>
          </a:p>
        </p:txBody>
      </p:sp>
      <p:sp>
        <p:nvSpPr>
          <p:cNvPr id="25" name="slide-46-text-25">
            <a:extLst xmlns:a="http://schemas.openxmlformats.org/drawingml/2006/main">
              <a:ext uri="{FF2B5EF4-FFF2-40B4-BE49-F238E27FC236}">
                <a16:creationId xmlns:a16="http://schemas.microsoft.com/office/drawing/2014/main" id="{D7DF0D3F-3FA4-4F4A-B26B-B0E17836B2B9}"/>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保留或修訂</a:t>
            </a:r>
          </a:p>
        </p:txBody>
      </p:sp>
      <p:sp>
        <p:nvSpPr>
          <p:cNvPr id="26" name="slide-46-text-26">
            <a:extLst xmlns:a="http://schemas.openxmlformats.org/drawingml/2006/main">
              <a:ext uri="{FF2B5EF4-FFF2-40B4-BE49-F238E27FC236}">
                <a16:creationId xmlns:a16="http://schemas.microsoft.com/office/drawing/2014/main" id="{39F14599-DBD4-4AB3-943E-72A47FEB1C99}"/>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原有假設</a:t>
            </a:r>
          </a:p>
        </p:txBody>
      </p:sp>
      <p:sp>
        <p:nvSpPr>
          <p:cNvPr id="27" name="slide-46-text-27">
            <a:extLst xmlns:a="http://schemas.openxmlformats.org/drawingml/2006/main">
              <a:ext uri="{FF2B5EF4-FFF2-40B4-BE49-F238E27FC236}">
                <a16:creationId xmlns:a16="http://schemas.microsoft.com/office/drawing/2014/main" id="{3BD2084A-5278-48C2-9179-AD0F452A6580}"/>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候選解釋與承諾，須由具名負責人確認。</a:t>
            </a:r>
          </a:p>
        </p:txBody>
      </p:sp>
      <p:sp>
        <p:nvSpPr>
          <p:cNvPr id="28" name="slide-46-text-28">
            <a:extLst xmlns:a="http://schemas.openxmlformats.org/drawingml/2006/main">
              <a:ext uri="{FF2B5EF4-FFF2-40B4-BE49-F238E27FC236}">
                <a16:creationId xmlns:a16="http://schemas.microsoft.com/office/drawing/2014/main" id="{D3195C97-A01C-4C4C-B86F-0889EA5A4C55}"/>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46 / 66</a:t>
            </a:r>
          </a:p>
        </p:txBody>
      </p:sp>
    </p:spTree>
    <p:extLst>
      <p:ext uri="{BB962C8B-B14F-4D97-AF65-F5344CB8AC3E}">
        <p14:creationId xmlns:p14="http://schemas.microsoft.com/office/powerpoint/2010/main" val="1613693886"/>
      </p:ext>
    </p:extLst>
  </p:cSld>
</p:sld>
</file>

<file path=ppt/slides/slide47.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47-text-1">
            <a:extLst xmlns:a="http://schemas.openxmlformats.org/drawingml/2006/main">
              <a:ext uri="{FF2B5EF4-FFF2-40B4-BE49-F238E27FC236}">
                <a16:creationId xmlns:a16="http://schemas.microsoft.com/office/drawing/2014/main" id="{66929285-4D82-4F76-A30E-DC3493699F64}"/>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對內容團隊的要求</a:t>
            </a:r>
          </a:p>
        </p:txBody>
      </p:sp>
      <p:sp>
        <p:nvSpPr>
          <p:cNvPr id="2" name="slide-47-text-2">
            <a:extLst xmlns:a="http://schemas.openxmlformats.org/drawingml/2006/main">
              <a:ext uri="{FF2B5EF4-FFF2-40B4-BE49-F238E27FC236}">
                <a16:creationId xmlns:a16="http://schemas.microsoft.com/office/drawing/2014/main" id="{6551EF2C-2DBD-469F-B747-7C4BC70347DE}"/>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內容團隊建立可回查的資產</a:t>
            </a:r>
          </a:p>
        </p:txBody>
      </p:sp>
      <p:sp>
        <p:nvSpPr>
          <p:cNvPr id="3" name="slide-47-line-3">
            <a:extLst xmlns:a="http://schemas.openxmlformats.org/drawingml/2006/main">
              <a:ext uri="{FF2B5EF4-FFF2-40B4-BE49-F238E27FC236}">
                <a16:creationId xmlns:a16="http://schemas.microsoft.com/office/drawing/2014/main" id="{55B9E3DC-E352-4EB6-969F-A98A71A991CB}"/>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47-text-4">
            <a:extLst xmlns:a="http://schemas.openxmlformats.org/drawingml/2006/main">
              <a:ext uri="{FF2B5EF4-FFF2-40B4-BE49-F238E27FC236}">
                <a16:creationId xmlns:a16="http://schemas.microsoft.com/office/drawing/2014/main" id="{1E4039EE-2D4B-4170-BDD6-D4E0C239450E}"/>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47-text-5">
            <a:extLst xmlns:a="http://schemas.openxmlformats.org/drawingml/2006/main">
              <a:ext uri="{FF2B5EF4-FFF2-40B4-BE49-F238E27FC236}">
                <a16:creationId xmlns:a16="http://schemas.microsoft.com/office/drawing/2014/main" id="{FA447C89-B8FC-458B-8174-032CDE9DC98E}"/>
              </a:ext>
            </a:extLst>
          </p:cNvPr>
          <p:cNvSpPr>
            <a:spLocks xmlns:a="http://schemas.openxmlformats.org/drawingml/2006/main" noGrp="1"/>
          </p:cNvSpPr>
          <p:nvPr/>
        </p:nvSpPr>
        <p:spPr>
          <a:xfrm xmlns:a="http://schemas.openxmlformats.org/drawingml/2006/main">
            <a:off x="838200" y="2800350"/>
            <a:ext cx="276225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來源與使用範圍</a:t>
            </a:r>
          </a:p>
        </p:txBody>
      </p:sp>
      <p:sp>
        <p:nvSpPr>
          <p:cNvPr id="6" name="slide-47-text-6">
            <a:extLst xmlns:a="http://schemas.openxmlformats.org/drawingml/2006/main">
              <a:ext uri="{FF2B5EF4-FFF2-40B4-BE49-F238E27FC236}">
                <a16:creationId xmlns:a16="http://schemas.microsoft.com/office/drawing/2014/main" id="{4732B020-637E-40A8-9AF5-790BDD30BFE1}"/>
              </a:ext>
            </a:extLst>
          </p:cNvPr>
          <p:cNvSpPr>
            <a:spLocks xmlns:a="http://schemas.openxmlformats.org/drawingml/2006/main" noGrp="1"/>
          </p:cNvSpPr>
          <p:nvPr/>
        </p:nvSpPr>
        <p:spPr>
          <a:xfrm xmlns:a="http://schemas.openxmlformats.org/drawingml/2006/main">
            <a:off x="3905250" y="2800350"/>
            <a:ext cx="89725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材料出處、使用許可與適用對象</a:t>
            </a:r>
          </a:p>
        </p:txBody>
      </p:sp>
      <p:sp>
        <p:nvSpPr>
          <p:cNvPr id="7" name="slide-47-line-7">
            <a:extLst xmlns:a="http://schemas.openxmlformats.org/drawingml/2006/main">
              <a:ext uri="{FF2B5EF4-FFF2-40B4-BE49-F238E27FC236}">
                <a16:creationId xmlns:a16="http://schemas.microsoft.com/office/drawing/2014/main" id="{5659407F-E238-47C9-8BA8-40A86216B120}"/>
              </a:ext>
            </a:extLst>
          </p:cNvPr>
          <p:cNvSpPr>
            <a:spLocks xmlns:a="http://schemas.openxmlformats.org/drawingml/2006/main" noGrp="1"/>
          </p:cNvSpPr>
          <p:nvPr/>
        </p:nvSpPr>
        <p:spPr>
          <a:xfrm xmlns:a="http://schemas.openxmlformats.org/drawingml/2006/main">
            <a:off x="838200" y="36861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47-text-8">
            <a:extLst xmlns:a="http://schemas.openxmlformats.org/drawingml/2006/main">
              <a:ext uri="{FF2B5EF4-FFF2-40B4-BE49-F238E27FC236}">
                <a16:creationId xmlns:a16="http://schemas.microsoft.com/office/drawing/2014/main" id="{379E7AEB-5650-4702-8EAF-BBC55FAAA9C7}"/>
              </a:ext>
            </a:extLst>
          </p:cNvPr>
          <p:cNvSpPr>
            <a:spLocks xmlns:a="http://schemas.openxmlformats.org/drawingml/2006/main" noGrp="1"/>
          </p:cNvSpPr>
          <p:nvPr/>
        </p:nvSpPr>
        <p:spPr>
          <a:xfrm xmlns:a="http://schemas.openxmlformats.org/drawingml/2006/main">
            <a:off x="838200" y="3895725"/>
            <a:ext cx="276225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專業與版本</a:t>
            </a:r>
          </a:p>
        </p:txBody>
      </p:sp>
      <p:sp>
        <p:nvSpPr>
          <p:cNvPr id="9" name="slide-47-text-9">
            <a:extLst xmlns:a="http://schemas.openxmlformats.org/drawingml/2006/main">
              <a:ext uri="{FF2B5EF4-FFF2-40B4-BE49-F238E27FC236}">
                <a16:creationId xmlns:a16="http://schemas.microsoft.com/office/drawing/2014/main" id="{A98DBC85-02CC-4D26-AEB4-A9E4D83DAD84}"/>
              </a:ext>
            </a:extLst>
          </p:cNvPr>
          <p:cNvSpPr>
            <a:spLocks xmlns:a="http://schemas.openxmlformats.org/drawingml/2006/main" noGrp="1"/>
          </p:cNvSpPr>
          <p:nvPr/>
        </p:nvSpPr>
        <p:spPr>
          <a:xfrm xmlns:a="http://schemas.openxmlformats.org/drawingml/2006/main">
            <a:off x="3905250" y="3895725"/>
            <a:ext cx="89725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提問依據、審查人及修訂關係</a:t>
            </a:r>
          </a:p>
        </p:txBody>
      </p:sp>
      <p:sp>
        <p:nvSpPr>
          <p:cNvPr id="10" name="slide-47-line-10">
            <a:extLst xmlns:a="http://schemas.openxmlformats.org/drawingml/2006/main">
              <a:ext uri="{FF2B5EF4-FFF2-40B4-BE49-F238E27FC236}">
                <a16:creationId xmlns:a16="http://schemas.microsoft.com/office/drawing/2014/main" id="{5A6FD456-D31A-4F0A-A2D3-7C7BBAD30FDC}"/>
              </a:ext>
            </a:extLst>
          </p:cNvPr>
          <p:cNvSpPr>
            <a:spLocks xmlns:a="http://schemas.openxmlformats.org/drawingml/2006/main" noGrp="1"/>
          </p:cNvSpPr>
          <p:nvPr/>
        </p:nvSpPr>
        <p:spPr>
          <a:xfrm xmlns:a="http://schemas.openxmlformats.org/drawingml/2006/main">
            <a:off x="838200" y="478155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47-text-11">
            <a:extLst xmlns:a="http://schemas.openxmlformats.org/drawingml/2006/main">
              <a:ext uri="{FF2B5EF4-FFF2-40B4-BE49-F238E27FC236}">
                <a16:creationId xmlns:a16="http://schemas.microsoft.com/office/drawing/2014/main" id="{D3C12DBB-8F0B-4486-AD0E-F1AD622BE30A}"/>
              </a:ext>
            </a:extLst>
          </p:cNvPr>
          <p:cNvSpPr>
            <a:spLocks xmlns:a="http://schemas.openxmlformats.org/drawingml/2006/main" noGrp="1"/>
          </p:cNvSpPr>
          <p:nvPr/>
        </p:nvSpPr>
        <p:spPr>
          <a:xfrm xmlns:a="http://schemas.openxmlformats.org/drawingml/2006/main">
            <a:off x="838200" y="4991100"/>
            <a:ext cx="276225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49D4E3"/>
                </a:solidFill>
                <a:latin typeface="PingFang TC"/>
                <a:ea typeface="PingFang TC"/>
                <a:cs typeface="PingFang TC"/>
              </a:defRPr>
            </a:pPr>
            <a:r>
              <a:rPr sz="2325" b="1">
                <a:solidFill>
                  <a:srgbClr val="49D4E3"/>
                </a:solidFill>
                <a:latin typeface="PingFang TC"/>
                <a:ea typeface="PingFang TC"/>
                <a:cs typeface="PingFang TC"/>
              </a:rPr>
              <a:t>使用後回寫</a:t>
            </a:r>
          </a:p>
        </p:txBody>
      </p:sp>
      <p:sp>
        <p:nvSpPr>
          <p:cNvPr id="12" name="slide-47-text-12">
            <a:extLst xmlns:a="http://schemas.openxmlformats.org/drawingml/2006/main">
              <a:ext uri="{FF2B5EF4-FFF2-40B4-BE49-F238E27FC236}">
                <a16:creationId xmlns:a16="http://schemas.microsoft.com/office/drawing/2014/main" id="{3CE51D37-3E3A-4D7C-971C-8CFB11151728}"/>
              </a:ext>
            </a:extLst>
          </p:cNvPr>
          <p:cNvSpPr>
            <a:spLocks xmlns:a="http://schemas.openxmlformats.org/drawingml/2006/main" noGrp="1"/>
          </p:cNvSpPr>
          <p:nvPr/>
        </p:nvSpPr>
        <p:spPr>
          <a:xfrm xmlns:a="http://schemas.openxmlformats.org/drawingml/2006/main">
            <a:off x="3905250" y="4991100"/>
            <a:ext cx="897255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採用、修改、拒絕與發現的問題</a:t>
            </a:r>
          </a:p>
        </p:txBody>
      </p:sp>
      <p:sp>
        <p:nvSpPr>
          <p:cNvPr id="13" name="slide-47-line-13">
            <a:extLst xmlns:a="http://schemas.openxmlformats.org/drawingml/2006/main">
              <a:ext uri="{FF2B5EF4-FFF2-40B4-BE49-F238E27FC236}">
                <a16:creationId xmlns:a16="http://schemas.microsoft.com/office/drawing/2014/main" id="{B4DECC91-4F4F-44D1-990A-C7896E21008D}"/>
              </a:ext>
            </a:extLst>
          </p:cNvPr>
          <p:cNvSpPr>
            <a:spLocks xmlns:a="http://schemas.openxmlformats.org/drawingml/2006/main" noGrp="1"/>
          </p:cNvSpPr>
          <p:nvPr/>
        </p:nvSpPr>
        <p:spPr>
          <a:xfrm xmlns:a="http://schemas.openxmlformats.org/drawingml/2006/main">
            <a:off x="838200" y="58769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47-text-14">
            <a:extLst xmlns:a="http://schemas.openxmlformats.org/drawingml/2006/main">
              <a:ext uri="{FF2B5EF4-FFF2-40B4-BE49-F238E27FC236}">
                <a16:creationId xmlns:a16="http://schemas.microsoft.com/office/drawing/2014/main" id="{E85525F4-3024-4CE7-8546-1968A8FBA332}"/>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47 / 66</a:t>
            </a:r>
          </a:p>
        </p:txBody>
      </p:sp>
    </p:spTree>
    <p:extLst>
      <p:ext uri="{BB962C8B-B14F-4D97-AF65-F5344CB8AC3E}">
        <p14:creationId xmlns:p14="http://schemas.microsoft.com/office/powerpoint/2010/main" val="1829958072"/>
      </p:ext>
    </p:extLst>
  </p:cSld>
</p:sld>
</file>

<file path=ppt/slides/slide4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slide-48-text-1">
            <a:extLst xmlns:a="http://schemas.openxmlformats.org/drawingml/2006/main">
              <a:ext uri="{FF2B5EF4-FFF2-40B4-BE49-F238E27FC236}">
                <a16:creationId xmlns:a16="http://schemas.microsoft.com/office/drawing/2014/main" id="{23FF3CED-A9EA-43F4-B078-E20C2BC33336}"/>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對研發團隊的要求</a:t>
            </a:r>
          </a:p>
        </p:txBody>
      </p:sp>
      <p:sp>
        <p:nvSpPr>
          <p:cNvPr id="2" name="slide-48-text-2">
            <a:extLst xmlns:a="http://schemas.openxmlformats.org/drawingml/2006/main">
              <a:ext uri="{FF2B5EF4-FFF2-40B4-BE49-F238E27FC236}">
                <a16:creationId xmlns:a16="http://schemas.microsoft.com/office/drawing/2014/main" id="{AE2BF24F-1C7A-42ED-B746-9BC3D0B7A5C9}"/>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研發團隊讓執行可驗證、可恢復</a:t>
            </a:r>
          </a:p>
        </p:txBody>
      </p:sp>
      <p:sp>
        <p:nvSpPr>
          <p:cNvPr id="3" name="slide-48-line-3">
            <a:extLst xmlns:a="http://schemas.openxmlformats.org/drawingml/2006/main">
              <a:ext uri="{FF2B5EF4-FFF2-40B4-BE49-F238E27FC236}">
                <a16:creationId xmlns:a16="http://schemas.microsoft.com/office/drawing/2014/main" id="{AF2AAC99-641D-4A30-8846-372B779CCDE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48-text-4">
            <a:extLst xmlns:a="http://schemas.openxmlformats.org/drawingml/2006/main">
              <a:ext uri="{FF2B5EF4-FFF2-40B4-BE49-F238E27FC236}">
                <a16:creationId xmlns:a16="http://schemas.microsoft.com/office/drawing/2014/main" id="{86185ABE-1FE0-4EF7-B707-9A039781938F}"/>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48-text-5">
            <a:extLst xmlns:a="http://schemas.openxmlformats.org/drawingml/2006/main">
              <a:ext uri="{FF2B5EF4-FFF2-40B4-BE49-F238E27FC236}">
                <a16:creationId xmlns:a16="http://schemas.microsoft.com/office/drawing/2014/main" id="{4BA9357F-3F42-4291-A2B7-754A60270641}"/>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48-line-6">
            <a:extLst xmlns:a="http://schemas.openxmlformats.org/drawingml/2006/main">
              <a:ext uri="{FF2B5EF4-FFF2-40B4-BE49-F238E27FC236}">
                <a16:creationId xmlns:a16="http://schemas.microsoft.com/office/drawing/2014/main" id="{40054EBF-44D1-4AAB-A8C2-142FE396A9FE}"/>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48-text-7">
            <a:extLst xmlns:a="http://schemas.openxmlformats.org/drawingml/2006/main">
              <a:ext uri="{FF2B5EF4-FFF2-40B4-BE49-F238E27FC236}">
                <a16:creationId xmlns:a16="http://schemas.microsoft.com/office/drawing/2014/main" id="{C8167A72-47B1-4512-ACCA-11C253CB0D92}"/>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版本</a:t>
            </a:r>
          </a:p>
        </p:txBody>
      </p:sp>
      <p:sp>
        <p:nvSpPr>
          <p:cNvPr id="8" name="slide-48-text-8">
            <a:extLst xmlns:a="http://schemas.openxmlformats.org/drawingml/2006/main">
              <a:ext uri="{FF2B5EF4-FFF2-40B4-BE49-F238E27FC236}">
                <a16:creationId xmlns:a16="http://schemas.microsoft.com/office/drawing/2014/main" id="{225BD196-9940-44D9-9E06-A6F034E913A0}"/>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固定受檢查</a:t>
            </a:r>
          </a:p>
        </p:txBody>
      </p:sp>
      <p:sp>
        <p:nvSpPr>
          <p:cNvPr id="9" name="slide-48-text-9">
            <a:extLst xmlns:a="http://schemas.openxmlformats.org/drawingml/2006/main">
              <a:ext uri="{FF2B5EF4-FFF2-40B4-BE49-F238E27FC236}">
                <a16:creationId xmlns:a16="http://schemas.microsoft.com/office/drawing/2014/main" id="{23471F8D-F64C-4DFC-8006-FB1FBD46BE06}"/>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的改動</a:t>
            </a:r>
          </a:p>
        </p:txBody>
      </p:sp>
      <p:sp>
        <p:nvSpPr>
          <p:cNvPr id="10" name="slide-48-line-10">
            <a:extLst xmlns:a="http://schemas.openxmlformats.org/drawingml/2006/main">
              <a:ext uri="{FF2B5EF4-FFF2-40B4-BE49-F238E27FC236}">
                <a16:creationId xmlns:a16="http://schemas.microsoft.com/office/drawing/2014/main" id="{D457EE70-1088-41D1-894B-92A4006138BC}"/>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48-text-11">
            <a:extLst xmlns:a="http://schemas.openxmlformats.org/drawingml/2006/main">
              <a:ext uri="{FF2B5EF4-FFF2-40B4-BE49-F238E27FC236}">
                <a16:creationId xmlns:a16="http://schemas.microsoft.com/office/drawing/2014/main" id="{3E334FF0-7603-408F-97D9-5B66D7DF87A4}"/>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48-line-12">
            <a:extLst xmlns:a="http://schemas.openxmlformats.org/drawingml/2006/main">
              <a:ext uri="{FF2B5EF4-FFF2-40B4-BE49-F238E27FC236}">
                <a16:creationId xmlns:a16="http://schemas.microsoft.com/office/drawing/2014/main" id="{426090EB-B5DE-41FF-A71D-010C7B3C2349}"/>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48-text-13">
            <a:extLst xmlns:a="http://schemas.openxmlformats.org/drawingml/2006/main">
              <a:ext uri="{FF2B5EF4-FFF2-40B4-BE49-F238E27FC236}">
                <a16:creationId xmlns:a16="http://schemas.microsoft.com/office/drawing/2014/main" id="{57AD1253-1472-4733-997F-637B16EE74F3}"/>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驗證</a:t>
            </a:r>
          </a:p>
        </p:txBody>
      </p:sp>
      <p:sp>
        <p:nvSpPr>
          <p:cNvPr id="14" name="slide-48-text-14">
            <a:extLst xmlns:a="http://schemas.openxmlformats.org/drawingml/2006/main">
              <a:ext uri="{FF2B5EF4-FFF2-40B4-BE49-F238E27FC236}">
                <a16:creationId xmlns:a16="http://schemas.microsoft.com/office/drawing/2014/main" id="{D5074EF8-3478-48D9-916F-F544C87BE7C2}"/>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正常情況</a:t>
            </a:r>
          </a:p>
        </p:txBody>
      </p:sp>
      <p:sp>
        <p:nvSpPr>
          <p:cNvPr id="15" name="slide-48-text-15">
            <a:extLst xmlns:a="http://schemas.openxmlformats.org/drawingml/2006/main">
              <a:ext uri="{FF2B5EF4-FFF2-40B4-BE49-F238E27FC236}">
                <a16:creationId xmlns:a16="http://schemas.microsoft.com/office/drawing/2014/main" id="{542C770F-B200-4F32-94A5-348823C5B0F7}"/>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與失敗路徑</a:t>
            </a:r>
          </a:p>
        </p:txBody>
      </p:sp>
      <p:sp>
        <p:nvSpPr>
          <p:cNvPr id="16" name="slide-48-line-16">
            <a:extLst xmlns:a="http://schemas.openxmlformats.org/drawingml/2006/main">
              <a:ext uri="{FF2B5EF4-FFF2-40B4-BE49-F238E27FC236}">
                <a16:creationId xmlns:a16="http://schemas.microsoft.com/office/drawing/2014/main" id="{82A6B8A1-D5DE-488A-9FA9-DECAD4CD7F98}"/>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48-text-17">
            <a:extLst xmlns:a="http://schemas.openxmlformats.org/drawingml/2006/main">
              <a:ext uri="{FF2B5EF4-FFF2-40B4-BE49-F238E27FC236}">
                <a16:creationId xmlns:a16="http://schemas.microsoft.com/office/drawing/2014/main" id="{AB856E3E-CE3C-4429-BF17-480DD34CFAA5}"/>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48-line-18">
            <a:extLst xmlns:a="http://schemas.openxmlformats.org/drawingml/2006/main">
              <a:ext uri="{FF2B5EF4-FFF2-40B4-BE49-F238E27FC236}">
                <a16:creationId xmlns:a16="http://schemas.microsoft.com/office/drawing/2014/main" id="{081DD65A-EE25-4BC8-BCF1-4D8619EA9039}"/>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48-text-19">
            <a:extLst xmlns:a="http://schemas.openxmlformats.org/drawingml/2006/main">
              <a:ext uri="{FF2B5EF4-FFF2-40B4-BE49-F238E27FC236}">
                <a16:creationId xmlns:a16="http://schemas.microsoft.com/office/drawing/2014/main" id="{9FF8F895-F01E-4EFB-AC34-6457D35F1D23}"/>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批准</a:t>
            </a:r>
          </a:p>
        </p:txBody>
      </p:sp>
      <p:sp>
        <p:nvSpPr>
          <p:cNvPr id="20" name="slide-48-text-20">
            <a:extLst xmlns:a="http://schemas.openxmlformats.org/drawingml/2006/main">
              <a:ext uri="{FF2B5EF4-FFF2-40B4-BE49-F238E27FC236}">
                <a16:creationId xmlns:a16="http://schemas.microsoft.com/office/drawing/2014/main" id="{0A9B950E-1F91-475C-8361-A4693457B6BA}"/>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具名確認</a:t>
            </a:r>
          </a:p>
        </p:txBody>
      </p:sp>
      <p:sp>
        <p:nvSpPr>
          <p:cNvPr id="21" name="slide-48-text-21">
            <a:extLst xmlns:a="http://schemas.openxmlformats.org/drawingml/2006/main">
              <a:ext uri="{FF2B5EF4-FFF2-40B4-BE49-F238E27FC236}">
                <a16:creationId xmlns:a16="http://schemas.microsoft.com/office/drawing/2014/main" id="{85223C2B-A32D-4378-82A4-32DC6B07AF06}"/>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風險與限制</a:t>
            </a:r>
          </a:p>
        </p:txBody>
      </p:sp>
      <p:sp>
        <p:nvSpPr>
          <p:cNvPr id="22" name="slide-48-line-22">
            <a:extLst xmlns:a="http://schemas.openxmlformats.org/drawingml/2006/main">
              <a:ext uri="{FF2B5EF4-FFF2-40B4-BE49-F238E27FC236}">
                <a16:creationId xmlns:a16="http://schemas.microsoft.com/office/drawing/2014/main" id="{88556E87-7C95-4947-848E-FB8E877D000D}"/>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23" name="slide-48-text-23">
            <a:extLst xmlns:a="http://schemas.openxmlformats.org/drawingml/2006/main">
              <a:ext uri="{FF2B5EF4-FFF2-40B4-BE49-F238E27FC236}">
                <a16:creationId xmlns:a16="http://schemas.microsoft.com/office/drawing/2014/main" id="{A07C00B6-A700-4156-BD51-2DB1111749FB}"/>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24" name="slide-48-line-24">
            <a:extLst xmlns:a="http://schemas.openxmlformats.org/drawingml/2006/main">
              <a:ext uri="{FF2B5EF4-FFF2-40B4-BE49-F238E27FC236}">
                <a16:creationId xmlns:a16="http://schemas.microsoft.com/office/drawing/2014/main" id="{220CD1E7-785F-4159-9542-77F15FC0D001}"/>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5" name="slide-48-text-25">
            <a:extLst xmlns:a="http://schemas.openxmlformats.org/drawingml/2006/main">
              <a:ext uri="{FF2B5EF4-FFF2-40B4-BE49-F238E27FC236}">
                <a16:creationId xmlns:a16="http://schemas.microsoft.com/office/drawing/2014/main" id="{25925FBA-9734-461E-A12C-A0AF055C0585}"/>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恢復</a:t>
            </a:r>
          </a:p>
        </p:txBody>
      </p:sp>
      <p:sp>
        <p:nvSpPr>
          <p:cNvPr id="26" name="slide-48-text-26">
            <a:extLst xmlns:a="http://schemas.openxmlformats.org/drawingml/2006/main">
              <a:ext uri="{FF2B5EF4-FFF2-40B4-BE49-F238E27FC236}">
                <a16:creationId xmlns:a16="http://schemas.microsoft.com/office/drawing/2014/main" id="{5AEC77F9-8B07-4063-A27F-BBB12D469191}"/>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回退方案</a:t>
            </a:r>
          </a:p>
        </p:txBody>
      </p:sp>
      <p:sp>
        <p:nvSpPr>
          <p:cNvPr id="27" name="slide-48-text-27">
            <a:extLst xmlns:a="http://schemas.openxmlformats.org/drawingml/2006/main">
              <a:ext uri="{FF2B5EF4-FFF2-40B4-BE49-F238E27FC236}">
                <a16:creationId xmlns:a16="http://schemas.microsoft.com/office/drawing/2014/main" id="{DC7B2261-CE27-404F-BFF7-BC94B790283D}"/>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與運行觀察</a:t>
            </a:r>
          </a:p>
        </p:txBody>
      </p:sp>
      <p:sp>
        <p:nvSpPr>
          <p:cNvPr id="28" name="slide-48-text-28">
            <a:extLst xmlns:a="http://schemas.openxmlformats.org/drawingml/2006/main">
              <a:ext uri="{FF2B5EF4-FFF2-40B4-BE49-F238E27FC236}">
                <a16:creationId xmlns:a16="http://schemas.microsoft.com/office/drawing/2014/main" id="{F31E621B-1768-462E-A78B-CF7AA83E5B19}"/>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生成、檢查與批准應有可辨認的責任分離。</a:t>
            </a:r>
          </a:p>
        </p:txBody>
      </p:sp>
      <p:sp>
        <p:nvSpPr>
          <p:cNvPr id="29" name="slide-48-text-29">
            <a:extLst xmlns:a="http://schemas.openxmlformats.org/drawingml/2006/main">
              <a:ext uri="{FF2B5EF4-FFF2-40B4-BE49-F238E27FC236}">
                <a16:creationId xmlns:a16="http://schemas.microsoft.com/office/drawing/2014/main" id="{6A5F43B0-235B-403E-A0A5-05685E1DC927}"/>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48 / 66</a:t>
            </a:r>
          </a:p>
        </p:txBody>
      </p:sp>
    </p:spTree>
    <p:extLst>
      <p:ext uri="{BB962C8B-B14F-4D97-AF65-F5344CB8AC3E}">
        <p14:creationId xmlns:p14="http://schemas.microsoft.com/office/powerpoint/2010/main" val="990462571"/>
      </p:ext>
    </p:extLst>
  </p:cSld>
</p:sld>
</file>

<file path=ppt/slides/slide49.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0" name="slide-49-text-1">
            <a:extLst xmlns:a="http://schemas.openxmlformats.org/drawingml/2006/main">
              <a:ext uri="{FF2B5EF4-FFF2-40B4-BE49-F238E27FC236}">
                <a16:creationId xmlns:a16="http://schemas.microsoft.com/office/drawing/2014/main" id="{F0301761-4DEF-469A-B8FB-C314992EFBF2}"/>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共同狀態</a:t>
            </a:r>
          </a:p>
        </p:txBody>
      </p:sp>
      <p:sp>
        <p:nvSpPr>
          <p:cNvPr id="2" name="slide-49-text-2">
            <a:extLst xmlns:a="http://schemas.openxmlformats.org/drawingml/2006/main">
              <a:ext uri="{FF2B5EF4-FFF2-40B4-BE49-F238E27FC236}">
                <a16:creationId xmlns:a16="http://schemas.microsoft.com/office/drawing/2014/main" id="{141EBE2B-3DF0-4CC9-9590-D562956B8B40}"/>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三類專業共享同一份工作契約</a:t>
            </a:r>
          </a:p>
        </p:txBody>
      </p:sp>
      <p:sp>
        <p:nvSpPr>
          <p:cNvPr id="3" name="slide-49-line-3">
            <a:extLst xmlns:a="http://schemas.openxmlformats.org/drawingml/2006/main">
              <a:ext uri="{FF2B5EF4-FFF2-40B4-BE49-F238E27FC236}">
                <a16:creationId xmlns:a16="http://schemas.microsoft.com/office/drawing/2014/main" id="{F7C7B8FD-A8A7-43B3-8CFC-6E6D61489897}"/>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49-text-4">
            <a:extLst xmlns:a="http://schemas.openxmlformats.org/drawingml/2006/main">
              <a:ext uri="{FF2B5EF4-FFF2-40B4-BE49-F238E27FC236}">
                <a16:creationId xmlns:a16="http://schemas.microsoft.com/office/drawing/2014/main" id="{17A70E63-410A-44A1-9E2F-0B4F224B1A9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49-text-5">
            <a:extLst xmlns:a="http://schemas.openxmlformats.org/drawingml/2006/main">
              <a:ext uri="{FF2B5EF4-FFF2-40B4-BE49-F238E27FC236}">
                <a16:creationId xmlns:a16="http://schemas.microsoft.com/office/drawing/2014/main" id="{B7D97957-1105-4A7C-B0FD-956B75B7DB68}"/>
              </a:ext>
            </a:extLst>
          </p:cNvPr>
          <p:cNvSpPr>
            <a:spLocks xmlns:a="http://schemas.openxmlformats.org/drawingml/2006/main" noGrp="1"/>
          </p:cNvSpPr>
          <p:nvPr/>
        </p:nvSpPr>
        <p:spPr>
          <a:xfrm xmlns:a="http://schemas.openxmlformats.org/drawingml/2006/main">
            <a:off x="838200" y="27241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產品</a:t>
            </a:r>
          </a:p>
        </p:txBody>
      </p:sp>
      <p:sp>
        <p:nvSpPr>
          <p:cNvPr id="6" name="slide-49-line-6">
            <a:extLst xmlns:a="http://schemas.openxmlformats.org/drawingml/2006/main">
              <a:ext uri="{FF2B5EF4-FFF2-40B4-BE49-F238E27FC236}">
                <a16:creationId xmlns:a16="http://schemas.microsoft.com/office/drawing/2014/main" id="{889277E6-E479-4108-97BE-2C99D1AA790A}"/>
              </a:ext>
            </a:extLst>
          </p:cNvPr>
          <p:cNvSpPr>
            <a:spLocks xmlns:a="http://schemas.openxmlformats.org/drawingml/2006/main" noGrp="1"/>
          </p:cNvSpPr>
          <p:nvPr/>
        </p:nvSpPr>
        <p:spPr>
          <a:xfrm xmlns:a="http://schemas.openxmlformats.org/drawingml/2006/main">
            <a:off x="838200" y="31813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49-text-7">
            <a:extLst xmlns:a="http://schemas.openxmlformats.org/drawingml/2006/main">
              <a:ext uri="{FF2B5EF4-FFF2-40B4-BE49-F238E27FC236}">
                <a16:creationId xmlns:a16="http://schemas.microsoft.com/office/drawing/2014/main" id="{CB6FF854-A359-4964-80B6-B5A9AEE087C8}"/>
              </a:ext>
            </a:extLst>
          </p:cNvPr>
          <p:cNvSpPr>
            <a:spLocks xmlns:a="http://schemas.openxmlformats.org/drawingml/2006/main" noGrp="1"/>
          </p:cNvSpPr>
          <p:nvPr/>
        </p:nvSpPr>
        <p:spPr>
          <a:xfrm xmlns:a="http://schemas.openxmlformats.org/drawingml/2006/main">
            <a:off x="838200" y="3505200"/>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判斷依據</a:t>
            </a:r>
          </a:p>
        </p:txBody>
      </p:sp>
      <p:sp>
        <p:nvSpPr>
          <p:cNvPr id="8" name="slide-49-text-8">
            <a:extLst xmlns:a="http://schemas.openxmlformats.org/drawingml/2006/main">
              <a:ext uri="{FF2B5EF4-FFF2-40B4-BE49-F238E27FC236}">
                <a16:creationId xmlns:a16="http://schemas.microsoft.com/office/drawing/2014/main" id="{4C148D58-50D8-4909-AC71-BB98D811997A}"/>
              </a:ext>
            </a:extLst>
          </p:cNvPr>
          <p:cNvSpPr>
            <a:spLocks xmlns:a="http://schemas.openxmlformats.org/drawingml/2006/main" noGrp="1"/>
          </p:cNvSpPr>
          <p:nvPr/>
        </p:nvSpPr>
        <p:spPr>
          <a:xfrm xmlns:a="http://schemas.openxmlformats.org/drawingml/2006/main">
            <a:off x="838200" y="3924491"/>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承諾範圍</a:t>
            </a:r>
          </a:p>
        </p:txBody>
      </p:sp>
      <p:sp>
        <p:nvSpPr>
          <p:cNvPr id="9" name="slide-49-text-9">
            <a:extLst xmlns:a="http://schemas.openxmlformats.org/drawingml/2006/main">
              <a:ext uri="{FF2B5EF4-FFF2-40B4-BE49-F238E27FC236}">
                <a16:creationId xmlns:a16="http://schemas.microsoft.com/office/drawing/2014/main" id="{4B401BFF-4E9C-4F58-9EBA-DEB864D5A37B}"/>
              </a:ext>
            </a:extLst>
          </p:cNvPr>
          <p:cNvSpPr>
            <a:spLocks xmlns:a="http://schemas.openxmlformats.org/drawingml/2006/main" noGrp="1"/>
          </p:cNvSpPr>
          <p:nvPr/>
        </p:nvSpPr>
        <p:spPr>
          <a:xfrm xmlns:a="http://schemas.openxmlformats.org/drawingml/2006/main">
            <a:off x="5048250" y="27241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內容</a:t>
            </a:r>
          </a:p>
        </p:txBody>
      </p:sp>
      <p:sp>
        <p:nvSpPr>
          <p:cNvPr id="10" name="slide-49-line-10">
            <a:extLst xmlns:a="http://schemas.openxmlformats.org/drawingml/2006/main">
              <a:ext uri="{FF2B5EF4-FFF2-40B4-BE49-F238E27FC236}">
                <a16:creationId xmlns:a16="http://schemas.microsoft.com/office/drawing/2014/main" id="{77D4C707-1601-411C-9837-7EC4DBBC5398}"/>
              </a:ext>
            </a:extLst>
          </p:cNvPr>
          <p:cNvSpPr>
            <a:spLocks xmlns:a="http://schemas.openxmlformats.org/drawingml/2006/main" noGrp="1"/>
          </p:cNvSpPr>
          <p:nvPr/>
        </p:nvSpPr>
        <p:spPr>
          <a:xfrm xmlns:a="http://schemas.openxmlformats.org/drawingml/2006/main">
            <a:off x="5048250" y="31813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49-text-11">
            <a:extLst xmlns:a="http://schemas.openxmlformats.org/drawingml/2006/main">
              <a:ext uri="{FF2B5EF4-FFF2-40B4-BE49-F238E27FC236}">
                <a16:creationId xmlns:a16="http://schemas.microsoft.com/office/drawing/2014/main" id="{BBE9B1C9-A74A-4786-B997-95DB1074C33D}"/>
              </a:ext>
            </a:extLst>
          </p:cNvPr>
          <p:cNvSpPr>
            <a:spLocks xmlns:a="http://schemas.openxmlformats.org/drawingml/2006/main" noGrp="1"/>
          </p:cNvSpPr>
          <p:nvPr/>
        </p:nvSpPr>
        <p:spPr>
          <a:xfrm xmlns:a="http://schemas.openxmlformats.org/drawingml/2006/main">
            <a:off x="5048250" y="3505200"/>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材料版本</a:t>
            </a:r>
          </a:p>
        </p:txBody>
      </p:sp>
      <p:sp>
        <p:nvSpPr>
          <p:cNvPr id="12" name="slide-49-text-12">
            <a:extLst xmlns:a="http://schemas.openxmlformats.org/drawingml/2006/main">
              <a:ext uri="{FF2B5EF4-FFF2-40B4-BE49-F238E27FC236}">
                <a16:creationId xmlns:a16="http://schemas.microsoft.com/office/drawing/2014/main" id="{ACD9BD96-5587-4086-8E97-EA6B40B24AC2}"/>
              </a:ext>
            </a:extLst>
          </p:cNvPr>
          <p:cNvSpPr>
            <a:spLocks xmlns:a="http://schemas.openxmlformats.org/drawingml/2006/main" noGrp="1"/>
          </p:cNvSpPr>
          <p:nvPr/>
        </p:nvSpPr>
        <p:spPr>
          <a:xfrm xmlns:a="http://schemas.openxmlformats.org/drawingml/2006/main">
            <a:off x="5048250" y="3924491"/>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專業標準</a:t>
            </a:r>
          </a:p>
        </p:txBody>
      </p:sp>
      <p:sp>
        <p:nvSpPr>
          <p:cNvPr id="13" name="slide-49-text-13">
            <a:extLst xmlns:a="http://schemas.openxmlformats.org/drawingml/2006/main">
              <a:ext uri="{FF2B5EF4-FFF2-40B4-BE49-F238E27FC236}">
                <a16:creationId xmlns:a16="http://schemas.microsoft.com/office/drawing/2014/main" id="{1330DA50-210A-416D-871E-D3822BC6D3A5}"/>
              </a:ext>
            </a:extLst>
          </p:cNvPr>
          <p:cNvSpPr>
            <a:spLocks xmlns:a="http://schemas.openxmlformats.org/drawingml/2006/main" noGrp="1"/>
          </p:cNvSpPr>
          <p:nvPr/>
        </p:nvSpPr>
        <p:spPr>
          <a:xfrm xmlns:a="http://schemas.openxmlformats.org/drawingml/2006/main">
            <a:off x="9258300" y="27241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研發</a:t>
            </a:r>
          </a:p>
        </p:txBody>
      </p:sp>
      <p:sp>
        <p:nvSpPr>
          <p:cNvPr id="14" name="slide-49-line-14">
            <a:extLst xmlns:a="http://schemas.openxmlformats.org/drawingml/2006/main">
              <a:ext uri="{FF2B5EF4-FFF2-40B4-BE49-F238E27FC236}">
                <a16:creationId xmlns:a16="http://schemas.microsoft.com/office/drawing/2014/main" id="{D0FB7218-7EC4-4813-96C3-157D91EC2E7F}"/>
              </a:ext>
            </a:extLst>
          </p:cNvPr>
          <p:cNvSpPr>
            <a:spLocks xmlns:a="http://schemas.openxmlformats.org/drawingml/2006/main" noGrp="1"/>
          </p:cNvSpPr>
          <p:nvPr/>
        </p:nvSpPr>
        <p:spPr>
          <a:xfrm xmlns:a="http://schemas.openxmlformats.org/drawingml/2006/main">
            <a:off x="9258300" y="31813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5" name="slide-49-text-15">
            <a:extLst xmlns:a="http://schemas.openxmlformats.org/drawingml/2006/main">
              <a:ext uri="{FF2B5EF4-FFF2-40B4-BE49-F238E27FC236}">
                <a16:creationId xmlns:a16="http://schemas.microsoft.com/office/drawing/2014/main" id="{324D492F-D5B0-4E45-8451-0D84B31FF46F}"/>
              </a:ext>
            </a:extLst>
          </p:cNvPr>
          <p:cNvSpPr>
            <a:spLocks xmlns:a="http://schemas.openxmlformats.org/drawingml/2006/main" noGrp="1"/>
          </p:cNvSpPr>
          <p:nvPr/>
        </p:nvSpPr>
        <p:spPr>
          <a:xfrm xmlns:a="http://schemas.openxmlformats.org/drawingml/2006/main">
            <a:off x="9258300" y="3505200"/>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執行版本</a:t>
            </a:r>
          </a:p>
        </p:txBody>
      </p:sp>
      <p:sp>
        <p:nvSpPr>
          <p:cNvPr id="16" name="slide-49-text-16">
            <a:extLst xmlns:a="http://schemas.openxmlformats.org/drawingml/2006/main">
              <a:ext uri="{FF2B5EF4-FFF2-40B4-BE49-F238E27FC236}">
                <a16:creationId xmlns:a16="http://schemas.microsoft.com/office/drawing/2014/main" id="{9A7388CA-940C-435A-A3EC-A71FE0160417}"/>
              </a:ext>
            </a:extLst>
          </p:cNvPr>
          <p:cNvSpPr>
            <a:spLocks xmlns:a="http://schemas.openxmlformats.org/drawingml/2006/main" noGrp="1"/>
          </p:cNvSpPr>
          <p:nvPr/>
        </p:nvSpPr>
        <p:spPr>
          <a:xfrm xmlns:a="http://schemas.openxmlformats.org/drawingml/2006/main">
            <a:off x="9258300" y="3924491"/>
            <a:ext cx="36195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驗證與恢復</a:t>
            </a:r>
          </a:p>
        </p:txBody>
      </p:sp>
      <p:sp>
        <p:nvSpPr>
          <p:cNvPr id="17" name="slide-49-line-17">
            <a:extLst xmlns:a="http://schemas.openxmlformats.org/drawingml/2006/main">
              <a:ext uri="{FF2B5EF4-FFF2-40B4-BE49-F238E27FC236}">
                <a16:creationId xmlns:a16="http://schemas.microsoft.com/office/drawing/2014/main" id="{496AAA69-3D6C-4D9A-B64A-7B6FA93ECC4E}"/>
              </a:ext>
            </a:extLst>
          </p:cNvPr>
          <p:cNvSpPr>
            <a:spLocks xmlns:a="http://schemas.openxmlformats.org/drawingml/2006/main" noGrp="1"/>
          </p:cNvSpPr>
          <p:nvPr/>
        </p:nvSpPr>
        <p:spPr>
          <a:xfrm xmlns:a="http://schemas.openxmlformats.org/drawingml/2006/main">
            <a:off x="838200" y="5057775"/>
            <a:ext cx="120396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8" name="slide-49-text-18">
            <a:extLst xmlns:a="http://schemas.openxmlformats.org/drawingml/2006/main">
              <a:ext uri="{FF2B5EF4-FFF2-40B4-BE49-F238E27FC236}">
                <a16:creationId xmlns:a16="http://schemas.microsoft.com/office/drawing/2014/main" id="{384307E0-4F5F-4594-ADE2-91F42944F30D}"/>
              </a:ext>
            </a:extLst>
          </p:cNvPr>
          <p:cNvSpPr>
            <a:spLocks xmlns:a="http://schemas.openxmlformats.org/drawingml/2006/main" noGrp="1"/>
          </p:cNvSpPr>
          <p:nvPr/>
        </p:nvSpPr>
        <p:spPr>
          <a:xfrm xmlns:a="http://schemas.openxmlformats.org/drawingml/2006/main">
            <a:off x="838200" y="5476875"/>
            <a:ext cx="120396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FFFFFF"/>
                </a:solidFill>
                <a:latin typeface="PingFang TC"/>
                <a:ea typeface="PingFang TC"/>
                <a:cs typeface="PingFang TC"/>
              </a:defRPr>
            </a:pPr>
            <a:r>
              <a:rPr sz="2325" b="1">
                <a:solidFill>
                  <a:srgbClr val="FFFFFF"/>
                </a:solidFill>
                <a:latin typeface="PingFang TC"/>
                <a:ea typeface="PingFang TC"/>
                <a:cs typeface="PingFang TC"/>
              </a:rPr>
              <a:t>共同指向：同一目標、同一版本、同一驗收與批准記錄</a:t>
            </a:r>
          </a:p>
        </p:txBody>
      </p:sp>
      <p:sp>
        <p:nvSpPr>
          <p:cNvPr id="19" name="slide-49-text-19">
            <a:extLst xmlns:a="http://schemas.openxmlformats.org/drawingml/2006/main">
              <a:ext uri="{FF2B5EF4-FFF2-40B4-BE49-F238E27FC236}">
                <a16:creationId xmlns:a16="http://schemas.microsoft.com/office/drawing/2014/main" id="{32EEA64B-8542-4B8F-9649-5BC345C1DE55}"/>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49 / 66</a:t>
            </a:r>
          </a:p>
        </p:txBody>
      </p:sp>
    </p:spTree>
    <p:extLst>
      <p:ext uri="{BB962C8B-B14F-4D97-AF65-F5344CB8AC3E}">
        <p14:creationId xmlns:p14="http://schemas.microsoft.com/office/powerpoint/2010/main" val="308975752"/>
      </p:ext>
    </p:extLst>
  </p:cSld>
</p:sld>
</file>

<file path=ppt/slides/slide5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1" name="slide-50-text-1">
            <a:extLst xmlns:a="http://schemas.openxmlformats.org/drawingml/2006/main">
              <a:ext uri="{FF2B5EF4-FFF2-40B4-BE49-F238E27FC236}">
                <a16:creationId xmlns:a16="http://schemas.microsoft.com/office/drawing/2014/main" id="{61B5F643-E72C-472C-BCE9-2278B52E54D6}"/>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六類人類責任</a:t>
            </a:r>
          </a:p>
        </p:txBody>
      </p:sp>
      <p:sp>
        <p:nvSpPr>
          <p:cNvPr id="2" name="slide-50-text-2">
            <a:extLst xmlns:a="http://schemas.openxmlformats.org/drawingml/2006/main">
              <a:ext uri="{FF2B5EF4-FFF2-40B4-BE49-F238E27FC236}">
                <a16:creationId xmlns:a16="http://schemas.microsoft.com/office/drawing/2014/main" id="{BBD6601C-1C04-4E32-AF17-05503FC96CA1}"/>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人的工作重點：六類責任</a:t>
            </a:r>
          </a:p>
        </p:txBody>
      </p:sp>
      <p:sp>
        <p:nvSpPr>
          <p:cNvPr id="3" name="slide-50-line-3">
            <a:extLst xmlns:a="http://schemas.openxmlformats.org/drawingml/2006/main">
              <a:ext uri="{FF2B5EF4-FFF2-40B4-BE49-F238E27FC236}">
                <a16:creationId xmlns:a16="http://schemas.microsoft.com/office/drawing/2014/main" id="{96A7C938-8387-4007-97D1-6FBD8E4963DB}"/>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0-text-4">
            <a:extLst xmlns:a="http://schemas.openxmlformats.org/drawingml/2006/main">
              <a:ext uri="{FF2B5EF4-FFF2-40B4-BE49-F238E27FC236}">
                <a16:creationId xmlns:a16="http://schemas.microsoft.com/office/drawing/2014/main" id="{29422F1A-5B17-4953-9ACC-7ACACBF28DA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0-text-5">
            <a:extLst xmlns:a="http://schemas.openxmlformats.org/drawingml/2006/main">
              <a:ext uri="{FF2B5EF4-FFF2-40B4-BE49-F238E27FC236}">
                <a16:creationId xmlns:a16="http://schemas.microsoft.com/office/drawing/2014/main" id="{7F9F6140-F7C4-466A-A33B-3EBEEB1C43E8}"/>
              </a:ext>
            </a:extLst>
          </p:cNvPr>
          <p:cNvSpPr>
            <a:spLocks xmlns:a="http://schemas.openxmlformats.org/drawingml/2006/main" noGrp="1"/>
          </p:cNvSpPr>
          <p:nvPr/>
        </p:nvSpPr>
        <p:spPr>
          <a:xfrm xmlns:a="http://schemas.openxmlformats.org/drawingml/2006/main">
            <a:off x="838200" y="259080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50-text-6">
            <a:extLst xmlns:a="http://schemas.openxmlformats.org/drawingml/2006/main">
              <a:ext uri="{FF2B5EF4-FFF2-40B4-BE49-F238E27FC236}">
                <a16:creationId xmlns:a16="http://schemas.microsoft.com/office/drawing/2014/main" id="{4FEB3CE4-42E9-4FE7-A16E-C05B62230867}"/>
              </a:ext>
            </a:extLst>
          </p:cNvPr>
          <p:cNvSpPr>
            <a:spLocks xmlns:a="http://schemas.openxmlformats.org/drawingml/2006/main" noGrp="1"/>
          </p:cNvSpPr>
          <p:nvPr/>
        </p:nvSpPr>
        <p:spPr>
          <a:xfrm xmlns:a="http://schemas.openxmlformats.org/drawingml/2006/main">
            <a:off x="1628775" y="259080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目標定義</a:t>
            </a:r>
          </a:p>
        </p:txBody>
      </p:sp>
      <p:sp>
        <p:nvSpPr>
          <p:cNvPr id="7" name="slide-50-text-7">
            <a:extLst xmlns:a="http://schemas.openxmlformats.org/drawingml/2006/main">
              <a:ext uri="{FF2B5EF4-FFF2-40B4-BE49-F238E27FC236}">
                <a16:creationId xmlns:a16="http://schemas.microsoft.com/office/drawing/2014/main" id="{B2144912-801B-4E11-9509-1A5BEFAF6C19}"/>
              </a:ext>
            </a:extLst>
          </p:cNvPr>
          <p:cNvSpPr>
            <a:spLocks xmlns:a="http://schemas.openxmlformats.org/drawingml/2006/main" noGrp="1"/>
          </p:cNvSpPr>
          <p:nvPr/>
        </p:nvSpPr>
        <p:spPr>
          <a:xfrm xmlns:a="http://schemas.openxmlformats.org/drawingml/2006/main">
            <a:off x="1628775" y="309562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成功、非目標與停止條件</a:t>
            </a:r>
          </a:p>
        </p:txBody>
      </p:sp>
      <p:sp>
        <p:nvSpPr>
          <p:cNvPr id="8" name="slide-50-line-8">
            <a:extLst xmlns:a="http://schemas.openxmlformats.org/drawingml/2006/main">
              <a:ext uri="{FF2B5EF4-FFF2-40B4-BE49-F238E27FC236}">
                <a16:creationId xmlns:a16="http://schemas.microsoft.com/office/drawing/2014/main" id="{8D07BEFC-9D47-4F54-80C1-CA3C1CB01695}"/>
              </a:ext>
            </a:extLst>
          </p:cNvPr>
          <p:cNvSpPr>
            <a:spLocks xmlns:a="http://schemas.openxmlformats.org/drawingml/2006/main" noGrp="1"/>
          </p:cNvSpPr>
          <p:nvPr/>
        </p:nvSpPr>
        <p:spPr>
          <a:xfrm xmlns:a="http://schemas.openxmlformats.org/drawingml/2006/main">
            <a:off x="838200" y="360045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9" name="slide-50-text-9">
            <a:extLst xmlns:a="http://schemas.openxmlformats.org/drawingml/2006/main">
              <a:ext uri="{FF2B5EF4-FFF2-40B4-BE49-F238E27FC236}">
                <a16:creationId xmlns:a16="http://schemas.microsoft.com/office/drawing/2014/main" id="{CB6E75E2-4B16-47B9-94D4-9C2AD3512719}"/>
              </a:ext>
            </a:extLst>
          </p:cNvPr>
          <p:cNvSpPr>
            <a:spLocks xmlns:a="http://schemas.openxmlformats.org/drawingml/2006/main" noGrp="1"/>
          </p:cNvSpPr>
          <p:nvPr/>
        </p:nvSpPr>
        <p:spPr>
          <a:xfrm xmlns:a="http://schemas.openxmlformats.org/drawingml/2006/main">
            <a:off x="7124700" y="259080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0" name="slide-50-text-10">
            <a:extLst xmlns:a="http://schemas.openxmlformats.org/drawingml/2006/main">
              <a:ext uri="{FF2B5EF4-FFF2-40B4-BE49-F238E27FC236}">
                <a16:creationId xmlns:a16="http://schemas.microsoft.com/office/drawing/2014/main" id="{DAF0CCE6-F040-4479-930E-57A27F29E6E4}"/>
              </a:ext>
            </a:extLst>
          </p:cNvPr>
          <p:cNvSpPr>
            <a:spLocks xmlns:a="http://schemas.openxmlformats.org/drawingml/2006/main" noGrp="1"/>
          </p:cNvSpPr>
          <p:nvPr/>
        </p:nvSpPr>
        <p:spPr>
          <a:xfrm xmlns:a="http://schemas.openxmlformats.org/drawingml/2006/main">
            <a:off x="7915275" y="259080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證據判斷</a:t>
            </a:r>
          </a:p>
        </p:txBody>
      </p:sp>
      <p:sp>
        <p:nvSpPr>
          <p:cNvPr id="11" name="slide-50-text-11">
            <a:extLst xmlns:a="http://schemas.openxmlformats.org/drawingml/2006/main">
              <a:ext uri="{FF2B5EF4-FFF2-40B4-BE49-F238E27FC236}">
                <a16:creationId xmlns:a16="http://schemas.microsoft.com/office/drawing/2014/main" id="{0D179098-32DF-427E-A35C-0645D9909283}"/>
              </a:ext>
            </a:extLst>
          </p:cNvPr>
          <p:cNvSpPr>
            <a:spLocks xmlns:a="http://schemas.openxmlformats.org/drawingml/2006/main" noGrp="1"/>
          </p:cNvSpPr>
          <p:nvPr/>
        </p:nvSpPr>
        <p:spPr>
          <a:xfrm xmlns:a="http://schemas.openxmlformats.org/drawingml/2006/main">
            <a:off x="7915275" y="309562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來源、反例與標準</a:t>
            </a:r>
          </a:p>
        </p:txBody>
      </p:sp>
      <p:sp>
        <p:nvSpPr>
          <p:cNvPr id="12" name="slide-50-line-12">
            <a:extLst xmlns:a="http://schemas.openxmlformats.org/drawingml/2006/main">
              <a:ext uri="{FF2B5EF4-FFF2-40B4-BE49-F238E27FC236}">
                <a16:creationId xmlns:a16="http://schemas.microsoft.com/office/drawing/2014/main" id="{D3550A5A-5C47-4644-915C-12B9077E1533}"/>
              </a:ext>
            </a:extLst>
          </p:cNvPr>
          <p:cNvSpPr>
            <a:spLocks xmlns:a="http://schemas.openxmlformats.org/drawingml/2006/main" noGrp="1"/>
          </p:cNvSpPr>
          <p:nvPr/>
        </p:nvSpPr>
        <p:spPr>
          <a:xfrm xmlns:a="http://schemas.openxmlformats.org/drawingml/2006/main">
            <a:off x="7124700" y="360045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3" name="slide-50-text-13">
            <a:extLst xmlns:a="http://schemas.openxmlformats.org/drawingml/2006/main">
              <a:ext uri="{FF2B5EF4-FFF2-40B4-BE49-F238E27FC236}">
                <a16:creationId xmlns:a16="http://schemas.microsoft.com/office/drawing/2014/main" id="{61A02FFF-D093-4D88-B9DA-90140C7028FD}"/>
              </a:ext>
            </a:extLst>
          </p:cNvPr>
          <p:cNvSpPr>
            <a:spLocks xmlns:a="http://schemas.openxmlformats.org/drawingml/2006/main" noGrp="1"/>
          </p:cNvSpPr>
          <p:nvPr/>
        </p:nvSpPr>
        <p:spPr>
          <a:xfrm xmlns:a="http://schemas.openxmlformats.org/drawingml/2006/main">
            <a:off x="838200" y="386715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4" name="slide-50-text-14">
            <a:extLst xmlns:a="http://schemas.openxmlformats.org/drawingml/2006/main">
              <a:ext uri="{FF2B5EF4-FFF2-40B4-BE49-F238E27FC236}">
                <a16:creationId xmlns:a16="http://schemas.microsoft.com/office/drawing/2014/main" id="{F7A4E1CA-5F26-4DED-998D-911DA3EF7FAC}"/>
              </a:ext>
            </a:extLst>
          </p:cNvPr>
          <p:cNvSpPr>
            <a:spLocks xmlns:a="http://schemas.openxmlformats.org/drawingml/2006/main" noGrp="1"/>
          </p:cNvSpPr>
          <p:nvPr/>
        </p:nvSpPr>
        <p:spPr>
          <a:xfrm xmlns:a="http://schemas.openxmlformats.org/drawingml/2006/main">
            <a:off x="1628775" y="386715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委託設計</a:t>
            </a:r>
          </a:p>
        </p:txBody>
      </p:sp>
      <p:sp>
        <p:nvSpPr>
          <p:cNvPr id="15" name="slide-50-text-15">
            <a:extLst xmlns:a="http://schemas.openxmlformats.org/drawingml/2006/main">
              <a:ext uri="{FF2B5EF4-FFF2-40B4-BE49-F238E27FC236}">
                <a16:creationId xmlns:a16="http://schemas.microsoft.com/office/drawing/2014/main" id="{7B951DB8-0787-4445-AA83-4B4660C4CA9C}"/>
              </a:ext>
            </a:extLst>
          </p:cNvPr>
          <p:cNvSpPr>
            <a:spLocks xmlns:a="http://schemas.openxmlformats.org/drawingml/2006/main" noGrp="1"/>
          </p:cNvSpPr>
          <p:nvPr/>
        </p:nvSpPr>
        <p:spPr>
          <a:xfrm xmlns:a="http://schemas.openxmlformats.org/drawingml/2006/main">
            <a:off x="1628775" y="437197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依賴、權限與檢查</a:t>
            </a:r>
          </a:p>
        </p:txBody>
      </p:sp>
      <p:sp>
        <p:nvSpPr>
          <p:cNvPr id="16" name="slide-50-line-16">
            <a:extLst xmlns:a="http://schemas.openxmlformats.org/drawingml/2006/main">
              <a:ext uri="{FF2B5EF4-FFF2-40B4-BE49-F238E27FC236}">
                <a16:creationId xmlns:a16="http://schemas.microsoft.com/office/drawing/2014/main" id="{FE210015-A7F4-4593-97BF-C154AC99E494}"/>
              </a:ext>
            </a:extLst>
          </p:cNvPr>
          <p:cNvSpPr>
            <a:spLocks xmlns:a="http://schemas.openxmlformats.org/drawingml/2006/main" noGrp="1"/>
          </p:cNvSpPr>
          <p:nvPr/>
        </p:nvSpPr>
        <p:spPr>
          <a:xfrm xmlns:a="http://schemas.openxmlformats.org/drawingml/2006/main">
            <a:off x="838200" y="487680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7" name="slide-50-text-17">
            <a:extLst xmlns:a="http://schemas.openxmlformats.org/drawingml/2006/main">
              <a:ext uri="{FF2B5EF4-FFF2-40B4-BE49-F238E27FC236}">
                <a16:creationId xmlns:a16="http://schemas.microsoft.com/office/drawing/2014/main" id="{A19341A2-73BF-41C6-A987-7DF4CF6C685D}"/>
              </a:ext>
            </a:extLst>
          </p:cNvPr>
          <p:cNvSpPr>
            <a:spLocks xmlns:a="http://schemas.openxmlformats.org/drawingml/2006/main" noGrp="1"/>
          </p:cNvSpPr>
          <p:nvPr/>
        </p:nvSpPr>
        <p:spPr>
          <a:xfrm xmlns:a="http://schemas.openxmlformats.org/drawingml/2006/main">
            <a:off x="7124700" y="386715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18" name="slide-50-text-18">
            <a:extLst xmlns:a="http://schemas.openxmlformats.org/drawingml/2006/main">
              <a:ext uri="{FF2B5EF4-FFF2-40B4-BE49-F238E27FC236}">
                <a16:creationId xmlns:a16="http://schemas.microsoft.com/office/drawing/2014/main" id="{439FE769-92D3-4C9C-AD7E-6B0BFEFDA5E9}"/>
              </a:ext>
            </a:extLst>
          </p:cNvPr>
          <p:cNvSpPr>
            <a:spLocks xmlns:a="http://schemas.openxmlformats.org/drawingml/2006/main" noGrp="1"/>
          </p:cNvSpPr>
          <p:nvPr/>
        </p:nvSpPr>
        <p:spPr>
          <a:xfrm xmlns:a="http://schemas.openxmlformats.org/drawingml/2006/main">
            <a:off x="7915275" y="386715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例外處理</a:t>
            </a:r>
          </a:p>
        </p:txBody>
      </p:sp>
      <p:sp>
        <p:nvSpPr>
          <p:cNvPr id="19" name="slide-50-text-19">
            <a:extLst xmlns:a="http://schemas.openxmlformats.org/drawingml/2006/main">
              <a:ext uri="{FF2B5EF4-FFF2-40B4-BE49-F238E27FC236}">
                <a16:creationId xmlns:a16="http://schemas.microsoft.com/office/drawing/2014/main" id="{3C304F08-608A-4023-8612-0097EDA79F16}"/>
              </a:ext>
            </a:extLst>
          </p:cNvPr>
          <p:cNvSpPr>
            <a:spLocks xmlns:a="http://schemas.openxmlformats.org/drawingml/2006/main" noGrp="1"/>
          </p:cNvSpPr>
          <p:nvPr/>
        </p:nvSpPr>
        <p:spPr>
          <a:xfrm xmlns:a="http://schemas.openxmlformats.org/drawingml/2006/main">
            <a:off x="7915275" y="437197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衝突、接管與恢復</a:t>
            </a:r>
          </a:p>
        </p:txBody>
      </p:sp>
      <p:sp>
        <p:nvSpPr>
          <p:cNvPr id="20" name="slide-50-line-20">
            <a:extLst xmlns:a="http://schemas.openxmlformats.org/drawingml/2006/main">
              <a:ext uri="{FF2B5EF4-FFF2-40B4-BE49-F238E27FC236}">
                <a16:creationId xmlns:a16="http://schemas.microsoft.com/office/drawing/2014/main" id="{F5D932EB-6A4A-4439-AD66-476955082040}"/>
              </a:ext>
            </a:extLst>
          </p:cNvPr>
          <p:cNvSpPr>
            <a:spLocks xmlns:a="http://schemas.openxmlformats.org/drawingml/2006/main" noGrp="1"/>
          </p:cNvSpPr>
          <p:nvPr/>
        </p:nvSpPr>
        <p:spPr>
          <a:xfrm xmlns:a="http://schemas.openxmlformats.org/drawingml/2006/main">
            <a:off x="7124700" y="487680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21" name="slide-50-text-21">
            <a:extLst xmlns:a="http://schemas.openxmlformats.org/drawingml/2006/main">
              <a:ext uri="{FF2B5EF4-FFF2-40B4-BE49-F238E27FC236}">
                <a16:creationId xmlns:a16="http://schemas.microsoft.com/office/drawing/2014/main" id="{A216B863-94A3-4485-BD44-016DFA9C84A7}"/>
              </a:ext>
            </a:extLst>
          </p:cNvPr>
          <p:cNvSpPr>
            <a:spLocks xmlns:a="http://schemas.openxmlformats.org/drawingml/2006/main" noGrp="1"/>
          </p:cNvSpPr>
          <p:nvPr/>
        </p:nvSpPr>
        <p:spPr>
          <a:xfrm xmlns:a="http://schemas.openxmlformats.org/drawingml/2006/main">
            <a:off x="838200" y="514350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05</a:t>
            </a:r>
          </a:p>
        </p:txBody>
      </p:sp>
      <p:sp>
        <p:nvSpPr>
          <p:cNvPr id="22" name="slide-50-text-22">
            <a:extLst xmlns:a="http://schemas.openxmlformats.org/drawingml/2006/main">
              <a:ext uri="{FF2B5EF4-FFF2-40B4-BE49-F238E27FC236}">
                <a16:creationId xmlns:a16="http://schemas.microsoft.com/office/drawing/2014/main" id="{685E4F66-B116-44F6-BAF0-505DB7386A89}"/>
              </a:ext>
            </a:extLst>
          </p:cNvPr>
          <p:cNvSpPr>
            <a:spLocks xmlns:a="http://schemas.openxmlformats.org/drawingml/2006/main" noGrp="1"/>
          </p:cNvSpPr>
          <p:nvPr/>
        </p:nvSpPr>
        <p:spPr>
          <a:xfrm xmlns:a="http://schemas.openxmlformats.org/drawingml/2006/main">
            <a:off x="1628775" y="514350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結果責任</a:t>
            </a:r>
          </a:p>
        </p:txBody>
      </p:sp>
      <p:sp>
        <p:nvSpPr>
          <p:cNvPr id="23" name="slide-50-text-23">
            <a:extLst xmlns:a="http://schemas.openxmlformats.org/drawingml/2006/main">
              <a:ext uri="{FF2B5EF4-FFF2-40B4-BE49-F238E27FC236}">
                <a16:creationId xmlns:a16="http://schemas.microsoft.com/office/drawing/2014/main" id="{E6EDE023-269A-4F73-914B-275384985C46}"/>
              </a:ext>
            </a:extLst>
          </p:cNvPr>
          <p:cNvSpPr>
            <a:spLocks xmlns:a="http://schemas.openxmlformats.org/drawingml/2006/main" noGrp="1"/>
          </p:cNvSpPr>
          <p:nvPr/>
        </p:nvSpPr>
        <p:spPr>
          <a:xfrm xmlns:a="http://schemas.openxmlformats.org/drawingml/2006/main">
            <a:off x="1628775" y="564832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驗收、觀察與撤回</a:t>
            </a:r>
          </a:p>
        </p:txBody>
      </p:sp>
      <p:sp>
        <p:nvSpPr>
          <p:cNvPr id="24" name="slide-50-line-24">
            <a:extLst xmlns:a="http://schemas.openxmlformats.org/drawingml/2006/main">
              <a:ext uri="{FF2B5EF4-FFF2-40B4-BE49-F238E27FC236}">
                <a16:creationId xmlns:a16="http://schemas.microsoft.com/office/drawing/2014/main" id="{890560B1-B3FF-4315-A41A-509FF839EC3A}"/>
              </a:ext>
            </a:extLst>
          </p:cNvPr>
          <p:cNvSpPr>
            <a:spLocks xmlns:a="http://schemas.openxmlformats.org/drawingml/2006/main" noGrp="1"/>
          </p:cNvSpPr>
          <p:nvPr/>
        </p:nvSpPr>
        <p:spPr>
          <a:xfrm xmlns:a="http://schemas.openxmlformats.org/drawingml/2006/main">
            <a:off x="838200" y="615315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25" name="slide-50-text-25">
            <a:extLst xmlns:a="http://schemas.openxmlformats.org/drawingml/2006/main">
              <a:ext uri="{FF2B5EF4-FFF2-40B4-BE49-F238E27FC236}">
                <a16:creationId xmlns:a16="http://schemas.microsoft.com/office/drawing/2014/main" id="{2F5D845A-DC46-4DA5-AE1F-70F97D4DE745}"/>
              </a:ext>
            </a:extLst>
          </p:cNvPr>
          <p:cNvSpPr>
            <a:spLocks xmlns:a="http://schemas.openxmlformats.org/drawingml/2006/main" noGrp="1"/>
          </p:cNvSpPr>
          <p:nvPr/>
        </p:nvSpPr>
        <p:spPr>
          <a:xfrm xmlns:a="http://schemas.openxmlformats.org/drawingml/2006/main">
            <a:off x="7124700" y="5143500"/>
            <a:ext cx="619125"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06</a:t>
            </a:r>
          </a:p>
        </p:txBody>
      </p:sp>
      <p:sp>
        <p:nvSpPr>
          <p:cNvPr id="26" name="slide-50-text-26">
            <a:extLst xmlns:a="http://schemas.openxmlformats.org/drawingml/2006/main">
              <a:ext uri="{FF2B5EF4-FFF2-40B4-BE49-F238E27FC236}">
                <a16:creationId xmlns:a16="http://schemas.microsoft.com/office/drawing/2014/main" id="{4B4C69E7-9C0D-4500-A0FF-3F97FF8EF1F5}"/>
              </a:ext>
            </a:extLst>
          </p:cNvPr>
          <p:cNvSpPr>
            <a:spLocks xmlns:a="http://schemas.openxmlformats.org/drawingml/2006/main" noGrp="1"/>
          </p:cNvSpPr>
          <p:nvPr/>
        </p:nvSpPr>
        <p:spPr>
          <a:xfrm xmlns:a="http://schemas.openxmlformats.org/drawingml/2006/main">
            <a:off x="7915275" y="5143500"/>
            <a:ext cx="4857750" cy="4274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1">
                <a:solidFill>
                  <a:srgbClr val="0B1830"/>
                </a:solidFill>
                <a:latin typeface="PingFang TC"/>
                <a:ea typeface="PingFang TC"/>
                <a:cs typeface="PingFang TC"/>
              </a:defRPr>
            </a:pPr>
            <a:r>
              <a:rPr sz="2475" b="1">
                <a:solidFill>
                  <a:srgbClr val="0B1830"/>
                </a:solidFill>
                <a:latin typeface="PingFang TC"/>
                <a:ea typeface="PingFang TC"/>
                <a:cs typeface="PingFang TC"/>
              </a:rPr>
              <a:t>學習與演進</a:t>
            </a:r>
          </a:p>
        </p:txBody>
      </p:sp>
      <p:sp>
        <p:nvSpPr>
          <p:cNvPr id="27" name="slide-50-text-27">
            <a:extLst xmlns:a="http://schemas.openxmlformats.org/drawingml/2006/main">
              <a:ext uri="{FF2B5EF4-FFF2-40B4-BE49-F238E27FC236}">
                <a16:creationId xmlns:a16="http://schemas.microsoft.com/office/drawing/2014/main" id="{2B8B2877-6ACA-4307-B34A-29A5F7F93284}"/>
              </a:ext>
            </a:extLst>
          </p:cNvPr>
          <p:cNvSpPr>
            <a:spLocks xmlns:a="http://schemas.openxmlformats.org/drawingml/2006/main" noGrp="1"/>
          </p:cNvSpPr>
          <p:nvPr/>
        </p:nvSpPr>
        <p:spPr>
          <a:xfrm xmlns:a="http://schemas.openxmlformats.org/drawingml/2006/main">
            <a:off x="7915275" y="5648325"/>
            <a:ext cx="485775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52627A"/>
                </a:solidFill>
                <a:latin typeface="PingFang TC"/>
                <a:ea typeface="PingFang TC"/>
                <a:cs typeface="PingFang TC"/>
              </a:defRPr>
            </a:pPr>
            <a:r>
              <a:rPr sz="1950" b="0">
                <a:solidFill>
                  <a:srgbClr val="52627A"/>
                </a:solidFill>
                <a:latin typeface="PingFang TC"/>
                <a:ea typeface="PingFang TC"/>
                <a:cs typeface="PingFang TC"/>
              </a:rPr>
              <a:t>修正方法與評估版本</a:t>
            </a:r>
          </a:p>
        </p:txBody>
      </p:sp>
      <p:sp>
        <p:nvSpPr>
          <p:cNvPr id="28" name="slide-50-line-28">
            <a:extLst xmlns:a="http://schemas.openxmlformats.org/drawingml/2006/main">
              <a:ext uri="{FF2B5EF4-FFF2-40B4-BE49-F238E27FC236}">
                <a16:creationId xmlns:a16="http://schemas.microsoft.com/office/drawing/2014/main" id="{6F1B745A-90AC-4067-9471-7B6B03F21506}"/>
              </a:ext>
            </a:extLst>
          </p:cNvPr>
          <p:cNvSpPr>
            <a:spLocks xmlns:a="http://schemas.openxmlformats.org/drawingml/2006/main" noGrp="1"/>
          </p:cNvSpPr>
          <p:nvPr/>
        </p:nvSpPr>
        <p:spPr>
          <a:xfrm xmlns:a="http://schemas.openxmlformats.org/drawingml/2006/main">
            <a:off x="7124700" y="6153150"/>
            <a:ext cx="5705475"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29" name="slide-50-text-29">
            <a:extLst xmlns:a="http://schemas.openxmlformats.org/drawingml/2006/main">
              <a:ext uri="{FF2B5EF4-FFF2-40B4-BE49-F238E27FC236}">
                <a16:creationId xmlns:a16="http://schemas.microsoft.com/office/drawing/2014/main" id="{5132B1C6-F7DB-4E48-B648-BA57D9AE9F07}"/>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六類責任不是六個職位。責任應與專業、授權及支援相稱。</a:t>
            </a:r>
          </a:p>
        </p:txBody>
      </p:sp>
      <p:sp>
        <p:nvSpPr>
          <p:cNvPr id="30" name="slide-50-text-30">
            <a:extLst xmlns:a="http://schemas.openxmlformats.org/drawingml/2006/main">
              <a:ext uri="{FF2B5EF4-FFF2-40B4-BE49-F238E27FC236}">
                <a16:creationId xmlns:a16="http://schemas.microsoft.com/office/drawing/2014/main" id="{5A597A99-07FF-4BAE-A662-32158062AB1B}"/>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50 / 66</a:t>
            </a:r>
          </a:p>
        </p:txBody>
      </p:sp>
    </p:spTree>
    <p:extLst>
      <p:ext uri="{BB962C8B-B14F-4D97-AF65-F5344CB8AC3E}">
        <p14:creationId xmlns:p14="http://schemas.microsoft.com/office/powerpoint/2010/main" val="1868226443"/>
      </p:ext>
    </p:extLst>
  </p:cSld>
</p:sld>
</file>

<file path=ppt/slides/slide5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30" name="slide-51-text-1">
            <a:extLst xmlns:a="http://schemas.openxmlformats.org/drawingml/2006/main">
              <a:ext uri="{FF2B5EF4-FFF2-40B4-BE49-F238E27FC236}">
                <a16:creationId xmlns:a16="http://schemas.microsoft.com/office/drawing/2014/main" id="{3195058F-6C2B-4473-BBD8-7BD32ADE5C47}"/>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同一案例</a:t>
            </a:r>
          </a:p>
        </p:txBody>
      </p:sp>
      <p:sp>
        <p:nvSpPr>
          <p:cNvPr id="2" name="slide-51-text-2">
            <a:extLst xmlns:a="http://schemas.openxmlformats.org/drawingml/2006/main">
              <a:ext uri="{FF2B5EF4-FFF2-40B4-BE49-F238E27FC236}">
                <a16:creationId xmlns:a16="http://schemas.microsoft.com/office/drawing/2014/main" id="{6739F546-95C7-4BA1-8D1A-A9A565A9B111}"/>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一次錯誤，同時檢驗幾項責任</a:t>
            </a:r>
          </a:p>
        </p:txBody>
      </p:sp>
      <p:sp>
        <p:nvSpPr>
          <p:cNvPr id="3" name="slide-51-line-3">
            <a:extLst xmlns:a="http://schemas.openxmlformats.org/drawingml/2006/main">
              <a:ext uri="{FF2B5EF4-FFF2-40B4-BE49-F238E27FC236}">
                <a16:creationId xmlns:a16="http://schemas.microsoft.com/office/drawing/2014/main" id="{34ECD7C2-33E8-4E0A-BB34-3ABAE5DAFAEE}"/>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51-text-4">
            <a:extLst xmlns:a="http://schemas.openxmlformats.org/drawingml/2006/main">
              <a:ext uri="{FF2B5EF4-FFF2-40B4-BE49-F238E27FC236}">
                <a16:creationId xmlns:a16="http://schemas.microsoft.com/office/drawing/2014/main" id="{A9CF4626-6F9F-43C0-9A28-A9CBFFEDD3D3}"/>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51-text-5">
            <a:extLst xmlns:a="http://schemas.openxmlformats.org/drawingml/2006/main">
              <a:ext uri="{FF2B5EF4-FFF2-40B4-BE49-F238E27FC236}">
                <a16:creationId xmlns:a16="http://schemas.microsoft.com/office/drawing/2014/main" id="{59ADA293-0E74-432E-82C4-8A69059675A6}"/>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01</a:t>
            </a:r>
          </a:p>
        </p:txBody>
      </p:sp>
      <p:sp>
        <p:nvSpPr>
          <p:cNvPr id="6" name="slide-51-line-6">
            <a:extLst xmlns:a="http://schemas.openxmlformats.org/drawingml/2006/main">
              <a:ext uri="{FF2B5EF4-FFF2-40B4-BE49-F238E27FC236}">
                <a16:creationId xmlns:a16="http://schemas.microsoft.com/office/drawing/2014/main" id="{63122D28-1F5A-4F1F-8225-BDCFDFB1F44F}"/>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7" name="slide-51-text-7">
            <a:extLst xmlns:a="http://schemas.openxmlformats.org/drawingml/2006/main">
              <a:ext uri="{FF2B5EF4-FFF2-40B4-BE49-F238E27FC236}">
                <a16:creationId xmlns:a16="http://schemas.microsoft.com/office/drawing/2014/main" id="{ABDCEE3C-FE08-4CF8-AB32-B8E727895554}"/>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辨認</a:t>
            </a:r>
          </a:p>
        </p:txBody>
      </p:sp>
      <p:sp>
        <p:nvSpPr>
          <p:cNvPr id="8" name="slide-51-text-8">
            <a:extLst xmlns:a="http://schemas.openxmlformats.org/drawingml/2006/main">
              <a:ext uri="{FF2B5EF4-FFF2-40B4-BE49-F238E27FC236}">
                <a16:creationId xmlns:a16="http://schemas.microsoft.com/office/drawing/2014/main" id="{0528E68A-9A3E-47AF-904B-402C9C9CEC34}"/>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哪個主張</a:t>
            </a:r>
          </a:p>
        </p:txBody>
      </p:sp>
      <p:sp>
        <p:nvSpPr>
          <p:cNvPr id="9" name="slide-51-text-9">
            <a:extLst xmlns:a="http://schemas.openxmlformats.org/drawingml/2006/main">
              <a:ext uri="{FF2B5EF4-FFF2-40B4-BE49-F238E27FC236}">
                <a16:creationId xmlns:a16="http://schemas.microsoft.com/office/drawing/2014/main" id="{2049743C-9C94-4C62-8342-F60F5972F0FD}"/>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缺少依據</a:t>
            </a:r>
          </a:p>
        </p:txBody>
      </p:sp>
      <p:sp>
        <p:nvSpPr>
          <p:cNvPr id="10" name="slide-51-line-10">
            <a:extLst xmlns:a="http://schemas.openxmlformats.org/drawingml/2006/main">
              <a:ext uri="{FF2B5EF4-FFF2-40B4-BE49-F238E27FC236}">
                <a16:creationId xmlns:a16="http://schemas.microsoft.com/office/drawing/2014/main" id="{2C548023-9179-4503-BAB7-65CDDF2EBC0A}"/>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1" name="slide-51-text-11">
            <a:extLst xmlns:a="http://schemas.openxmlformats.org/drawingml/2006/main">
              <a:ext uri="{FF2B5EF4-FFF2-40B4-BE49-F238E27FC236}">
                <a16:creationId xmlns:a16="http://schemas.microsoft.com/office/drawing/2014/main" id="{D9897DEF-90D4-43BF-BA43-7DDDC2CF809D}"/>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02</a:t>
            </a:r>
          </a:p>
        </p:txBody>
      </p:sp>
      <p:sp>
        <p:nvSpPr>
          <p:cNvPr id="12" name="slide-51-line-12">
            <a:extLst xmlns:a="http://schemas.openxmlformats.org/drawingml/2006/main">
              <a:ext uri="{FF2B5EF4-FFF2-40B4-BE49-F238E27FC236}">
                <a16:creationId xmlns:a16="http://schemas.microsoft.com/office/drawing/2014/main" id="{1D6FCBF4-5370-4AF9-8616-667AC412F92C}"/>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3" name="slide-51-text-13">
            <a:extLst xmlns:a="http://schemas.openxmlformats.org/drawingml/2006/main">
              <a:ext uri="{FF2B5EF4-FFF2-40B4-BE49-F238E27FC236}">
                <a16:creationId xmlns:a16="http://schemas.microsoft.com/office/drawing/2014/main" id="{279A5955-FCB6-4E5B-8665-B400120D2BDF}"/>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控制</a:t>
            </a:r>
          </a:p>
        </p:txBody>
      </p:sp>
      <p:sp>
        <p:nvSpPr>
          <p:cNvPr id="14" name="slide-51-text-14">
            <a:extLst xmlns:a="http://schemas.openxmlformats.org/drawingml/2006/main">
              <a:ext uri="{FF2B5EF4-FFF2-40B4-BE49-F238E27FC236}">
                <a16:creationId xmlns:a16="http://schemas.microsoft.com/office/drawing/2014/main" id="{E008AD71-D438-46B8-B5EB-22636DFEC509}"/>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停止錯誤版</a:t>
            </a:r>
          </a:p>
        </p:txBody>
      </p:sp>
      <p:sp>
        <p:nvSpPr>
          <p:cNvPr id="15" name="slide-51-text-15">
            <a:extLst xmlns:a="http://schemas.openxmlformats.org/drawingml/2006/main">
              <a:ext uri="{FF2B5EF4-FFF2-40B4-BE49-F238E27FC236}">
                <a16:creationId xmlns:a16="http://schemas.microsoft.com/office/drawing/2014/main" id="{A639ADC6-A7CD-4408-8979-395E6868047A}"/>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界定影響</a:t>
            </a:r>
          </a:p>
        </p:txBody>
      </p:sp>
      <p:sp>
        <p:nvSpPr>
          <p:cNvPr id="16" name="slide-51-line-16">
            <a:extLst xmlns:a="http://schemas.openxmlformats.org/drawingml/2006/main">
              <a:ext uri="{FF2B5EF4-FFF2-40B4-BE49-F238E27FC236}">
                <a16:creationId xmlns:a16="http://schemas.microsoft.com/office/drawing/2014/main" id="{5E14A302-239B-4E32-8598-67B617AFA041}"/>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17" name="slide-51-text-17">
            <a:extLst xmlns:a="http://schemas.openxmlformats.org/drawingml/2006/main">
              <a:ext uri="{FF2B5EF4-FFF2-40B4-BE49-F238E27FC236}">
                <a16:creationId xmlns:a16="http://schemas.microsoft.com/office/drawing/2014/main" id="{DF193183-90FF-48AB-B26A-20E9CD96F761}"/>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03</a:t>
            </a:r>
          </a:p>
        </p:txBody>
      </p:sp>
      <p:sp>
        <p:nvSpPr>
          <p:cNvPr id="18" name="slide-51-line-18">
            <a:extLst xmlns:a="http://schemas.openxmlformats.org/drawingml/2006/main">
              <a:ext uri="{FF2B5EF4-FFF2-40B4-BE49-F238E27FC236}">
                <a16:creationId xmlns:a16="http://schemas.microsoft.com/office/drawing/2014/main" id="{B5805D8C-27F7-4EA3-9B20-D0C064EFFF77}"/>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19" name="slide-51-text-19">
            <a:extLst xmlns:a="http://schemas.openxmlformats.org/drawingml/2006/main">
              <a:ext uri="{FF2B5EF4-FFF2-40B4-BE49-F238E27FC236}">
                <a16:creationId xmlns:a16="http://schemas.microsoft.com/office/drawing/2014/main" id="{BAD8133A-157A-4287-AE30-BF2AB30B1798}"/>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修正</a:t>
            </a:r>
          </a:p>
        </p:txBody>
      </p:sp>
      <p:sp>
        <p:nvSpPr>
          <p:cNvPr id="20" name="slide-51-text-20">
            <a:extLst xmlns:a="http://schemas.openxmlformats.org/drawingml/2006/main">
              <a:ext uri="{FF2B5EF4-FFF2-40B4-BE49-F238E27FC236}">
                <a16:creationId xmlns:a16="http://schemas.microsoft.com/office/drawing/2014/main" id="{BC8622FF-FAAF-4555-82DD-EB596DB915B7}"/>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重做並驗證</a:t>
            </a:r>
          </a:p>
        </p:txBody>
      </p:sp>
      <p:sp>
        <p:nvSpPr>
          <p:cNvPr id="21" name="slide-51-text-21">
            <a:extLst xmlns:a="http://schemas.openxmlformats.org/drawingml/2006/main">
              <a:ext uri="{FF2B5EF4-FFF2-40B4-BE49-F238E27FC236}">
                <a16:creationId xmlns:a16="http://schemas.microsoft.com/office/drawing/2014/main" id="{2F05674C-936B-4887-802A-8F40A9CCB258}"/>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必要時通知</a:t>
            </a:r>
          </a:p>
        </p:txBody>
      </p:sp>
      <p:sp>
        <p:nvSpPr>
          <p:cNvPr id="22" name="slide-51-line-22">
            <a:extLst xmlns:a="http://schemas.openxmlformats.org/drawingml/2006/main">
              <a:ext uri="{FF2B5EF4-FFF2-40B4-BE49-F238E27FC236}">
                <a16:creationId xmlns:a16="http://schemas.microsoft.com/office/drawing/2014/main" id="{E4CBD039-A772-4B3D-A900-79C04D19B3A6}"/>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DCE4F5"/>
            </a:solidFill>
            <a:prstDash val="solid"/>
          </a:ln>
        </p:spPr>
      </p:sp>
      <p:sp>
        <p:nvSpPr>
          <p:cNvPr id="23" name="slide-51-text-23">
            <a:extLst xmlns:a="http://schemas.openxmlformats.org/drawingml/2006/main">
              <a:ext uri="{FF2B5EF4-FFF2-40B4-BE49-F238E27FC236}">
                <a16:creationId xmlns:a16="http://schemas.microsoft.com/office/drawing/2014/main" id="{8DBA4A71-F079-47FC-A3A4-B5C0B3CA3AF2}"/>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49D4E3"/>
                </a:solidFill>
                <a:latin typeface="PingFang TC"/>
                <a:ea typeface="PingFang TC"/>
                <a:cs typeface="PingFang TC"/>
              </a:defRPr>
            </a:pPr>
            <a:r>
              <a:rPr sz="1800" b="1">
                <a:solidFill>
                  <a:srgbClr val="49D4E3"/>
                </a:solidFill>
                <a:latin typeface="PingFang TC"/>
                <a:ea typeface="PingFang TC"/>
                <a:cs typeface="PingFang TC"/>
              </a:rPr>
              <a:t>04</a:t>
            </a:r>
          </a:p>
        </p:txBody>
      </p:sp>
      <p:sp>
        <p:nvSpPr>
          <p:cNvPr id="24" name="slide-51-line-24">
            <a:extLst xmlns:a="http://schemas.openxmlformats.org/drawingml/2006/main">
              <a:ext uri="{FF2B5EF4-FFF2-40B4-BE49-F238E27FC236}">
                <a16:creationId xmlns:a16="http://schemas.microsoft.com/office/drawing/2014/main" id="{9876F73C-1937-4999-85DE-863A9949F763}"/>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49D4E3"/>
            </a:solidFill>
            <a:prstDash val="solid"/>
          </a:ln>
        </p:spPr>
      </p:sp>
      <p:sp>
        <p:nvSpPr>
          <p:cNvPr id="25" name="slide-51-text-25">
            <a:extLst xmlns:a="http://schemas.openxmlformats.org/drawingml/2006/main">
              <a:ext uri="{FF2B5EF4-FFF2-40B4-BE49-F238E27FC236}">
                <a16:creationId xmlns:a16="http://schemas.microsoft.com/office/drawing/2014/main" id="{3248BEA9-4C7B-4FDD-BBA7-8CA36B12AEA7}"/>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FFFFFF"/>
                </a:solidFill>
                <a:latin typeface="PingFang TC"/>
                <a:ea typeface="PingFang TC"/>
                <a:cs typeface="PingFang TC"/>
              </a:defRPr>
            </a:pPr>
            <a:r>
              <a:rPr sz="2400" b="1">
                <a:solidFill>
                  <a:srgbClr val="FFFFFF"/>
                </a:solidFill>
                <a:latin typeface="PingFang TC"/>
                <a:ea typeface="PingFang TC"/>
                <a:cs typeface="PingFang TC"/>
              </a:rPr>
              <a:t>學習</a:t>
            </a:r>
          </a:p>
        </p:txBody>
      </p:sp>
      <p:sp>
        <p:nvSpPr>
          <p:cNvPr id="26" name="slide-51-text-26">
            <a:extLst xmlns:a="http://schemas.openxmlformats.org/drawingml/2006/main">
              <a:ext uri="{FF2B5EF4-FFF2-40B4-BE49-F238E27FC236}">
                <a16:creationId xmlns:a16="http://schemas.microsoft.com/office/drawing/2014/main" id="{A3A6BD45-D281-4598-BC62-4DD38FDACB66}"/>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更新反例</a:t>
            </a:r>
          </a:p>
        </p:txBody>
      </p:sp>
      <p:sp>
        <p:nvSpPr>
          <p:cNvPr id="27" name="slide-51-text-27">
            <a:extLst xmlns:a="http://schemas.openxmlformats.org/drawingml/2006/main">
              <a:ext uri="{FF2B5EF4-FFF2-40B4-BE49-F238E27FC236}">
                <a16:creationId xmlns:a16="http://schemas.microsoft.com/office/drawing/2014/main" id="{E30DE035-2D35-4231-96A3-C22658E029AA}"/>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DCE4F5"/>
                </a:solidFill>
                <a:latin typeface="PingFang TC"/>
                <a:ea typeface="PingFang TC"/>
                <a:cs typeface="PingFang TC"/>
              </a:defRPr>
            </a:pPr>
            <a:r>
              <a:rPr sz="1875" b="0">
                <a:solidFill>
                  <a:srgbClr val="DCE4F5"/>
                </a:solidFill>
                <a:latin typeface="PingFang TC"/>
                <a:ea typeface="PingFang TC"/>
                <a:cs typeface="PingFang TC"/>
              </a:rPr>
              <a:t>與工作方法</a:t>
            </a:r>
          </a:p>
        </p:txBody>
      </p:sp>
      <p:sp>
        <p:nvSpPr>
          <p:cNvPr id="28" name="slide-51-text-28">
            <a:extLst xmlns:a="http://schemas.openxmlformats.org/drawingml/2006/main">
              <a:ext uri="{FF2B5EF4-FFF2-40B4-BE49-F238E27FC236}">
                <a16:creationId xmlns:a16="http://schemas.microsoft.com/office/drawing/2014/main" id="{529AA6CF-B483-4FDD-B65A-4F54B4AA807E}"/>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修好這一份文件，不代表同類錯誤已不會再次發生。</a:t>
            </a:r>
          </a:p>
        </p:txBody>
      </p:sp>
      <p:sp>
        <p:nvSpPr>
          <p:cNvPr id="29" name="slide-51-text-29">
            <a:extLst xmlns:a="http://schemas.openxmlformats.org/drawingml/2006/main">
              <a:ext uri="{FF2B5EF4-FFF2-40B4-BE49-F238E27FC236}">
                <a16:creationId xmlns:a16="http://schemas.microsoft.com/office/drawing/2014/main" id="{BFDF239C-E8BB-4839-964D-E32741F9E5C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51 / 66</a:t>
            </a:r>
          </a:p>
        </p:txBody>
      </p:sp>
    </p:spTree>
    <p:extLst>
      <p:ext uri="{BB962C8B-B14F-4D97-AF65-F5344CB8AC3E}">
        <p14:creationId xmlns:p14="http://schemas.microsoft.com/office/powerpoint/2010/main" val="1752764969"/>
      </p:ext>
    </p:extLst>
  </p:cSld>
</p:sld>
</file>

<file path=ppt/slides/slide5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1" name="slide-52-text-1">
            <a:extLst xmlns:a="http://schemas.openxmlformats.org/drawingml/2006/main">
              <a:ext uri="{FF2B5EF4-FFF2-40B4-BE49-F238E27FC236}">
                <a16:creationId xmlns:a16="http://schemas.microsoft.com/office/drawing/2014/main" id="{76DAE945-5750-4079-ADAB-D017D9E207EC}"/>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衡量方式</a:t>
            </a:r>
          </a:p>
        </p:txBody>
      </p:sp>
      <p:sp>
        <p:nvSpPr>
          <p:cNvPr id="2" name="slide-52-text-2">
            <a:extLst xmlns:a="http://schemas.openxmlformats.org/drawingml/2006/main">
              <a:ext uri="{FF2B5EF4-FFF2-40B4-BE49-F238E27FC236}">
                <a16:creationId xmlns:a16="http://schemas.microsoft.com/office/drawing/2014/main" id="{CB4ECE9F-CC0A-4768-B5A2-44F55383BD45}"/>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衡量結果，也衡量人的負擔</a:t>
            </a:r>
          </a:p>
        </p:txBody>
      </p:sp>
      <p:sp>
        <p:nvSpPr>
          <p:cNvPr id="3" name="slide-52-line-3">
            <a:extLst xmlns:a="http://schemas.openxmlformats.org/drawingml/2006/main">
              <a:ext uri="{FF2B5EF4-FFF2-40B4-BE49-F238E27FC236}">
                <a16:creationId xmlns:a16="http://schemas.microsoft.com/office/drawing/2014/main" id="{5928DF79-20AE-4AD1-A84C-582B2BFC0D06}"/>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2-text-4">
            <a:extLst xmlns:a="http://schemas.openxmlformats.org/drawingml/2006/main">
              <a:ext uri="{FF2B5EF4-FFF2-40B4-BE49-F238E27FC236}">
                <a16:creationId xmlns:a16="http://schemas.microsoft.com/office/drawing/2014/main" id="{CFADC072-09B6-4D22-A967-4395F3262C9A}"/>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2-text-5">
            <a:extLst xmlns:a="http://schemas.openxmlformats.org/drawingml/2006/main">
              <a:ext uri="{FF2B5EF4-FFF2-40B4-BE49-F238E27FC236}">
                <a16:creationId xmlns:a16="http://schemas.microsoft.com/office/drawing/2014/main" id="{1B7B4207-818E-45E5-8A3B-4C6807B4BB8C}"/>
              </a:ext>
            </a:extLst>
          </p:cNvPr>
          <p:cNvSpPr>
            <a:spLocks xmlns:a="http://schemas.openxmlformats.org/drawingml/2006/main" noGrp="1"/>
          </p:cNvSpPr>
          <p:nvPr/>
        </p:nvSpPr>
        <p:spPr>
          <a:xfrm xmlns:a="http://schemas.openxmlformats.org/drawingml/2006/main">
            <a:off x="838200" y="2419350"/>
            <a:ext cx="12039600" cy="5440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150" b="1">
                <a:solidFill>
                  <a:srgbClr val="0B1830"/>
                </a:solidFill>
                <a:latin typeface="PingFang TC"/>
                <a:ea typeface="PingFang TC"/>
                <a:cs typeface="PingFang TC"/>
              </a:defRPr>
            </a:pPr>
            <a:r>
              <a:rPr sz="3150" b="1">
                <a:solidFill>
                  <a:srgbClr val="0B1830"/>
                </a:solidFill>
                <a:latin typeface="PingFang TC"/>
                <a:ea typeface="PingFang TC"/>
                <a:cs typeface="PingFang TC"/>
              </a:rPr>
              <a:t>每項被接受成果的平均成本</a:t>
            </a:r>
          </a:p>
        </p:txBody>
      </p:sp>
      <p:sp>
        <p:nvSpPr>
          <p:cNvPr id="6" name="slide-52-text-6">
            <a:extLst xmlns:a="http://schemas.openxmlformats.org/drawingml/2006/main">
              <a:ext uri="{FF2B5EF4-FFF2-40B4-BE49-F238E27FC236}">
                <a16:creationId xmlns:a16="http://schemas.microsoft.com/office/drawing/2014/main" id="{A6966157-C675-4CC1-AC33-AAD9B0E2ABBA}"/>
              </a:ext>
            </a:extLst>
          </p:cNvPr>
          <p:cNvSpPr>
            <a:spLocks xmlns:a="http://schemas.openxmlformats.org/drawingml/2006/main" noGrp="1"/>
          </p:cNvSpPr>
          <p:nvPr/>
        </p:nvSpPr>
        <p:spPr>
          <a:xfrm xmlns:a="http://schemas.openxmlformats.org/drawingml/2006/main">
            <a:off x="838200" y="3314700"/>
            <a:ext cx="12039600" cy="479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75" b="1">
                <a:solidFill>
                  <a:srgbClr val="315CF5"/>
                </a:solidFill>
                <a:latin typeface="PingFang TC"/>
                <a:ea typeface="PingFang TC"/>
                <a:cs typeface="PingFang TC"/>
              </a:defRPr>
            </a:pPr>
            <a:r>
              <a:rPr sz="2775" b="1">
                <a:solidFill>
                  <a:srgbClr val="315CF5"/>
                </a:solidFill>
                <a:latin typeface="PingFang TC"/>
                <a:ea typeface="PingFang TC"/>
                <a:cs typeface="PingFang TC"/>
              </a:rPr>
              <a:t>模型與工具費用 ＋ 人工投入（含複核及返工）</a:t>
            </a:r>
          </a:p>
        </p:txBody>
      </p:sp>
      <p:sp>
        <p:nvSpPr>
          <p:cNvPr id="7" name="slide-52-line-7">
            <a:extLst xmlns:a="http://schemas.openxmlformats.org/drawingml/2006/main">
              <a:ext uri="{FF2B5EF4-FFF2-40B4-BE49-F238E27FC236}">
                <a16:creationId xmlns:a16="http://schemas.microsoft.com/office/drawing/2014/main" id="{7CE5F4AC-4768-40D6-B8D0-A3307FF8DDFF}"/>
              </a:ext>
            </a:extLst>
          </p:cNvPr>
          <p:cNvSpPr>
            <a:spLocks xmlns:a="http://schemas.openxmlformats.org/drawingml/2006/main" noGrp="1"/>
          </p:cNvSpPr>
          <p:nvPr/>
        </p:nvSpPr>
        <p:spPr>
          <a:xfrm xmlns:a="http://schemas.openxmlformats.org/drawingml/2006/main">
            <a:off x="838200" y="3981450"/>
            <a:ext cx="110490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8" name="slide-52-text-8">
            <a:extLst xmlns:a="http://schemas.openxmlformats.org/drawingml/2006/main">
              <a:ext uri="{FF2B5EF4-FFF2-40B4-BE49-F238E27FC236}">
                <a16:creationId xmlns:a16="http://schemas.microsoft.com/office/drawing/2014/main" id="{A9C47401-3770-4B86-8B08-A238B94DF134}"/>
              </a:ext>
            </a:extLst>
          </p:cNvPr>
          <p:cNvSpPr>
            <a:spLocks xmlns:a="http://schemas.openxmlformats.org/drawingml/2006/main" noGrp="1"/>
          </p:cNvSpPr>
          <p:nvPr/>
        </p:nvSpPr>
        <p:spPr>
          <a:xfrm xmlns:a="http://schemas.openxmlformats.org/drawingml/2006/main">
            <a:off x="838200" y="4314825"/>
            <a:ext cx="120396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625" b="0">
                <a:solidFill>
                  <a:srgbClr val="0B1830"/>
                </a:solidFill>
                <a:latin typeface="PingFang TC"/>
                <a:ea typeface="PingFang TC"/>
                <a:cs typeface="PingFang TC"/>
              </a:defRPr>
            </a:pPr>
            <a:r>
              <a:rPr sz="2625" b="0">
                <a:solidFill>
                  <a:srgbClr val="0B1830"/>
                </a:solidFill>
                <a:latin typeface="PingFang TC"/>
                <a:ea typeface="PingFang TC"/>
                <a:cs typeface="PingFang TC"/>
              </a:rPr>
              <a:t>通過同一驗收標準的成果數</a:t>
            </a:r>
          </a:p>
        </p:txBody>
      </p:sp>
      <p:sp>
        <p:nvSpPr>
          <p:cNvPr id="9" name="slide-52-text-9">
            <a:extLst xmlns:a="http://schemas.openxmlformats.org/drawingml/2006/main">
              <a:ext uri="{FF2B5EF4-FFF2-40B4-BE49-F238E27FC236}">
                <a16:creationId xmlns:a16="http://schemas.microsoft.com/office/drawing/2014/main" id="{D421D3AD-AF61-441B-9DB6-A29CE7F2EC98}"/>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成本只是其中一項；採用、缺陷與恢復須另看，不能互相抵銷。</a:t>
            </a:r>
          </a:p>
        </p:txBody>
      </p:sp>
      <p:sp>
        <p:nvSpPr>
          <p:cNvPr id="10" name="slide-52-text-10">
            <a:extLst xmlns:a="http://schemas.openxmlformats.org/drawingml/2006/main">
              <a:ext uri="{FF2B5EF4-FFF2-40B4-BE49-F238E27FC236}">
                <a16:creationId xmlns:a16="http://schemas.microsoft.com/office/drawing/2014/main" id="{A0AAE2CA-55B1-4908-8B52-D074C3FBCE2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52 / 66</a:t>
            </a:r>
          </a:p>
        </p:txBody>
      </p:sp>
    </p:spTree>
    <p:extLst>
      <p:ext uri="{BB962C8B-B14F-4D97-AF65-F5344CB8AC3E}">
        <p14:creationId xmlns:p14="http://schemas.microsoft.com/office/powerpoint/2010/main" val="671407453"/>
      </p:ext>
    </p:extLst>
  </p:cSld>
</p:sld>
</file>

<file path=ppt/slides/slide53.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53-text-1">
            <a:extLst xmlns:a="http://schemas.openxmlformats.org/drawingml/2006/main">
              <a:ext uri="{FF2B5EF4-FFF2-40B4-BE49-F238E27FC236}">
                <a16:creationId xmlns:a16="http://schemas.microsoft.com/office/drawing/2014/main" id="{374A5D8F-1052-499B-9100-FF449F6BB1CE}"/>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評估與反例</a:t>
            </a:r>
          </a:p>
        </p:txBody>
      </p:sp>
      <p:sp>
        <p:nvSpPr>
          <p:cNvPr id="2" name="slide-53-text-2">
            <a:extLst xmlns:a="http://schemas.openxmlformats.org/drawingml/2006/main">
              <a:ext uri="{FF2B5EF4-FFF2-40B4-BE49-F238E27FC236}">
                <a16:creationId xmlns:a16="http://schemas.microsoft.com/office/drawing/2014/main" id="{9138E6A4-7419-497A-9860-2D0769A43092}"/>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檢查機制也需要被檢查</a:t>
            </a:r>
          </a:p>
        </p:txBody>
      </p:sp>
      <p:sp>
        <p:nvSpPr>
          <p:cNvPr id="3" name="slide-53-line-3">
            <a:extLst xmlns:a="http://schemas.openxmlformats.org/drawingml/2006/main">
              <a:ext uri="{FF2B5EF4-FFF2-40B4-BE49-F238E27FC236}">
                <a16:creationId xmlns:a16="http://schemas.microsoft.com/office/drawing/2014/main" id="{F7FA06B4-3B87-497D-A05E-8205C00527D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53-text-4">
            <a:extLst xmlns:a="http://schemas.openxmlformats.org/drawingml/2006/main">
              <a:ext uri="{FF2B5EF4-FFF2-40B4-BE49-F238E27FC236}">
                <a16:creationId xmlns:a16="http://schemas.microsoft.com/office/drawing/2014/main" id="{8497E622-18B3-479E-ACEE-5020CB96DA9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53-text-5">
            <a:extLst xmlns:a="http://schemas.openxmlformats.org/drawingml/2006/main">
              <a:ext uri="{FF2B5EF4-FFF2-40B4-BE49-F238E27FC236}">
                <a16:creationId xmlns:a16="http://schemas.microsoft.com/office/drawing/2014/main" id="{0D768130-DFE2-4A5D-AD4C-01649C049AB4}"/>
              </a:ext>
            </a:extLst>
          </p:cNvPr>
          <p:cNvSpPr>
            <a:spLocks xmlns:a="http://schemas.openxmlformats.org/drawingml/2006/main" noGrp="1"/>
          </p:cNvSpPr>
          <p:nvPr/>
        </p:nvSpPr>
        <p:spPr>
          <a:xfrm xmlns:a="http://schemas.openxmlformats.org/drawingml/2006/main">
            <a:off x="838200" y="28194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正常案例</a:t>
            </a:r>
          </a:p>
        </p:txBody>
      </p:sp>
      <p:sp>
        <p:nvSpPr>
          <p:cNvPr id="6" name="slide-53-line-6">
            <a:extLst xmlns:a="http://schemas.openxmlformats.org/drawingml/2006/main">
              <a:ext uri="{FF2B5EF4-FFF2-40B4-BE49-F238E27FC236}">
                <a16:creationId xmlns:a16="http://schemas.microsoft.com/office/drawing/2014/main" id="{8C0B097E-A93D-4AA2-9E70-7C793D4F1600}"/>
              </a:ext>
            </a:extLst>
          </p:cNvPr>
          <p:cNvSpPr>
            <a:spLocks xmlns:a="http://schemas.openxmlformats.org/drawingml/2006/main" noGrp="1"/>
          </p:cNvSpPr>
          <p:nvPr/>
        </p:nvSpPr>
        <p:spPr>
          <a:xfrm xmlns:a="http://schemas.openxmlformats.org/drawingml/2006/main">
            <a:off x="838200" y="327660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53-text-7">
            <a:extLst xmlns:a="http://schemas.openxmlformats.org/drawingml/2006/main">
              <a:ext uri="{FF2B5EF4-FFF2-40B4-BE49-F238E27FC236}">
                <a16:creationId xmlns:a16="http://schemas.microsoft.com/office/drawing/2014/main" id="{D68693C9-94E6-4A0A-A0DB-8B177C04223A}"/>
              </a:ext>
            </a:extLst>
          </p:cNvPr>
          <p:cNvSpPr>
            <a:spLocks xmlns:a="http://schemas.openxmlformats.org/drawingml/2006/main" noGrp="1"/>
          </p:cNvSpPr>
          <p:nvPr/>
        </p:nvSpPr>
        <p:spPr>
          <a:xfrm xmlns:a="http://schemas.openxmlformats.org/drawingml/2006/main">
            <a:off x="838200" y="3600450"/>
            <a:ext cx="57245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合格產物應能通過</a:t>
            </a:r>
          </a:p>
        </p:txBody>
      </p:sp>
      <p:sp>
        <p:nvSpPr>
          <p:cNvPr id="8" name="slide-53-text-8">
            <a:extLst xmlns:a="http://schemas.openxmlformats.org/drawingml/2006/main">
              <a:ext uri="{FF2B5EF4-FFF2-40B4-BE49-F238E27FC236}">
                <a16:creationId xmlns:a16="http://schemas.microsoft.com/office/drawing/2014/main" id="{537BE235-04FA-4769-8116-2F0CF3505CE4}"/>
              </a:ext>
            </a:extLst>
          </p:cNvPr>
          <p:cNvSpPr>
            <a:spLocks xmlns:a="http://schemas.openxmlformats.org/drawingml/2006/main" noGrp="1"/>
          </p:cNvSpPr>
          <p:nvPr/>
        </p:nvSpPr>
        <p:spPr>
          <a:xfrm xmlns:a="http://schemas.openxmlformats.org/drawingml/2006/main">
            <a:off x="838200" y="4006215"/>
            <a:ext cx="57245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記錄誤報與審查負擔</a:t>
            </a:r>
          </a:p>
        </p:txBody>
      </p:sp>
      <p:sp>
        <p:nvSpPr>
          <p:cNvPr id="9" name="slide-53-text-9">
            <a:extLst xmlns:a="http://schemas.openxmlformats.org/drawingml/2006/main">
              <a:ext uri="{FF2B5EF4-FFF2-40B4-BE49-F238E27FC236}">
                <a16:creationId xmlns:a16="http://schemas.microsoft.com/office/drawing/2014/main" id="{9D0341A0-A321-4432-9753-988F2FF793A2}"/>
              </a:ext>
            </a:extLst>
          </p:cNvPr>
          <p:cNvSpPr>
            <a:spLocks xmlns:a="http://schemas.openxmlformats.org/drawingml/2006/main" noGrp="1"/>
          </p:cNvSpPr>
          <p:nvPr/>
        </p:nvSpPr>
        <p:spPr>
          <a:xfrm xmlns:a="http://schemas.openxmlformats.org/drawingml/2006/main">
            <a:off x="7153275" y="2819400"/>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有問題的反例</a:t>
            </a:r>
          </a:p>
        </p:txBody>
      </p:sp>
      <p:sp>
        <p:nvSpPr>
          <p:cNvPr id="10" name="slide-53-line-10">
            <a:extLst xmlns:a="http://schemas.openxmlformats.org/drawingml/2006/main">
              <a:ext uri="{FF2B5EF4-FFF2-40B4-BE49-F238E27FC236}">
                <a16:creationId xmlns:a16="http://schemas.microsoft.com/office/drawing/2014/main" id="{EF63C3A1-536E-4B23-B1AE-D3EFEEE13739}"/>
              </a:ext>
            </a:extLst>
          </p:cNvPr>
          <p:cNvSpPr>
            <a:spLocks xmlns:a="http://schemas.openxmlformats.org/drawingml/2006/main" noGrp="1"/>
          </p:cNvSpPr>
          <p:nvPr/>
        </p:nvSpPr>
        <p:spPr>
          <a:xfrm xmlns:a="http://schemas.openxmlformats.org/drawingml/2006/main">
            <a:off x="7153275" y="3276600"/>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53-text-11">
            <a:extLst xmlns:a="http://schemas.openxmlformats.org/drawingml/2006/main">
              <a:ext uri="{FF2B5EF4-FFF2-40B4-BE49-F238E27FC236}">
                <a16:creationId xmlns:a16="http://schemas.microsoft.com/office/drawing/2014/main" id="{DF5E9F64-BCB3-4E17-BFB5-44AA64FEE0F6}"/>
              </a:ext>
            </a:extLst>
          </p:cNvPr>
          <p:cNvSpPr>
            <a:spLocks xmlns:a="http://schemas.openxmlformats.org/drawingml/2006/main" noGrp="1"/>
          </p:cNvSpPr>
          <p:nvPr/>
        </p:nvSpPr>
        <p:spPr>
          <a:xfrm xmlns:a="http://schemas.openxmlformats.org/drawingml/2006/main">
            <a:off x="7153275" y="3600450"/>
            <a:ext cx="57245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錯誤或越權應能被拒絕</a:t>
            </a:r>
          </a:p>
        </p:txBody>
      </p:sp>
      <p:sp>
        <p:nvSpPr>
          <p:cNvPr id="12" name="slide-53-text-12">
            <a:extLst xmlns:a="http://schemas.openxmlformats.org/drawingml/2006/main">
              <a:ext uri="{FF2B5EF4-FFF2-40B4-BE49-F238E27FC236}">
                <a16:creationId xmlns:a16="http://schemas.microsoft.com/office/drawing/2014/main" id="{13FAACB8-9D47-4376-BC6C-2613CF8B47AE}"/>
              </a:ext>
            </a:extLst>
          </p:cNvPr>
          <p:cNvSpPr>
            <a:spLocks xmlns:a="http://schemas.openxmlformats.org/drawingml/2006/main" noGrp="1"/>
          </p:cNvSpPr>
          <p:nvPr/>
        </p:nvSpPr>
        <p:spPr>
          <a:xfrm xmlns:a="http://schemas.openxmlformats.org/drawingml/2006/main">
            <a:off x="7153275" y="4006215"/>
            <a:ext cx="57245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記錄漏查與恢復結果</a:t>
            </a:r>
          </a:p>
        </p:txBody>
      </p:sp>
      <p:sp>
        <p:nvSpPr>
          <p:cNvPr id="13" name="slide-53-text-13">
            <a:extLst xmlns:a="http://schemas.openxmlformats.org/drawingml/2006/main">
              <a:ext uri="{FF2B5EF4-FFF2-40B4-BE49-F238E27FC236}">
                <a16:creationId xmlns:a16="http://schemas.microsoft.com/office/drawing/2014/main" id="{933AB922-E7F7-4490-AB3A-77A40BFC381E}"/>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規則寫在文件裏，與規則曾經有效阻止錯誤，是不同證據。</a:t>
            </a:r>
          </a:p>
        </p:txBody>
      </p:sp>
      <p:sp>
        <p:nvSpPr>
          <p:cNvPr id="14" name="slide-53-text-14">
            <a:extLst xmlns:a="http://schemas.openxmlformats.org/drawingml/2006/main">
              <a:ext uri="{FF2B5EF4-FFF2-40B4-BE49-F238E27FC236}">
                <a16:creationId xmlns:a16="http://schemas.microsoft.com/office/drawing/2014/main" id="{32C7BBD7-1FF1-40CF-93DD-955D5909876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53 / 66</a:t>
            </a:r>
          </a:p>
        </p:txBody>
      </p:sp>
    </p:spTree>
    <p:extLst>
      <p:ext uri="{BB962C8B-B14F-4D97-AF65-F5344CB8AC3E}">
        <p14:creationId xmlns:p14="http://schemas.microsoft.com/office/powerpoint/2010/main" val="1604287551"/>
      </p:ext>
    </p:extLst>
  </p:cSld>
</p:sld>
</file>

<file path=ppt/slides/slide5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2" name="slide-54-text-1">
            <a:extLst xmlns:a="http://schemas.openxmlformats.org/drawingml/2006/main">
              <a:ext uri="{FF2B5EF4-FFF2-40B4-BE49-F238E27FC236}">
                <a16:creationId xmlns:a16="http://schemas.microsoft.com/office/drawing/2014/main" id="{FFDBA464-D422-413C-9954-A6FDE5F4426D}"/>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03   持續建設</a:t>
            </a:r>
          </a:p>
        </p:txBody>
      </p:sp>
      <p:sp>
        <p:nvSpPr>
          <p:cNvPr id="2" name="slide-54-text-2">
            <a:extLst xmlns:a="http://schemas.openxmlformats.org/drawingml/2006/main">
              <a:ext uri="{FF2B5EF4-FFF2-40B4-BE49-F238E27FC236}">
                <a16:creationId xmlns:a16="http://schemas.microsoft.com/office/drawing/2014/main" id="{39829A59-2852-41B2-A47C-8F3AA9E9C4C7}"/>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可持續能力留下五類資產</a:t>
            </a:r>
          </a:p>
        </p:txBody>
      </p:sp>
      <p:sp>
        <p:nvSpPr>
          <p:cNvPr id="3" name="slide-54-line-3">
            <a:extLst xmlns:a="http://schemas.openxmlformats.org/drawingml/2006/main">
              <a:ext uri="{FF2B5EF4-FFF2-40B4-BE49-F238E27FC236}">
                <a16:creationId xmlns:a16="http://schemas.microsoft.com/office/drawing/2014/main" id="{BA8B9A99-2B97-47E1-9C5C-6B2D1B43CD8B}"/>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4-text-4">
            <a:extLst xmlns:a="http://schemas.openxmlformats.org/drawingml/2006/main">
              <a:ext uri="{FF2B5EF4-FFF2-40B4-BE49-F238E27FC236}">
                <a16:creationId xmlns:a16="http://schemas.microsoft.com/office/drawing/2014/main" id="{149137AD-A0F3-4130-AE83-56238FB9022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4-text-5">
            <a:extLst xmlns:a="http://schemas.openxmlformats.org/drawingml/2006/main">
              <a:ext uri="{FF2B5EF4-FFF2-40B4-BE49-F238E27FC236}">
                <a16:creationId xmlns:a16="http://schemas.microsoft.com/office/drawing/2014/main" id="{2A2D3076-394F-479A-B1A3-9DB86716682C}"/>
              </a:ext>
            </a:extLst>
          </p:cNvPr>
          <p:cNvSpPr>
            <a:spLocks xmlns:a="http://schemas.openxmlformats.org/drawingml/2006/main" noGrp="1"/>
          </p:cNvSpPr>
          <p:nvPr/>
        </p:nvSpPr>
        <p:spPr>
          <a:xfrm xmlns:a="http://schemas.openxmlformats.org/drawingml/2006/main">
            <a:off x="838200" y="2447925"/>
            <a:ext cx="2476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1">
                <a:solidFill>
                  <a:srgbClr val="315CF5"/>
                </a:solidFill>
                <a:latin typeface="PingFang TC"/>
                <a:ea typeface="PingFang TC"/>
                <a:cs typeface="PingFang TC"/>
              </a:defRPr>
            </a:pPr>
            <a:r>
              <a:rPr sz="2175" b="1">
                <a:solidFill>
                  <a:srgbClr val="315CF5"/>
                </a:solidFill>
                <a:latin typeface="PingFang TC"/>
                <a:ea typeface="PingFang TC"/>
                <a:cs typeface="PingFang TC"/>
              </a:rPr>
              <a:t>任務背景</a:t>
            </a:r>
          </a:p>
        </p:txBody>
      </p:sp>
      <p:sp>
        <p:nvSpPr>
          <p:cNvPr id="6" name="slide-54-text-6">
            <a:extLst xmlns:a="http://schemas.openxmlformats.org/drawingml/2006/main">
              <a:ext uri="{FF2B5EF4-FFF2-40B4-BE49-F238E27FC236}">
                <a16:creationId xmlns:a16="http://schemas.microsoft.com/office/drawing/2014/main" id="{392E775E-CF68-4816-A00C-2917B268D902}"/>
              </a:ext>
            </a:extLst>
          </p:cNvPr>
          <p:cNvSpPr>
            <a:spLocks xmlns:a="http://schemas.openxmlformats.org/drawingml/2006/main" noGrp="1"/>
          </p:cNvSpPr>
          <p:nvPr/>
        </p:nvSpPr>
        <p:spPr>
          <a:xfrm xmlns:a="http://schemas.openxmlformats.org/drawingml/2006/main">
            <a:off x="3619500" y="2447925"/>
            <a:ext cx="92583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B1830"/>
                </a:solidFill>
                <a:latin typeface="PingFang TC"/>
                <a:ea typeface="PingFang TC"/>
                <a:cs typeface="PingFang TC"/>
              </a:defRPr>
            </a:pPr>
            <a:r>
              <a:rPr sz="2025" b="0">
                <a:solidFill>
                  <a:srgbClr val="0B1830"/>
                </a:solidFill>
                <a:latin typeface="PingFang TC"/>
                <a:ea typeface="PingFang TC"/>
                <a:cs typeface="PingFang TC"/>
              </a:rPr>
              <a:t>來源、限制與已確認判斷</a:t>
            </a:r>
          </a:p>
        </p:txBody>
      </p:sp>
      <p:sp>
        <p:nvSpPr>
          <p:cNvPr id="7" name="slide-54-line-7">
            <a:extLst xmlns:a="http://schemas.openxmlformats.org/drawingml/2006/main">
              <a:ext uri="{FF2B5EF4-FFF2-40B4-BE49-F238E27FC236}">
                <a16:creationId xmlns:a16="http://schemas.microsoft.com/office/drawing/2014/main" id="{8C6540FA-B8B9-4B8F-90E6-4499C15CAF64}"/>
              </a:ext>
            </a:extLst>
          </p:cNvPr>
          <p:cNvSpPr>
            <a:spLocks xmlns:a="http://schemas.openxmlformats.org/drawingml/2006/main" noGrp="1"/>
          </p:cNvSpPr>
          <p:nvPr/>
        </p:nvSpPr>
        <p:spPr>
          <a:xfrm xmlns:a="http://schemas.openxmlformats.org/drawingml/2006/main">
            <a:off x="838200" y="29908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54-text-8">
            <a:extLst xmlns:a="http://schemas.openxmlformats.org/drawingml/2006/main">
              <a:ext uri="{FF2B5EF4-FFF2-40B4-BE49-F238E27FC236}">
                <a16:creationId xmlns:a16="http://schemas.microsoft.com/office/drawing/2014/main" id="{D17C8C47-6E17-4030-A401-FC0287CA06DE}"/>
              </a:ext>
            </a:extLst>
          </p:cNvPr>
          <p:cNvSpPr>
            <a:spLocks xmlns:a="http://schemas.openxmlformats.org/drawingml/2006/main" noGrp="1"/>
          </p:cNvSpPr>
          <p:nvPr/>
        </p:nvSpPr>
        <p:spPr>
          <a:xfrm xmlns:a="http://schemas.openxmlformats.org/drawingml/2006/main">
            <a:off x="838200" y="3200400"/>
            <a:ext cx="2476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1">
                <a:solidFill>
                  <a:srgbClr val="315CF5"/>
                </a:solidFill>
                <a:latin typeface="PingFang TC"/>
                <a:ea typeface="PingFang TC"/>
                <a:cs typeface="PingFang TC"/>
              </a:defRPr>
            </a:pPr>
            <a:r>
              <a:rPr sz="2175" b="1">
                <a:solidFill>
                  <a:srgbClr val="315CF5"/>
                </a:solidFill>
                <a:latin typeface="PingFang TC"/>
                <a:ea typeface="PingFang TC"/>
                <a:cs typeface="PingFang TC"/>
              </a:rPr>
              <a:t>評估案例</a:t>
            </a:r>
          </a:p>
        </p:txBody>
      </p:sp>
      <p:sp>
        <p:nvSpPr>
          <p:cNvPr id="9" name="slide-54-text-9">
            <a:extLst xmlns:a="http://schemas.openxmlformats.org/drawingml/2006/main">
              <a:ext uri="{FF2B5EF4-FFF2-40B4-BE49-F238E27FC236}">
                <a16:creationId xmlns:a16="http://schemas.microsoft.com/office/drawing/2014/main" id="{5FEA6F2D-43D7-4C56-925F-80107D505615}"/>
              </a:ext>
            </a:extLst>
          </p:cNvPr>
          <p:cNvSpPr>
            <a:spLocks xmlns:a="http://schemas.openxmlformats.org/drawingml/2006/main" noGrp="1"/>
          </p:cNvSpPr>
          <p:nvPr/>
        </p:nvSpPr>
        <p:spPr>
          <a:xfrm xmlns:a="http://schemas.openxmlformats.org/drawingml/2006/main">
            <a:off x="3619500" y="3200400"/>
            <a:ext cx="92583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B1830"/>
                </a:solidFill>
                <a:latin typeface="PingFang TC"/>
                <a:ea typeface="PingFang TC"/>
                <a:cs typeface="PingFang TC"/>
              </a:defRPr>
            </a:pPr>
            <a:r>
              <a:rPr sz="2025" b="0">
                <a:solidFill>
                  <a:srgbClr val="0B1830"/>
                </a:solidFill>
                <a:latin typeface="PingFang TC"/>
                <a:ea typeface="PingFang TC"/>
                <a:cs typeface="PingFang TC"/>
              </a:rPr>
              <a:t>真實任務與已知反例</a:t>
            </a:r>
          </a:p>
        </p:txBody>
      </p:sp>
      <p:sp>
        <p:nvSpPr>
          <p:cNvPr id="10" name="slide-54-line-10">
            <a:extLst xmlns:a="http://schemas.openxmlformats.org/drawingml/2006/main">
              <a:ext uri="{FF2B5EF4-FFF2-40B4-BE49-F238E27FC236}">
                <a16:creationId xmlns:a16="http://schemas.microsoft.com/office/drawing/2014/main" id="{FB18569C-0D56-4A6E-BD94-4E3EE533D35D}"/>
              </a:ext>
            </a:extLst>
          </p:cNvPr>
          <p:cNvSpPr>
            <a:spLocks xmlns:a="http://schemas.openxmlformats.org/drawingml/2006/main" noGrp="1"/>
          </p:cNvSpPr>
          <p:nvPr/>
        </p:nvSpPr>
        <p:spPr>
          <a:xfrm xmlns:a="http://schemas.openxmlformats.org/drawingml/2006/main">
            <a:off x="838200" y="374332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54-text-11">
            <a:extLst xmlns:a="http://schemas.openxmlformats.org/drawingml/2006/main">
              <a:ext uri="{FF2B5EF4-FFF2-40B4-BE49-F238E27FC236}">
                <a16:creationId xmlns:a16="http://schemas.microsoft.com/office/drawing/2014/main" id="{41C29EA1-E3A9-4D02-80D9-24B8ACA93AC2}"/>
              </a:ext>
            </a:extLst>
          </p:cNvPr>
          <p:cNvSpPr>
            <a:spLocks xmlns:a="http://schemas.openxmlformats.org/drawingml/2006/main" noGrp="1"/>
          </p:cNvSpPr>
          <p:nvPr/>
        </p:nvSpPr>
        <p:spPr>
          <a:xfrm xmlns:a="http://schemas.openxmlformats.org/drawingml/2006/main">
            <a:off x="838200" y="3952875"/>
            <a:ext cx="2476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1">
                <a:solidFill>
                  <a:srgbClr val="315CF5"/>
                </a:solidFill>
                <a:latin typeface="PingFang TC"/>
                <a:ea typeface="PingFang TC"/>
                <a:cs typeface="PingFang TC"/>
              </a:defRPr>
            </a:pPr>
            <a:r>
              <a:rPr sz="2175" b="1">
                <a:solidFill>
                  <a:srgbClr val="315CF5"/>
                </a:solidFill>
                <a:latin typeface="PingFang TC"/>
                <a:ea typeface="PingFang TC"/>
                <a:cs typeface="PingFang TC"/>
              </a:rPr>
              <a:t>方法版本</a:t>
            </a:r>
          </a:p>
        </p:txBody>
      </p:sp>
      <p:sp>
        <p:nvSpPr>
          <p:cNvPr id="12" name="slide-54-text-12">
            <a:extLst xmlns:a="http://schemas.openxmlformats.org/drawingml/2006/main">
              <a:ext uri="{FF2B5EF4-FFF2-40B4-BE49-F238E27FC236}">
                <a16:creationId xmlns:a16="http://schemas.microsoft.com/office/drawing/2014/main" id="{E311B6A6-174F-4CF1-9628-DFDA798BD711}"/>
              </a:ext>
            </a:extLst>
          </p:cNvPr>
          <p:cNvSpPr>
            <a:spLocks xmlns:a="http://schemas.openxmlformats.org/drawingml/2006/main" noGrp="1"/>
          </p:cNvSpPr>
          <p:nvPr/>
        </p:nvSpPr>
        <p:spPr>
          <a:xfrm xmlns:a="http://schemas.openxmlformats.org/drawingml/2006/main">
            <a:off x="3619500" y="3952875"/>
            <a:ext cx="92583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B1830"/>
                </a:solidFill>
                <a:latin typeface="PingFang TC"/>
                <a:ea typeface="PingFang TC"/>
                <a:cs typeface="PingFang TC"/>
              </a:defRPr>
            </a:pPr>
            <a:r>
              <a:rPr sz="2025" b="0">
                <a:solidFill>
                  <a:srgbClr val="0B1830"/>
                </a:solidFill>
                <a:latin typeface="PingFang TC"/>
                <a:ea typeface="PingFang TC"/>
                <a:cs typeface="PingFang TC"/>
              </a:rPr>
              <a:t>Skill、工作流及變更理由</a:t>
            </a:r>
          </a:p>
        </p:txBody>
      </p:sp>
      <p:sp>
        <p:nvSpPr>
          <p:cNvPr id="13" name="slide-54-line-13">
            <a:extLst xmlns:a="http://schemas.openxmlformats.org/drawingml/2006/main">
              <a:ext uri="{FF2B5EF4-FFF2-40B4-BE49-F238E27FC236}">
                <a16:creationId xmlns:a16="http://schemas.microsoft.com/office/drawing/2014/main" id="{A1B263D3-172A-4467-9D0D-801F432E1B57}"/>
              </a:ext>
            </a:extLst>
          </p:cNvPr>
          <p:cNvSpPr>
            <a:spLocks xmlns:a="http://schemas.openxmlformats.org/drawingml/2006/main" noGrp="1"/>
          </p:cNvSpPr>
          <p:nvPr/>
        </p:nvSpPr>
        <p:spPr>
          <a:xfrm xmlns:a="http://schemas.openxmlformats.org/drawingml/2006/main">
            <a:off x="838200" y="44958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54-text-14">
            <a:extLst xmlns:a="http://schemas.openxmlformats.org/drawingml/2006/main">
              <a:ext uri="{FF2B5EF4-FFF2-40B4-BE49-F238E27FC236}">
                <a16:creationId xmlns:a16="http://schemas.microsoft.com/office/drawing/2014/main" id="{9334E57D-00DC-495C-9419-B504F9493C97}"/>
              </a:ext>
            </a:extLst>
          </p:cNvPr>
          <p:cNvSpPr>
            <a:spLocks xmlns:a="http://schemas.openxmlformats.org/drawingml/2006/main" noGrp="1"/>
          </p:cNvSpPr>
          <p:nvPr/>
        </p:nvSpPr>
        <p:spPr>
          <a:xfrm xmlns:a="http://schemas.openxmlformats.org/drawingml/2006/main">
            <a:off x="838200" y="4705350"/>
            <a:ext cx="2476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1">
                <a:solidFill>
                  <a:srgbClr val="315CF5"/>
                </a:solidFill>
                <a:latin typeface="PingFang TC"/>
                <a:ea typeface="PingFang TC"/>
                <a:cs typeface="PingFang TC"/>
              </a:defRPr>
            </a:pPr>
            <a:r>
              <a:rPr sz="2175" b="1">
                <a:solidFill>
                  <a:srgbClr val="315CF5"/>
                </a:solidFill>
                <a:latin typeface="PingFang TC"/>
                <a:ea typeface="PingFang TC"/>
                <a:cs typeface="PingFang TC"/>
              </a:rPr>
              <a:t>治理記錄</a:t>
            </a:r>
          </a:p>
        </p:txBody>
      </p:sp>
      <p:sp>
        <p:nvSpPr>
          <p:cNvPr id="15" name="slide-54-text-15">
            <a:extLst xmlns:a="http://schemas.openxmlformats.org/drawingml/2006/main">
              <a:ext uri="{FF2B5EF4-FFF2-40B4-BE49-F238E27FC236}">
                <a16:creationId xmlns:a16="http://schemas.microsoft.com/office/drawing/2014/main" id="{499574A1-52DC-4606-B456-97796D8A5969}"/>
              </a:ext>
            </a:extLst>
          </p:cNvPr>
          <p:cNvSpPr>
            <a:spLocks xmlns:a="http://schemas.openxmlformats.org/drawingml/2006/main" noGrp="1"/>
          </p:cNvSpPr>
          <p:nvPr/>
        </p:nvSpPr>
        <p:spPr>
          <a:xfrm xmlns:a="http://schemas.openxmlformats.org/drawingml/2006/main">
            <a:off x="3619500" y="4705350"/>
            <a:ext cx="92583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B1830"/>
                </a:solidFill>
                <a:latin typeface="PingFang TC"/>
                <a:ea typeface="PingFang TC"/>
                <a:cs typeface="PingFang TC"/>
              </a:defRPr>
            </a:pPr>
            <a:r>
              <a:rPr sz="2025" b="0">
                <a:solidFill>
                  <a:srgbClr val="0B1830"/>
                </a:solidFill>
                <a:latin typeface="PingFang TC"/>
                <a:ea typeface="PingFang TC"/>
                <a:cs typeface="PingFang TC"/>
              </a:rPr>
              <a:t>權限、批准與恢復辦法</a:t>
            </a:r>
          </a:p>
        </p:txBody>
      </p:sp>
      <p:sp>
        <p:nvSpPr>
          <p:cNvPr id="16" name="slide-54-line-16">
            <a:extLst xmlns:a="http://schemas.openxmlformats.org/drawingml/2006/main">
              <a:ext uri="{FF2B5EF4-FFF2-40B4-BE49-F238E27FC236}">
                <a16:creationId xmlns:a16="http://schemas.microsoft.com/office/drawing/2014/main" id="{8D7EFE94-884A-4B76-B613-56C18A5B4D2F}"/>
              </a:ext>
            </a:extLst>
          </p:cNvPr>
          <p:cNvSpPr>
            <a:spLocks xmlns:a="http://schemas.openxmlformats.org/drawingml/2006/main" noGrp="1"/>
          </p:cNvSpPr>
          <p:nvPr/>
        </p:nvSpPr>
        <p:spPr>
          <a:xfrm xmlns:a="http://schemas.openxmlformats.org/drawingml/2006/main">
            <a:off x="838200" y="5248275"/>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7" name="slide-54-text-17">
            <a:extLst xmlns:a="http://schemas.openxmlformats.org/drawingml/2006/main">
              <a:ext uri="{FF2B5EF4-FFF2-40B4-BE49-F238E27FC236}">
                <a16:creationId xmlns:a16="http://schemas.microsoft.com/office/drawing/2014/main" id="{91A977B9-AF80-4048-A7CB-DC2CA1E7F08C}"/>
              </a:ext>
            </a:extLst>
          </p:cNvPr>
          <p:cNvSpPr>
            <a:spLocks xmlns:a="http://schemas.openxmlformats.org/drawingml/2006/main" noGrp="1"/>
          </p:cNvSpPr>
          <p:nvPr/>
        </p:nvSpPr>
        <p:spPr>
          <a:xfrm xmlns:a="http://schemas.openxmlformats.org/drawingml/2006/main">
            <a:off x="838200" y="5457825"/>
            <a:ext cx="2476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1">
                <a:solidFill>
                  <a:srgbClr val="315CF5"/>
                </a:solidFill>
                <a:latin typeface="PingFang TC"/>
                <a:ea typeface="PingFang TC"/>
                <a:cs typeface="PingFang TC"/>
              </a:defRPr>
            </a:pPr>
            <a:r>
              <a:rPr sz="2175" b="1">
                <a:solidFill>
                  <a:srgbClr val="315CF5"/>
                </a:solidFill>
                <a:latin typeface="PingFang TC"/>
                <a:ea typeface="PingFang TC"/>
                <a:cs typeface="PingFang TC"/>
              </a:rPr>
              <a:t>實際結果</a:t>
            </a:r>
          </a:p>
        </p:txBody>
      </p:sp>
      <p:sp>
        <p:nvSpPr>
          <p:cNvPr id="18" name="slide-54-text-18">
            <a:extLst xmlns:a="http://schemas.openxmlformats.org/drawingml/2006/main">
              <a:ext uri="{FF2B5EF4-FFF2-40B4-BE49-F238E27FC236}">
                <a16:creationId xmlns:a16="http://schemas.microsoft.com/office/drawing/2014/main" id="{2E0E717A-CD2B-413F-A447-2342CA408FCA}"/>
              </a:ext>
            </a:extLst>
          </p:cNvPr>
          <p:cNvSpPr>
            <a:spLocks xmlns:a="http://schemas.openxmlformats.org/drawingml/2006/main" noGrp="1"/>
          </p:cNvSpPr>
          <p:nvPr/>
        </p:nvSpPr>
        <p:spPr>
          <a:xfrm xmlns:a="http://schemas.openxmlformats.org/drawingml/2006/main">
            <a:off x="3619500" y="5457825"/>
            <a:ext cx="9258300" cy="349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0B1830"/>
                </a:solidFill>
                <a:latin typeface="PingFang TC"/>
                <a:ea typeface="PingFang TC"/>
                <a:cs typeface="PingFang TC"/>
              </a:defRPr>
            </a:pPr>
            <a:r>
              <a:rPr sz="2025" b="0">
                <a:solidFill>
                  <a:srgbClr val="0B1830"/>
                </a:solidFill>
                <a:latin typeface="PingFang TC"/>
                <a:ea typeface="PingFang TC"/>
                <a:cs typeface="PingFang TC"/>
              </a:rPr>
              <a:t>使用回饋與人工修正</a:t>
            </a:r>
          </a:p>
        </p:txBody>
      </p:sp>
      <p:sp>
        <p:nvSpPr>
          <p:cNvPr id="19" name="slide-54-line-19">
            <a:extLst xmlns:a="http://schemas.openxmlformats.org/drawingml/2006/main">
              <a:ext uri="{FF2B5EF4-FFF2-40B4-BE49-F238E27FC236}">
                <a16:creationId xmlns:a16="http://schemas.microsoft.com/office/drawing/2014/main" id="{21CBC49B-1273-4A8D-B080-CB0B765B86AA}"/>
              </a:ext>
            </a:extLst>
          </p:cNvPr>
          <p:cNvSpPr>
            <a:spLocks xmlns:a="http://schemas.openxmlformats.org/drawingml/2006/main" noGrp="1"/>
          </p:cNvSpPr>
          <p:nvPr/>
        </p:nvSpPr>
        <p:spPr>
          <a:xfrm xmlns:a="http://schemas.openxmlformats.org/drawingml/2006/main">
            <a:off x="838200" y="60007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20" name="slide-54-text-20">
            <a:extLst xmlns:a="http://schemas.openxmlformats.org/drawingml/2006/main">
              <a:ext uri="{FF2B5EF4-FFF2-40B4-BE49-F238E27FC236}">
                <a16:creationId xmlns:a16="http://schemas.microsoft.com/office/drawing/2014/main" id="{5C6AF4B2-0CEC-4CCA-BE9D-F2F81A6C6D57}"/>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資產需要可匯出及可重查，工具替換後仍需重新驗證。</a:t>
            </a:r>
          </a:p>
        </p:txBody>
      </p:sp>
      <p:sp>
        <p:nvSpPr>
          <p:cNvPr id="21" name="slide-54-text-21">
            <a:extLst xmlns:a="http://schemas.openxmlformats.org/drawingml/2006/main">
              <a:ext uri="{FF2B5EF4-FFF2-40B4-BE49-F238E27FC236}">
                <a16:creationId xmlns:a16="http://schemas.microsoft.com/office/drawing/2014/main" id="{311C1191-AD5E-4154-A6F3-D2886D6BF202}"/>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54 / 66</a:t>
            </a:r>
          </a:p>
        </p:txBody>
      </p:sp>
    </p:spTree>
    <p:extLst>
      <p:ext uri="{BB962C8B-B14F-4D97-AF65-F5344CB8AC3E}">
        <p14:creationId xmlns:p14="http://schemas.microsoft.com/office/powerpoint/2010/main" val="467352536"/>
      </p:ext>
    </p:extLst>
  </p:cSld>
</p:sld>
</file>

<file path=ppt/slides/slide55.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25" name="slide-55-text-1">
            <a:extLst xmlns:a="http://schemas.openxmlformats.org/drawingml/2006/main">
              <a:ext uri="{FF2B5EF4-FFF2-40B4-BE49-F238E27FC236}">
                <a16:creationId xmlns:a16="http://schemas.microsoft.com/office/drawing/2014/main" id="{034C9B1E-0523-4464-AF46-D19E4C402D53}"/>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03   可持續能力建設路徑</a:t>
            </a:r>
          </a:p>
        </p:txBody>
      </p:sp>
      <p:sp>
        <p:nvSpPr>
          <p:cNvPr id="2" name="slide-55-text-2">
            <a:extLst xmlns:a="http://schemas.openxmlformats.org/drawingml/2006/main">
              <a:ext uri="{FF2B5EF4-FFF2-40B4-BE49-F238E27FC236}">
                <a16:creationId xmlns:a16="http://schemas.microsoft.com/office/drawing/2014/main" id="{81008D08-EBDA-46C5-97C4-A8AF15F31F0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改造路徑以證據決定下一步</a:t>
            </a:r>
          </a:p>
        </p:txBody>
      </p:sp>
      <p:sp>
        <p:nvSpPr>
          <p:cNvPr id="3" name="slide-55-line-3">
            <a:extLst xmlns:a="http://schemas.openxmlformats.org/drawingml/2006/main">
              <a:ext uri="{FF2B5EF4-FFF2-40B4-BE49-F238E27FC236}">
                <a16:creationId xmlns:a16="http://schemas.microsoft.com/office/drawing/2014/main" id="{6060148F-D1DB-4226-A76C-F6551B8EF769}"/>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55-text-4">
            <a:extLst xmlns:a="http://schemas.openxmlformats.org/drawingml/2006/main">
              <a:ext uri="{FF2B5EF4-FFF2-40B4-BE49-F238E27FC236}">
                <a16:creationId xmlns:a16="http://schemas.microsoft.com/office/drawing/2014/main" id="{BD33EA30-B4DE-473B-B208-A8F4B2CE5481}"/>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55-text-5">
            <a:extLst xmlns:a="http://schemas.openxmlformats.org/drawingml/2006/main">
              <a:ext uri="{FF2B5EF4-FFF2-40B4-BE49-F238E27FC236}">
                <a16:creationId xmlns:a16="http://schemas.microsoft.com/office/drawing/2014/main" id="{E47C69D4-C6E7-4E90-9569-951B11900004}"/>
              </a:ext>
            </a:extLst>
          </p:cNvPr>
          <p:cNvSpPr>
            <a:spLocks xmlns:a="http://schemas.openxmlformats.org/drawingml/2006/main" noGrp="1"/>
          </p:cNvSpPr>
          <p:nvPr/>
        </p:nvSpPr>
        <p:spPr>
          <a:xfrm xmlns:a="http://schemas.openxmlformats.org/drawingml/2006/main">
            <a:off x="838200" y="2371725"/>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M0  基線</a:t>
            </a:r>
          </a:p>
        </p:txBody>
      </p:sp>
      <p:sp>
        <p:nvSpPr>
          <p:cNvPr id="6" name="slide-55-text-6">
            <a:extLst xmlns:a="http://schemas.openxmlformats.org/drawingml/2006/main">
              <a:ext uri="{FF2B5EF4-FFF2-40B4-BE49-F238E27FC236}">
                <a16:creationId xmlns:a16="http://schemas.microsoft.com/office/drawing/2014/main" id="{B0522C60-2A26-4955-971B-30842D77D0D6}"/>
              </a:ext>
            </a:extLst>
          </p:cNvPr>
          <p:cNvSpPr>
            <a:spLocks xmlns:a="http://schemas.openxmlformats.org/drawingml/2006/main" noGrp="1"/>
          </p:cNvSpPr>
          <p:nvPr/>
        </p:nvSpPr>
        <p:spPr>
          <a:xfrm xmlns:a="http://schemas.openxmlformats.org/drawingml/2006/main">
            <a:off x="3619500" y="2371725"/>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確定一條真實工作與驗收標準</a:t>
            </a:r>
          </a:p>
        </p:txBody>
      </p:sp>
      <p:sp>
        <p:nvSpPr>
          <p:cNvPr id="7" name="slide-55-line-7">
            <a:extLst xmlns:a="http://schemas.openxmlformats.org/drawingml/2006/main">
              <a:ext uri="{FF2B5EF4-FFF2-40B4-BE49-F238E27FC236}">
                <a16:creationId xmlns:a16="http://schemas.microsoft.com/office/drawing/2014/main" id="{051B1A91-4E36-4220-8871-779AA0A6E22D}"/>
              </a:ext>
            </a:extLst>
          </p:cNvPr>
          <p:cNvSpPr>
            <a:spLocks xmlns:a="http://schemas.openxmlformats.org/drawingml/2006/main" noGrp="1"/>
          </p:cNvSpPr>
          <p:nvPr/>
        </p:nvSpPr>
        <p:spPr>
          <a:xfrm xmlns:a="http://schemas.openxmlformats.org/drawingml/2006/main">
            <a:off x="838200" y="28194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55-text-8">
            <a:extLst xmlns:a="http://schemas.openxmlformats.org/drawingml/2006/main">
              <a:ext uri="{FF2B5EF4-FFF2-40B4-BE49-F238E27FC236}">
                <a16:creationId xmlns:a16="http://schemas.microsoft.com/office/drawing/2014/main" id="{EA1394A9-29D9-4129-9EB1-CB340FDCCD56}"/>
              </a:ext>
            </a:extLst>
          </p:cNvPr>
          <p:cNvSpPr>
            <a:spLocks xmlns:a="http://schemas.openxmlformats.org/drawingml/2006/main" noGrp="1"/>
          </p:cNvSpPr>
          <p:nvPr/>
        </p:nvSpPr>
        <p:spPr>
          <a:xfrm xmlns:a="http://schemas.openxmlformats.org/drawingml/2006/main">
            <a:off x="838200" y="3028950"/>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M1  只讀</a:t>
            </a:r>
          </a:p>
        </p:txBody>
      </p:sp>
      <p:sp>
        <p:nvSpPr>
          <p:cNvPr id="9" name="slide-55-text-9">
            <a:extLst xmlns:a="http://schemas.openxmlformats.org/drawingml/2006/main">
              <a:ext uri="{FF2B5EF4-FFF2-40B4-BE49-F238E27FC236}">
                <a16:creationId xmlns:a16="http://schemas.microsoft.com/office/drawing/2014/main" id="{4AC75454-D45D-46A2-B839-1287A662249E}"/>
              </a:ext>
            </a:extLst>
          </p:cNvPr>
          <p:cNvSpPr>
            <a:spLocks xmlns:a="http://schemas.openxmlformats.org/drawingml/2006/main" noGrp="1"/>
          </p:cNvSpPr>
          <p:nvPr/>
        </p:nvSpPr>
        <p:spPr>
          <a:xfrm xmlns:a="http://schemas.openxmlformats.org/drawingml/2006/main">
            <a:off x="3619500" y="3028950"/>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能回查來源、版本與分歧</a:t>
            </a:r>
          </a:p>
        </p:txBody>
      </p:sp>
      <p:sp>
        <p:nvSpPr>
          <p:cNvPr id="10" name="slide-55-line-10">
            <a:extLst xmlns:a="http://schemas.openxmlformats.org/drawingml/2006/main">
              <a:ext uri="{FF2B5EF4-FFF2-40B4-BE49-F238E27FC236}">
                <a16:creationId xmlns:a16="http://schemas.microsoft.com/office/drawing/2014/main" id="{AC0C621F-75D8-4572-A84F-C9B05044F7A3}"/>
              </a:ext>
            </a:extLst>
          </p:cNvPr>
          <p:cNvSpPr>
            <a:spLocks xmlns:a="http://schemas.openxmlformats.org/drawingml/2006/main" noGrp="1"/>
          </p:cNvSpPr>
          <p:nvPr/>
        </p:nvSpPr>
        <p:spPr>
          <a:xfrm xmlns:a="http://schemas.openxmlformats.org/drawingml/2006/main">
            <a:off x="838200" y="34766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55-text-11">
            <a:extLst xmlns:a="http://schemas.openxmlformats.org/drawingml/2006/main">
              <a:ext uri="{FF2B5EF4-FFF2-40B4-BE49-F238E27FC236}">
                <a16:creationId xmlns:a16="http://schemas.microsoft.com/office/drawing/2014/main" id="{B9A28B41-C70F-4E4E-A202-896ED9D03C3A}"/>
              </a:ext>
            </a:extLst>
          </p:cNvPr>
          <p:cNvSpPr>
            <a:spLocks xmlns:a="http://schemas.openxmlformats.org/drawingml/2006/main" noGrp="1"/>
          </p:cNvSpPr>
          <p:nvPr/>
        </p:nvSpPr>
        <p:spPr>
          <a:xfrm xmlns:a="http://schemas.openxmlformats.org/drawingml/2006/main">
            <a:off x="838200" y="3686175"/>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M2  確認寫回</a:t>
            </a:r>
          </a:p>
        </p:txBody>
      </p:sp>
      <p:sp>
        <p:nvSpPr>
          <p:cNvPr id="12" name="slide-55-text-12">
            <a:extLst xmlns:a="http://schemas.openxmlformats.org/drawingml/2006/main">
              <a:ext uri="{FF2B5EF4-FFF2-40B4-BE49-F238E27FC236}">
                <a16:creationId xmlns:a16="http://schemas.microsoft.com/office/drawing/2014/main" id="{7D9418E8-9A78-458C-BABA-C3F76D4D48E4}"/>
              </a:ext>
            </a:extLst>
          </p:cNvPr>
          <p:cNvSpPr>
            <a:spLocks xmlns:a="http://schemas.openxmlformats.org/drawingml/2006/main" noGrp="1"/>
          </p:cNvSpPr>
          <p:nvPr/>
        </p:nvSpPr>
        <p:spPr>
          <a:xfrm xmlns:a="http://schemas.openxmlformats.org/drawingml/2006/main">
            <a:off x="3619500" y="3686175"/>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具名確認後更新共同狀態</a:t>
            </a:r>
          </a:p>
        </p:txBody>
      </p:sp>
      <p:sp>
        <p:nvSpPr>
          <p:cNvPr id="13" name="slide-55-line-13">
            <a:extLst xmlns:a="http://schemas.openxmlformats.org/drawingml/2006/main">
              <a:ext uri="{FF2B5EF4-FFF2-40B4-BE49-F238E27FC236}">
                <a16:creationId xmlns:a16="http://schemas.microsoft.com/office/drawing/2014/main" id="{6E4082EA-3CFC-4EA4-99B3-904F6207977B}"/>
              </a:ext>
            </a:extLst>
          </p:cNvPr>
          <p:cNvSpPr>
            <a:spLocks xmlns:a="http://schemas.openxmlformats.org/drawingml/2006/main" noGrp="1"/>
          </p:cNvSpPr>
          <p:nvPr/>
        </p:nvSpPr>
        <p:spPr>
          <a:xfrm xmlns:a="http://schemas.openxmlformats.org/drawingml/2006/main">
            <a:off x="838200" y="413385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55-text-14">
            <a:extLst xmlns:a="http://schemas.openxmlformats.org/drawingml/2006/main">
              <a:ext uri="{FF2B5EF4-FFF2-40B4-BE49-F238E27FC236}">
                <a16:creationId xmlns:a16="http://schemas.microsoft.com/office/drawing/2014/main" id="{77F86FAA-5441-467F-9B97-1D837B3F279B}"/>
              </a:ext>
            </a:extLst>
          </p:cNvPr>
          <p:cNvSpPr>
            <a:spLocks xmlns:a="http://schemas.openxmlformats.org/drawingml/2006/main" noGrp="1"/>
          </p:cNvSpPr>
          <p:nvPr/>
        </p:nvSpPr>
        <p:spPr>
          <a:xfrm xmlns:a="http://schemas.openxmlformats.org/drawingml/2006/main">
            <a:off x="838200" y="4343400"/>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M3  影子運行</a:t>
            </a:r>
          </a:p>
        </p:txBody>
      </p:sp>
      <p:sp>
        <p:nvSpPr>
          <p:cNvPr id="15" name="slide-55-text-15">
            <a:extLst xmlns:a="http://schemas.openxmlformats.org/drawingml/2006/main">
              <a:ext uri="{FF2B5EF4-FFF2-40B4-BE49-F238E27FC236}">
                <a16:creationId xmlns:a16="http://schemas.microsoft.com/office/drawing/2014/main" id="{F2B293ED-1737-4124-BA34-89A57BA64576}"/>
              </a:ext>
            </a:extLst>
          </p:cNvPr>
          <p:cNvSpPr>
            <a:spLocks xmlns:a="http://schemas.openxmlformats.org/drawingml/2006/main" noGrp="1"/>
          </p:cNvSpPr>
          <p:nvPr/>
        </p:nvSpPr>
        <p:spPr>
          <a:xfrm xmlns:a="http://schemas.openxmlformats.org/drawingml/2006/main">
            <a:off x="3619500" y="4343400"/>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量測誤報、漏報與人工負擔</a:t>
            </a:r>
          </a:p>
        </p:txBody>
      </p:sp>
      <p:sp>
        <p:nvSpPr>
          <p:cNvPr id="16" name="slide-55-line-16">
            <a:extLst xmlns:a="http://schemas.openxmlformats.org/drawingml/2006/main">
              <a:ext uri="{FF2B5EF4-FFF2-40B4-BE49-F238E27FC236}">
                <a16:creationId xmlns:a16="http://schemas.microsoft.com/office/drawing/2014/main" id="{122FC707-1684-4116-B03F-C1A05339FD9A}"/>
              </a:ext>
            </a:extLst>
          </p:cNvPr>
          <p:cNvSpPr>
            <a:spLocks xmlns:a="http://schemas.openxmlformats.org/drawingml/2006/main" noGrp="1"/>
          </p:cNvSpPr>
          <p:nvPr/>
        </p:nvSpPr>
        <p:spPr>
          <a:xfrm xmlns:a="http://schemas.openxmlformats.org/drawingml/2006/main">
            <a:off x="838200" y="479107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7" name="slide-55-text-17">
            <a:extLst xmlns:a="http://schemas.openxmlformats.org/drawingml/2006/main">
              <a:ext uri="{FF2B5EF4-FFF2-40B4-BE49-F238E27FC236}">
                <a16:creationId xmlns:a16="http://schemas.microsoft.com/office/drawing/2014/main" id="{16EC0705-9B2F-4B63-9C52-CB94B8D533A7}"/>
              </a:ext>
            </a:extLst>
          </p:cNvPr>
          <p:cNvSpPr>
            <a:spLocks xmlns:a="http://schemas.openxmlformats.org/drawingml/2006/main" noGrp="1"/>
          </p:cNvSpPr>
          <p:nvPr/>
        </p:nvSpPr>
        <p:spPr>
          <a:xfrm xmlns:a="http://schemas.openxmlformats.org/drawingml/2006/main">
            <a:off x="838200" y="5000625"/>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M4  受控行動</a:t>
            </a:r>
          </a:p>
        </p:txBody>
      </p:sp>
      <p:sp>
        <p:nvSpPr>
          <p:cNvPr id="18" name="slide-55-text-18">
            <a:extLst xmlns:a="http://schemas.openxmlformats.org/drawingml/2006/main">
              <a:ext uri="{FF2B5EF4-FFF2-40B4-BE49-F238E27FC236}">
                <a16:creationId xmlns:a16="http://schemas.microsoft.com/office/drawing/2014/main" id="{1E20AA3D-BE8A-4D02-8E3A-6DAAAA3885F7}"/>
              </a:ext>
            </a:extLst>
          </p:cNvPr>
          <p:cNvSpPr>
            <a:spLocks xmlns:a="http://schemas.openxmlformats.org/drawingml/2006/main" noGrp="1"/>
          </p:cNvSpPr>
          <p:nvPr/>
        </p:nvSpPr>
        <p:spPr>
          <a:xfrm xmlns:a="http://schemas.openxmlformats.org/drawingml/2006/main">
            <a:off x="3619500" y="5000625"/>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驗證權限、停止與恢復</a:t>
            </a:r>
          </a:p>
        </p:txBody>
      </p:sp>
      <p:sp>
        <p:nvSpPr>
          <p:cNvPr id="19" name="slide-55-line-19">
            <a:extLst xmlns:a="http://schemas.openxmlformats.org/drawingml/2006/main">
              <a:ext uri="{FF2B5EF4-FFF2-40B4-BE49-F238E27FC236}">
                <a16:creationId xmlns:a16="http://schemas.microsoft.com/office/drawing/2014/main" id="{BA8C485A-89EE-462A-9A03-45F6FA6258C0}"/>
              </a:ext>
            </a:extLst>
          </p:cNvPr>
          <p:cNvSpPr>
            <a:spLocks xmlns:a="http://schemas.openxmlformats.org/drawingml/2006/main" noGrp="1"/>
          </p:cNvSpPr>
          <p:nvPr/>
        </p:nvSpPr>
        <p:spPr>
          <a:xfrm xmlns:a="http://schemas.openxmlformats.org/drawingml/2006/main">
            <a:off x="838200" y="54483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20" name="slide-55-text-20">
            <a:extLst xmlns:a="http://schemas.openxmlformats.org/drawingml/2006/main">
              <a:ext uri="{FF2B5EF4-FFF2-40B4-BE49-F238E27FC236}">
                <a16:creationId xmlns:a16="http://schemas.microsoft.com/office/drawing/2014/main" id="{9A046567-E0EC-47B5-A768-1B9FFE38A574}"/>
              </a:ext>
            </a:extLst>
          </p:cNvPr>
          <p:cNvSpPr>
            <a:spLocks xmlns:a="http://schemas.openxmlformats.org/drawingml/2006/main" noGrp="1"/>
          </p:cNvSpPr>
          <p:nvPr/>
        </p:nvSpPr>
        <p:spPr>
          <a:xfrm xmlns:a="http://schemas.openxmlformats.org/drawingml/2006/main">
            <a:off x="838200" y="5657850"/>
            <a:ext cx="2476500" cy="362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1">
                <a:solidFill>
                  <a:srgbClr val="49D4E3"/>
                </a:solidFill>
                <a:latin typeface="PingFang TC"/>
                <a:ea typeface="PingFang TC"/>
                <a:cs typeface="PingFang TC"/>
              </a:defRPr>
            </a:pPr>
            <a:r>
              <a:rPr sz="2100" b="1">
                <a:solidFill>
                  <a:srgbClr val="49D4E3"/>
                </a:solidFill>
                <a:latin typeface="PingFang TC"/>
                <a:ea typeface="PingFang TC"/>
                <a:cs typeface="PingFang TC"/>
              </a:rPr>
              <a:t>M5  遷移與接管</a:t>
            </a:r>
          </a:p>
        </p:txBody>
      </p:sp>
      <p:sp>
        <p:nvSpPr>
          <p:cNvPr id="21" name="slide-55-text-21">
            <a:extLst xmlns:a="http://schemas.openxmlformats.org/drawingml/2006/main">
              <a:ext uri="{FF2B5EF4-FFF2-40B4-BE49-F238E27FC236}">
                <a16:creationId xmlns:a16="http://schemas.microsoft.com/office/drawing/2014/main" id="{4F3BF5F3-91F9-4B18-96BE-38786EF68899}"/>
              </a:ext>
            </a:extLst>
          </p:cNvPr>
          <p:cNvSpPr>
            <a:spLocks xmlns:a="http://schemas.openxmlformats.org/drawingml/2006/main" noGrp="1"/>
          </p:cNvSpPr>
          <p:nvPr/>
        </p:nvSpPr>
        <p:spPr>
          <a:xfrm xmlns:a="http://schemas.openxmlformats.org/drawingml/2006/main">
            <a:off x="3619500" y="5657850"/>
            <a:ext cx="92583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FFFFFF"/>
                </a:solidFill>
                <a:latin typeface="PingFang TC"/>
                <a:ea typeface="PingFang TC"/>
                <a:cs typeface="PingFang TC"/>
              </a:defRPr>
            </a:pPr>
            <a:r>
              <a:rPr sz="1950" b="0">
                <a:solidFill>
                  <a:srgbClr val="FFFFFF"/>
                </a:solidFill>
                <a:latin typeface="PingFang TC"/>
                <a:ea typeface="PingFang TC"/>
                <a:cs typeface="PingFang TC"/>
              </a:rPr>
              <a:t>內部可運行、恢復、修訂及停用</a:t>
            </a:r>
          </a:p>
        </p:txBody>
      </p:sp>
      <p:sp>
        <p:nvSpPr>
          <p:cNvPr id="22" name="slide-55-line-22">
            <a:extLst xmlns:a="http://schemas.openxmlformats.org/drawingml/2006/main">
              <a:ext uri="{FF2B5EF4-FFF2-40B4-BE49-F238E27FC236}">
                <a16:creationId xmlns:a16="http://schemas.microsoft.com/office/drawing/2014/main" id="{90ED7EF4-210D-420D-9B36-04B1A0198A89}"/>
              </a:ext>
            </a:extLst>
          </p:cNvPr>
          <p:cNvSpPr>
            <a:spLocks xmlns:a="http://schemas.openxmlformats.org/drawingml/2006/main" noGrp="1"/>
          </p:cNvSpPr>
          <p:nvPr/>
        </p:nvSpPr>
        <p:spPr>
          <a:xfrm xmlns:a="http://schemas.openxmlformats.org/drawingml/2006/main">
            <a:off x="838200" y="6105525"/>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23" name="slide-55-text-23">
            <a:extLst xmlns:a="http://schemas.openxmlformats.org/drawingml/2006/main">
              <a:ext uri="{FF2B5EF4-FFF2-40B4-BE49-F238E27FC236}">
                <a16:creationId xmlns:a16="http://schemas.microsoft.com/office/drawing/2014/main" id="{24BAE255-C549-4507-B8F1-31ED46FBCCBD}"/>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里程碑是證據條件，不是按時間自動晉級的日程。</a:t>
            </a:r>
          </a:p>
        </p:txBody>
      </p:sp>
      <p:sp>
        <p:nvSpPr>
          <p:cNvPr id="24" name="slide-55-text-24">
            <a:extLst xmlns:a="http://schemas.openxmlformats.org/drawingml/2006/main">
              <a:ext uri="{FF2B5EF4-FFF2-40B4-BE49-F238E27FC236}">
                <a16:creationId xmlns:a16="http://schemas.microsoft.com/office/drawing/2014/main" id="{3BAC6186-74DD-43CD-83AD-DFE264A44ABC}"/>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55 / 66</a:t>
            </a:r>
          </a:p>
        </p:txBody>
      </p:sp>
    </p:spTree>
    <p:extLst>
      <p:ext uri="{BB962C8B-B14F-4D97-AF65-F5344CB8AC3E}">
        <p14:creationId xmlns:p14="http://schemas.microsoft.com/office/powerpoint/2010/main" val="1717755971"/>
      </p:ext>
    </p:extLst>
  </p:cSld>
</p:sld>
</file>

<file path=ppt/slides/slide56.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9" name="slide-56-text-1">
            <a:extLst xmlns:a="http://schemas.openxmlformats.org/drawingml/2006/main">
              <a:ext uri="{FF2B5EF4-FFF2-40B4-BE49-F238E27FC236}">
                <a16:creationId xmlns:a16="http://schemas.microsoft.com/office/drawing/2014/main" id="{AC4A2994-35AE-48EC-B0E2-43090CBF745B}"/>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AI NATIVE FIELD NOTES   04</a:t>
            </a:r>
          </a:p>
        </p:txBody>
      </p:sp>
      <p:sp>
        <p:nvSpPr>
          <p:cNvPr id="2" name="slide-56-line-2">
            <a:extLst xmlns:a="http://schemas.openxmlformats.org/drawingml/2006/main">
              <a:ext uri="{FF2B5EF4-FFF2-40B4-BE49-F238E27FC236}">
                <a16:creationId xmlns:a16="http://schemas.microsoft.com/office/drawing/2014/main" id="{90241A52-A7BE-47C7-9D2B-36C059B97D4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3" name="slide-56-text-3">
            <a:extLst xmlns:a="http://schemas.openxmlformats.org/drawingml/2006/main">
              <a:ext uri="{FF2B5EF4-FFF2-40B4-BE49-F238E27FC236}">
                <a16:creationId xmlns:a16="http://schemas.microsoft.com/office/drawing/2014/main" id="{64178650-EEC6-46F3-88C0-D084304F66DC}"/>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4" name="slide-56-text-4">
            <a:extLst xmlns:a="http://schemas.openxmlformats.org/drawingml/2006/main">
              <a:ext uri="{FF2B5EF4-FFF2-40B4-BE49-F238E27FC236}">
                <a16:creationId xmlns:a16="http://schemas.microsoft.com/office/drawing/2014/main" id="{8962AE89-66CD-4C84-8DB9-AFFA17A71A8E}"/>
              </a:ext>
            </a:extLst>
          </p:cNvPr>
          <p:cNvSpPr>
            <a:spLocks xmlns:a="http://schemas.openxmlformats.org/drawingml/2006/main" noGrp="1"/>
          </p:cNvSpPr>
          <p:nvPr/>
        </p:nvSpPr>
        <p:spPr>
          <a:xfrm xmlns:a="http://schemas.openxmlformats.org/drawingml/2006/main">
            <a:off x="838200" y="2095500"/>
            <a:ext cx="2476500" cy="191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100" b="1">
                <a:solidFill>
                  <a:srgbClr val="B8C8FF"/>
                </a:solidFill>
                <a:latin typeface="PingFang TC"/>
                <a:ea typeface="PingFang TC"/>
                <a:cs typeface="PingFang TC"/>
              </a:defRPr>
            </a:pPr>
            <a:r>
              <a:rPr sz="11100" b="1">
                <a:solidFill>
                  <a:srgbClr val="B8C8FF"/>
                </a:solidFill>
                <a:latin typeface="PingFang TC"/>
                <a:ea typeface="PingFang TC"/>
                <a:cs typeface="PingFang TC"/>
              </a:rPr>
              <a:t>04</a:t>
            </a:r>
          </a:p>
        </p:txBody>
      </p:sp>
      <p:sp>
        <p:nvSpPr>
          <p:cNvPr id="5" name="slide-56-text-5">
            <a:extLst xmlns:a="http://schemas.openxmlformats.org/drawingml/2006/main">
              <a:ext uri="{FF2B5EF4-FFF2-40B4-BE49-F238E27FC236}">
                <a16:creationId xmlns:a16="http://schemas.microsoft.com/office/drawing/2014/main" id="{A3388B24-8166-42A9-9935-FF34AF93511C}"/>
              </a:ext>
            </a:extLst>
          </p:cNvPr>
          <p:cNvSpPr>
            <a:spLocks xmlns:a="http://schemas.openxmlformats.org/drawingml/2006/main" noGrp="1"/>
          </p:cNvSpPr>
          <p:nvPr/>
        </p:nvSpPr>
        <p:spPr>
          <a:xfrm xmlns:a="http://schemas.openxmlformats.org/drawingml/2006/main">
            <a:off x="3952875" y="2476500"/>
            <a:ext cx="85725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交付後，能力歸誰</a:t>
            </a:r>
          </a:p>
        </p:txBody>
      </p:sp>
      <p:sp>
        <p:nvSpPr>
          <p:cNvPr id="6" name="slide-56-text-6">
            <a:extLst xmlns:a="http://schemas.openxmlformats.org/drawingml/2006/main">
              <a:ext uri="{FF2B5EF4-FFF2-40B4-BE49-F238E27FC236}">
                <a16:creationId xmlns:a16="http://schemas.microsoft.com/office/drawing/2014/main" id="{52F5B3FA-6675-4707-9820-517C9A41E82B}"/>
              </a:ext>
            </a:extLst>
          </p:cNvPr>
          <p:cNvSpPr>
            <a:spLocks xmlns:a="http://schemas.openxmlformats.org/drawingml/2006/main" noGrp="1"/>
          </p:cNvSpPr>
          <p:nvPr/>
        </p:nvSpPr>
        <p:spPr>
          <a:xfrm xmlns:a="http://schemas.openxmlformats.org/drawingml/2006/main">
            <a:off x="4000500" y="4514850"/>
            <a:ext cx="833437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DCE4F5"/>
                </a:solidFill>
                <a:latin typeface="PingFang TC"/>
                <a:ea typeface="PingFang TC"/>
                <a:cs typeface="PingFang TC"/>
              </a:defRPr>
            </a:pPr>
            <a:r>
              <a:rPr sz="2325" b="0">
                <a:solidFill>
                  <a:srgbClr val="DCE4F5"/>
                </a:solidFill>
                <a:latin typeface="PingFang TC"/>
                <a:ea typeface="PingFang TC"/>
                <a:cs typeface="PingFang TC"/>
              </a:rPr>
              <a:t>當 AI 進入現場之後</a:t>
            </a:r>
          </a:p>
        </p:txBody>
      </p:sp>
      <p:sp>
        <p:nvSpPr>
          <p:cNvPr id="7" name="slide-56-text-7">
            <a:extLst xmlns:a="http://schemas.openxmlformats.org/drawingml/2006/main">
              <a:ext uri="{FF2B5EF4-FFF2-40B4-BE49-F238E27FC236}">
                <a16:creationId xmlns:a16="http://schemas.microsoft.com/office/drawing/2014/main" id="{1300AE79-8DBE-4B33-BE1D-2FCC5C9EB1F6}"/>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完成項目之後，使用者與接手團隊能否繼續工作？</a:t>
            </a:r>
          </a:p>
        </p:txBody>
      </p:sp>
      <p:sp>
        <p:nvSpPr>
          <p:cNvPr id="8" name="slide-56-text-8">
            <a:extLst xmlns:a="http://schemas.openxmlformats.org/drawingml/2006/main">
              <a:ext uri="{FF2B5EF4-FFF2-40B4-BE49-F238E27FC236}">
                <a16:creationId xmlns:a16="http://schemas.microsoft.com/office/drawing/2014/main" id="{AF58D655-FC30-4956-84FF-5F0D55F75AE6}"/>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56 / 66</a:t>
            </a:r>
          </a:p>
        </p:txBody>
      </p:sp>
    </p:spTree>
    <p:extLst>
      <p:ext uri="{BB962C8B-B14F-4D97-AF65-F5344CB8AC3E}">
        <p14:creationId xmlns:p14="http://schemas.microsoft.com/office/powerpoint/2010/main" val="328428508"/>
      </p:ext>
    </p:extLst>
  </p:cSld>
</p:sld>
</file>

<file path=ppt/slides/slide5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7" name="slide-57-text-1">
            <a:extLst xmlns:a="http://schemas.openxmlformats.org/drawingml/2006/main">
              <a:ext uri="{FF2B5EF4-FFF2-40B4-BE49-F238E27FC236}">
                <a16:creationId xmlns:a16="http://schemas.microsoft.com/office/drawing/2014/main" id="{07E717C8-955C-4A0E-8BFB-4516ACAA37EE}"/>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04   現場需求</a:t>
            </a:r>
          </a:p>
        </p:txBody>
      </p:sp>
      <p:sp>
        <p:nvSpPr>
          <p:cNvPr id="2" name="slide-57-text-2">
            <a:extLst xmlns:a="http://schemas.openxmlformats.org/drawingml/2006/main">
              <a:ext uri="{FF2B5EF4-FFF2-40B4-BE49-F238E27FC236}">
                <a16:creationId xmlns:a16="http://schemas.microsoft.com/office/drawing/2014/main" id="{575BE953-142E-4650-A9B6-3C50115DE9FE}"/>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制度、系統與實際工作可能不同</a:t>
            </a:r>
          </a:p>
        </p:txBody>
      </p:sp>
      <p:sp>
        <p:nvSpPr>
          <p:cNvPr id="3" name="slide-57-line-3">
            <a:extLst xmlns:a="http://schemas.openxmlformats.org/drawingml/2006/main">
              <a:ext uri="{FF2B5EF4-FFF2-40B4-BE49-F238E27FC236}">
                <a16:creationId xmlns:a16="http://schemas.microsoft.com/office/drawing/2014/main" id="{E0006352-7BD7-4DE4-A13E-04B1340067F4}"/>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7-text-4">
            <a:extLst xmlns:a="http://schemas.openxmlformats.org/drawingml/2006/main">
              <a:ext uri="{FF2B5EF4-FFF2-40B4-BE49-F238E27FC236}">
                <a16:creationId xmlns:a16="http://schemas.microsoft.com/office/drawing/2014/main" id="{3A8A01C6-78DF-4B93-A92F-041797BA2686}"/>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7-text-5">
            <a:extLst xmlns:a="http://schemas.openxmlformats.org/drawingml/2006/main">
              <a:ext uri="{FF2B5EF4-FFF2-40B4-BE49-F238E27FC236}">
                <a16:creationId xmlns:a16="http://schemas.microsoft.com/office/drawing/2014/main" id="{02E5C075-2C07-40C7-80C0-D2BF9FB8A90D}"/>
              </a:ext>
            </a:extLst>
          </p:cNvPr>
          <p:cNvSpPr>
            <a:spLocks xmlns:a="http://schemas.openxmlformats.org/drawingml/2006/main" noGrp="1"/>
          </p:cNvSpPr>
          <p:nvPr/>
        </p:nvSpPr>
        <p:spPr>
          <a:xfrm xmlns:a="http://schemas.openxmlformats.org/drawingml/2006/main">
            <a:off x="838200" y="30194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制度要求</a:t>
            </a:r>
          </a:p>
        </p:txBody>
      </p:sp>
      <p:sp>
        <p:nvSpPr>
          <p:cNvPr id="6" name="slide-57-line-6">
            <a:extLst xmlns:a="http://schemas.openxmlformats.org/drawingml/2006/main">
              <a:ext uri="{FF2B5EF4-FFF2-40B4-BE49-F238E27FC236}">
                <a16:creationId xmlns:a16="http://schemas.microsoft.com/office/drawing/2014/main" id="{E68F6080-649D-4A33-9A32-89F4BCA01067}"/>
              </a:ext>
            </a:extLst>
          </p:cNvPr>
          <p:cNvSpPr>
            <a:spLocks xmlns:a="http://schemas.openxmlformats.org/drawingml/2006/main" noGrp="1"/>
          </p:cNvSpPr>
          <p:nvPr/>
        </p:nvSpPr>
        <p:spPr>
          <a:xfrm xmlns:a="http://schemas.openxmlformats.org/drawingml/2006/main">
            <a:off x="838200" y="347662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7" name="slide-57-text-7">
            <a:extLst xmlns:a="http://schemas.openxmlformats.org/drawingml/2006/main">
              <a:ext uri="{FF2B5EF4-FFF2-40B4-BE49-F238E27FC236}">
                <a16:creationId xmlns:a16="http://schemas.microsoft.com/office/drawing/2014/main" id="{13DF4CF0-AFBF-495B-B4AE-6A7F28C3C991}"/>
              </a:ext>
            </a:extLst>
          </p:cNvPr>
          <p:cNvSpPr>
            <a:spLocks xmlns:a="http://schemas.openxmlformats.org/drawingml/2006/main" noGrp="1"/>
          </p:cNvSpPr>
          <p:nvPr/>
        </p:nvSpPr>
        <p:spPr>
          <a:xfrm xmlns:a="http://schemas.openxmlformats.org/drawingml/2006/main">
            <a:off x="838200" y="3800475"/>
            <a:ext cx="36195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規定如何做</a:t>
            </a:r>
          </a:p>
        </p:txBody>
      </p:sp>
      <p:sp>
        <p:nvSpPr>
          <p:cNvPr id="8" name="slide-57-text-8">
            <a:extLst xmlns:a="http://schemas.openxmlformats.org/drawingml/2006/main">
              <a:ext uri="{FF2B5EF4-FFF2-40B4-BE49-F238E27FC236}">
                <a16:creationId xmlns:a16="http://schemas.microsoft.com/office/drawing/2014/main" id="{19DCA63A-534E-4AF9-8794-B22831B771B6}"/>
              </a:ext>
            </a:extLst>
          </p:cNvPr>
          <p:cNvSpPr>
            <a:spLocks xmlns:a="http://schemas.openxmlformats.org/drawingml/2006/main" noGrp="1"/>
          </p:cNvSpPr>
          <p:nvPr/>
        </p:nvSpPr>
        <p:spPr>
          <a:xfrm xmlns:a="http://schemas.openxmlformats.org/drawingml/2006/main">
            <a:off x="5048250" y="30194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系統流程</a:t>
            </a:r>
          </a:p>
        </p:txBody>
      </p:sp>
      <p:sp>
        <p:nvSpPr>
          <p:cNvPr id="9" name="slide-57-line-9">
            <a:extLst xmlns:a="http://schemas.openxmlformats.org/drawingml/2006/main">
              <a:ext uri="{FF2B5EF4-FFF2-40B4-BE49-F238E27FC236}">
                <a16:creationId xmlns:a16="http://schemas.microsoft.com/office/drawing/2014/main" id="{33F32E88-D8C6-471C-806F-025D9BDDBD61}"/>
              </a:ext>
            </a:extLst>
          </p:cNvPr>
          <p:cNvSpPr>
            <a:spLocks xmlns:a="http://schemas.openxmlformats.org/drawingml/2006/main" noGrp="1"/>
          </p:cNvSpPr>
          <p:nvPr/>
        </p:nvSpPr>
        <p:spPr>
          <a:xfrm xmlns:a="http://schemas.openxmlformats.org/drawingml/2006/main">
            <a:off x="5048250" y="347662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0" name="slide-57-text-10">
            <a:extLst xmlns:a="http://schemas.openxmlformats.org/drawingml/2006/main">
              <a:ext uri="{FF2B5EF4-FFF2-40B4-BE49-F238E27FC236}">
                <a16:creationId xmlns:a16="http://schemas.microsoft.com/office/drawing/2014/main" id="{13AAF194-7C27-46A2-9DD5-DC888E9E9E93}"/>
              </a:ext>
            </a:extLst>
          </p:cNvPr>
          <p:cNvSpPr>
            <a:spLocks xmlns:a="http://schemas.openxmlformats.org/drawingml/2006/main" noGrp="1"/>
          </p:cNvSpPr>
          <p:nvPr/>
        </p:nvSpPr>
        <p:spPr>
          <a:xfrm xmlns:a="http://schemas.openxmlformats.org/drawingml/2006/main">
            <a:off x="5048250" y="3800475"/>
            <a:ext cx="36195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介面允許怎樣做</a:t>
            </a:r>
          </a:p>
        </p:txBody>
      </p:sp>
      <p:sp>
        <p:nvSpPr>
          <p:cNvPr id="11" name="slide-57-text-11">
            <a:extLst xmlns:a="http://schemas.openxmlformats.org/drawingml/2006/main">
              <a:ext uri="{FF2B5EF4-FFF2-40B4-BE49-F238E27FC236}">
                <a16:creationId xmlns:a16="http://schemas.microsoft.com/office/drawing/2014/main" id="{3C5536A9-26E7-4E4A-AC60-8D9ADF24F419}"/>
              </a:ext>
            </a:extLst>
          </p:cNvPr>
          <p:cNvSpPr>
            <a:spLocks xmlns:a="http://schemas.openxmlformats.org/drawingml/2006/main" noGrp="1"/>
          </p:cNvSpPr>
          <p:nvPr/>
        </p:nvSpPr>
        <p:spPr>
          <a:xfrm xmlns:a="http://schemas.openxmlformats.org/drawingml/2006/main">
            <a:off x="9258300" y="30194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315CF5"/>
                </a:solidFill>
                <a:latin typeface="PingFang TC"/>
                <a:ea typeface="PingFang TC"/>
                <a:cs typeface="PingFang TC"/>
              </a:defRPr>
            </a:pPr>
            <a:r>
              <a:rPr sz="1875" b="1">
                <a:solidFill>
                  <a:srgbClr val="315CF5"/>
                </a:solidFill>
                <a:latin typeface="PingFang TC"/>
                <a:ea typeface="PingFang TC"/>
                <a:cs typeface="PingFang TC"/>
              </a:rPr>
              <a:t>實際工作</a:t>
            </a:r>
          </a:p>
        </p:txBody>
      </p:sp>
      <p:sp>
        <p:nvSpPr>
          <p:cNvPr id="12" name="slide-57-line-12">
            <a:extLst xmlns:a="http://schemas.openxmlformats.org/drawingml/2006/main">
              <a:ext uri="{FF2B5EF4-FFF2-40B4-BE49-F238E27FC236}">
                <a16:creationId xmlns:a16="http://schemas.microsoft.com/office/drawing/2014/main" id="{37820C89-527A-47AE-B6BD-3FF8EF3E9A02}"/>
              </a:ext>
            </a:extLst>
          </p:cNvPr>
          <p:cNvSpPr>
            <a:spLocks xmlns:a="http://schemas.openxmlformats.org/drawingml/2006/main" noGrp="1"/>
          </p:cNvSpPr>
          <p:nvPr/>
        </p:nvSpPr>
        <p:spPr>
          <a:xfrm xmlns:a="http://schemas.openxmlformats.org/drawingml/2006/main">
            <a:off x="9258300" y="3476625"/>
            <a:ext cx="3619500" cy="0"/>
          </a:xfrm>
          <a:prstGeom xmlns:a="http://schemas.openxmlformats.org/drawingml/2006/main" prst="line">
            <a:avLst/>
          </a:prstGeom>
          <a:noFill xmlns:a="http://schemas.openxmlformats.org/drawingml/2006/main"/>
          <a:ln xmlns:a="http://schemas.openxmlformats.org/drawingml/2006/main" w="19050">
            <a:solidFill>
              <a:srgbClr val="315CF5"/>
            </a:solidFill>
            <a:prstDash val="solid"/>
          </a:ln>
        </p:spPr>
      </p:sp>
      <p:sp>
        <p:nvSpPr>
          <p:cNvPr id="13" name="slide-57-text-13">
            <a:extLst xmlns:a="http://schemas.openxmlformats.org/drawingml/2006/main">
              <a:ext uri="{FF2B5EF4-FFF2-40B4-BE49-F238E27FC236}">
                <a16:creationId xmlns:a16="http://schemas.microsoft.com/office/drawing/2014/main" id="{B4D202A4-3A90-4FF7-B5F2-BA434B03AFD8}"/>
              </a:ext>
            </a:extLst>
          </p:cNvPr>
          <p:cNvSpPr>
            <a:spLocks xmlns:a="http://schemas.openxmlformats.org/drawingml/2006/main" noGrp="1"/>
          </p:cNvSpPr>
          <p:nvPr/>
        </p:nvSpPr>
        <p:spPr>
          <a:xfrm xmlns:a="http://schemas.openxmlformats.org/drawingml/2006/main">
            <a:off x="9258300" y="3800475"/>
            <a:ext cx="36195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0B1830"/>
                </a:solidFill>
                <a:latin typeface="PingFang TC"/>
                <a:ea typeface="PingFang TC"/>
                <a:cs typeface="PingFang TC"/>
              </a:defRPr>
            </a:pPr>
            <a:r>
              <a:rPr sz="2250" b="0">
                <a:solidFill>
                  <a:srgbClr val="0B1830"/>
                </a:solidFill>
                <a:latin typeface="PingFang TC"/>
                <a:ea typeface="PingFang TC"/>
                <a:cs typeface="PingFang TC"/>
              </a:rPr>
              <a:t>使用者今天如何完成</a:t>
            </a:r>
          </a:p>
        </p:txBody>
      </p:sp>
      <p:sp>
        <p:nvSpPr>
          <p:cNvPr id="14" name="slide-57-text-14">
            <a:extLst xmlns:a="http://schemas.openxmlformats.org/drawingml/2006/main">
              <a:ext uri="{FF2B5EF4-FFF2-40B4-BE49-F238E27FC236}">
                <a16:creationId xmlns:a16="http://schemas.microsoft.com/office/drawing/2014/main" id="{C832EA12-8801-4E09-A31A-9A00CCCD6BA7}"/>
              </a:ext>
            </a:extLst>
          </p:cNvPr>
          <p:cNvSpPr>
            <a:spLocks xmlns:a="http://schemas.openxmlformats.org/drawingml/2006/main" noGrp="1"/>
          </p:cNvSpPr>
          <p:nvPr/>
        </p:nvSpPr>
        <p:spPr>
          <a:xfrm xmlns:a="http://schemas.openxmlformats.org/drawingml/2006/main">
            <a:off x="838200" y="5353050"/>
            <a:ext cx="12039600"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0B1830"/>
                </a:solidFill>
                <a:latin typeface="PingFang TC"/>
                <a:ea typeface="PingFang TC"/>
                <a:cs typeface="PingFang TC"/>
              </a:defRPr>
            </a:pPr>
            <a:r>
              <a:rPr sz="2325" b="1">
                <a:solidFill>
                  <a:srgbClr val="0B1830"/>
                </a:solidFill>
                <a:latin typeface="PingFang TC"/>
                <a:ea typeface="PingFang TC"/>
                <a:cs typeface="PingFang TC"/>
              </a:rPr>
              <a:t>現場調查需要解釋三者的差異，再形成可驗證的委託。</a:t>
            </a:r>
          </a:p>
        </p:txBody>
      </p:sp>
      <p:sp>
        <p:nvSpPr>
          <p:cNvPr id="15" name="slide-57-text-15">
            <a:extLst xmlns:a="http://schemas.openxmlformats.org/drawingml/2006/main">
              <a:ext uri="{FF2B5EF4-FFF2-40B4-BE49-F238E27FC236}">
                <a16:creationId xmlns:a16="http://schemas.microsoft.com/office/drawing/2014/main" id="{98F2C69A-B139-44AB-A346-8D6042DC7700}"/>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一線經驗是重要證據，也需要來源、時效與規範校準。</a:t>
            </a:r>
          </a:p>
        </p:txBody>
      </p:sp>
      <p:sp>
        <p:nvSpPr>
          <p:cNvPr id="16" name="slide-57-text-16">
            <a:extLst xmlns:a="http://schemas.openxmlformats.org/drawingml/2006/main">
              <a:ext uri="{FF2B5EF4-FFF2-40B4-BE49-F238E27FC236}">
                <a16:creationId xmlns:a16="http://schemas.microsoft.com/office/drawing/2014/main" id="{E6E0E09C-4F08-4210-8885-E4F2520489F9}"/>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57 / 66</a:t>
            </a:r>
          </a:p>
        </p:txBody>
      </p:sp>
    </p:spTree>
    <p:extLst>
      <p:ext uri="{BB962C8B-B14F-4D97-AF65-F5344CB8AC3E}">
        <p14:creationId xmlns:p14="http://schemas.microsoft.com/office/powerpoint/2010/main" val="2142637587"/>
      </p:ext>
    </p:extLst>
  </p:cSld>
</p:sld>
</file>

<file path=ppt/slides/slide58.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58-text-1">
            <a:extLst xmlns:a="http://schemas.openxmlformats.org/drawingml/2006/main">
              <a:ext uri="{FF2B5EF4-FFF2-40B4-BE49-F238E27FC236}">
                <a16:creationId xmlns:a16="http://schemas.microsoft.com/office/drawing/2014/main" id="{5ADB3062-C722-45DD-9F41-758ABCC4019D}"/>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04   第一條現場工作流</a:t>
            </a:r>
          </a:p>
        </p:txBody>
      </p:sp>
      <p:sp>
        <p:nvSpPr>
          <p:cNvPr id="2" name="slide-58-text-2">
            <a:extLst xmlns:a="http://schemas.openxmlformats.org/drawingml/2006/main">
              <a:ext uri="{FF2B5EF4-FFF2-40B4-BE49-F238E27FC236}">
                <a16:creationId xmlns:a16="http://schemas.microsoft.com/office/drawing/2014/main" id="{BA7C2C96-BC38-4D76-87E7-C97C542C0CE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第一次試用聚焦一個可觀察結果</a:t>
            </a:r>
          </a:p>
        </p:txBody>
      </p:sp>
      <p:sp>
        <p:nvSpPr>
          <p:cNvPr id="3" name="slide-58-line-3">
            <a:extLst xmlns:a="http://schemas.openxmlformats.org/drawingml/2006/main">
              <a:ext uri="{FF2B5EF4-FFF2-40B4-BE49-F238E27FC236}">
                <a16:creationId xmlns:a16="http://schemas.microsoft.com/office/drawing/2014/main" id="{BCADFB4E-D97B-4798-A2C0-6770B69C02BF}"/>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58-text-4">
            <a:extLst xmlns:a="http://schemas.openxmlformats.org/drawingml/2006/main">
              <a:ext uri="{FF2B5EF4-FFF2-40B4-BE49-F238E27FC236}">
                <a16:creationId xmlns:a16="http://schemas.microsoft.com/office/drawing/2014/main" id="{3A02E687-36A2-43FE-884A-50CD521B0F7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58-text-5">
            <a:extLst xmlns:a="http://schemas.openxmlformats.org/drawingml/2006/main">
              <a:ext uri="{FF2B5EF4-FFF2-40B4-BE49-F238E27FC236}">
                <a16:creationId xmlns:a16="http://schemas.microsoft.com/office/drawing/2014/main" id="{C4942C9C-237E-4127-A3BC-5DB32768889E}"/>
              </a:ext>
            </a:extLst>
          </p:cNvPr>
          <p:cNvSpPr>
            <a:spLocks xmlns:a="http://schemas.openxmlformats.org/drawingml/2006/main" noGrp="1"/>
          </p:cNvSpPr>
          <p:nvPr/>
        </p:nvSpPr>
        <p:spPr>
          <a:xfrm xmlns:a="http://schemas.openxmlformats.org/drawingml/2006/main">
            <a:off x="838200" y="28003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觀察對象</a:t>
            </a:r>
          </a:p>
        </p:txBody>
      </p:sp>
      <p:sp>
        <p:nvSpPr>
          <p:cNvPr id="6" name="slide-58-text-6">
            <a:extLst xmlns:a="http://schemas.openxmlformats.org/drawingml/2006/main">
              <a:ext uri="{FF2B5EF4-FFF2-40B4-BE49-F238E27FC236}">
                <a16:creationId xmlns:a16="http://schemas.microsoft.com/office/drawing/2014/main" id="{5A94C9BC-7027-489E-B7AE-E761EB89260F}"/>
              </a:ext>
            </a:extLst>
          </p:cNvPr>
          <p:cNvSpPr>
            <a:spLocks xmlns:a="http://schemas.openxmlformats.org/drawingml/2006/main" noGrp="1"/>
          </p:cNvSpPr>
          <p:nvPr/>
        </p:nvSpPr>
        <p:spPr>
          <a:xfrm xmlns:a="http://schemas.openxmlformats.org/drawingml/2006/main">
            <a:off x="3619500" y="280035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一次具體備課，而非整所學校</a:t>
            </a:r>
          </a:p>
        </p:txBody>
      </p:sp>
      <p:sp>
        <p:nvSpPr>
          <p:cNvPr id="7" name="slide-58-line-7">
            <a:extLst xmlns:a="http://schemas.openxmlformats.org/drawingml/2006/main">
              <a:ext uri="{FF2B5EF4-FFF2-40B4-BE49-F238E27FC236}">
                <a16:creationId xmlns:a16="http://schemas.microsoft.com/office/drawing/2014/main" id="{FDC6ED10-74C3-4F92-AD34-88AA400135FF}"/>
              </a:ext>
            </a:extLst>
          </p:cNvPr>
          <p:cNvSpPr>
            <a:spLocks xmlns:a="http://schemas.openxmlformats.org/drawingml/2006/main" noGrp="1"/>
          </p:cNvSpPr>
          <p:nvPr/>
        </p:nvSpPr>
        <p:spPr>
          <a:xfrm xmlns:a="http://schemas.openxmlformats.org/drawingml/2006/main">
            <a:off x="838200" y="36957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8" name="slide-58-text-8">
            <a:extLst xmlns:a="http://schemas.openxmlformats.org/drawingml/2006/main">
              <a:ext uri="{FF2B5EF4-FFF2-40B4-BE49-F238E27FC236}">
                <a16:creationId xmlns:a16="http://schemas.microsoft.com/office/drawing/2014/main" id="{20F9958A-9304-4DF6-8B05-2A64E6B942D5}"/>
              </a:ext>
            </a:extLst>
          </p:cNvPr>
          <p:cNvSpPr>
            <a:spLocks xmlns:a="http://schemas.openxmlformats.org/drawingml/2006/main" noGrp="1"/>
          </p:cNvSpPr>
          <p:nvPr/>
        </p:nvSpPr>
        <p:spPr>
          <a:xfrm xmlns:a="http://schemas.openxmlformats.org/drawingml/2006/main">
            <a:off x="838200" y="39052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觀察內容</a:t>
            </a:r>
          </a:p>
        </p:txBody>
      </p:sp>
      <p:sp>
        <p:nvSpPr>
          <p:cNvPr id="9" name="slide-58-text-9">
            <a:extLst xmlns:a="http://schemas.openxmlformats.org/drawingml/2006/main">
              <a:ext uri="{FF2B5EF4-FFF2-40B4-BE49-F238E27FC236}">
                <a16:creationId xmlns:a16="http://schemas.microsoft.com/office/drawing/2014/main" id="{836265CA-6E45-4F20-ADAA-696E115AFFF5}"/>
              </a:ext>
            </a:extLst>
          </p:cNvPr>
          <p:cNvSpPr>
            <a:spLocks xmlns:a="http://schemas.openxmlformats.org/drawingml/2006/main" noGrp="1"/>
          </p:cNvSpPr>
          <p:nvPr/>
        </p:nvSpPr>
        <p:spPr>
          <a:xfrm xmlns:a="http://schemas.openxmlformats.org/drawingml/2006/main">
            <a:off x="3619500" y="390525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從哪裏開始、修改哪裏、是否採用</a:t>
            </a:r>
          </a:p>
        </p:txBody>
      </p:sp>
      <p:sp>
        <p:nvSpPr>
          <p:cNvPr id="10" name="slide-58-line-10">
            <a:extLst xmlns:a="http://schemas.openxmlformats.org/drawingml/2006/main">
              <a:ext uri="{FF2B5EF4-FFF2-40B4-BE49-F238E27FC236}">
                <a16:creationId xmlns:a16="http://schemas.microsoft.com/office/drawing/2014/main" id="{F845C92E-01FF-4C0C-ABAB-D2B075856DBD}"/>
              </a:ext>
            </a:extLst>
          </p:cNvPr>
          <p:cNvSpPr>
            <a:spLocks xmlns:a="http://schemas.openxmlformats.org/drawingml/2006/main" noGrp="1"/>
          </p:cNvSpPr>
          <p:nvPr/>
        </p:nvSpPr>
        <p:spPr>
          <a:xfrm xmlns:a="http://schemas.openxmlformats.org/drawingml/2006/main">
            <a:off x="838200" y="48006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1" name="slide-58-text-11">
            <a:extLst xmlns:a="http://schemas.openxmlformats.org/drawingml/2006/main">
              <a:ext uri="{FF2B5EF4-FFF2-40B4-BE49-F238E27FC236}">
                <a16:creationId xmlns:a16="http://schemas.microsoft.com/office/drawing/2014/main" id="{AB1D6B49-1F98-4274-9383-CBAB8CD6E79B}"/>
              </a:ext>
            </a:extLst>
          </p:cNvPr>
          <p:cNvSpPr>
            <a:spLocks xmlns:a="http://schemas.openxmlformats.org/drawingml/2006/main" noGrp="1"/>
          </p:cNvSpPr>
          <p:nvPr/>
        </p:nvSpPr>
        <p:spPr>
          <a:xfrm xmlns:a="http://schemas.openxmlformats.org/drawingml/2006/main">
            <a:off x="838200" y="5010150"/>
            <a:ext cx="24765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49D4E3"/>
                </a:solidFill>
                <a:latin typeface="PingFang TC"/>
                <a:ea typeface="PingFang TC"/>
                <a:cs typeface="PingFang TC"/>
              </a:defRPr>
            </a:pPr>
            <a:r>
              <a:rPr sz="2400" b="1">
                <a:solidFill>
                  <a:srgbClr val="49D4E3"/>
                </a:solidFill>
                <a:latin typeface="PingFang TC"/>
                <a:ea typeface="PingFang TC"/>
                <a:cs typeface="PingFang TC"/>
              </a:rPr>
              <a:t>退出條件</a:t>
            </a:r>
          </a:p>
        </p:txBody>
      </p:sp>
      <p:sp>
        <p:nvSpPr>
          <p:cNvPr id="12" name="slide-58-text-12">
            <a:extLst xmlns:a="http://schemas.openxmlformats.org/drawingml/2006/main">
              <a:ext uri="{FF2B5EF4-FFF2-40B4-BE49-F238E27FC236}">
                <a16:creationId xmlns:a16="http://schemas.microsoft.com/office/drawing/2014/main" id="{E39D73D2-2BA4-456B-A637-B422991CFA74}"/>
              </a:ext>
            </a:extLst>
          </p:cNvPr>
          <p:cNvSpPr>
            <a:spLocks xmlns:a="http://schemas.openxmlformats.org/drawingml/2006/main" noGrp="1"/>
          </p:cNvSpPr>
          <p:nvPr/>
        </p:nvSpPr>
        <p:spPr>
          <a:xfrm xmlns:a="http://schemas.openxmlformats.org/drawingml/2006/main">
            <a:off x="3619500" y="5010150"/>
            <a:ext cx="9258300"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a:solidFill>
                  <a:srgbClr val="FFFFFF"/>
                </a:solidFill>
                <a:latin typeface="PingFang TC"/>
                <a:ea typeface="PingFang TC"/>
                <a:cs typeface="PingFang TC"/>
              </a:defRPr>
            </a:pPr>
            <a:r>
              <a:rPr sz="2250" b="0">
                <a:solidFill>
                  <a:srgbClr val="FFFFFF"/>
                </a:solidFill>
                <a:latin typeface="PingFang TC"/>
                <a:ea typeface="PingFang TC"/>
                <a:cs typeface="PingFang TC"/>
              </a:rPr>
              <a:t>資料或授權不足，便縮小或停止</a:t>
            </a:r>
          </a:p>
        </p:txBody>
      </p:sp>
      <p:sp>
        <p:nvSpPr>
          <p:cNvPr id="13" name="slide-58-line-13">
            <a:extLst xmlns:a="http://schemas.openxmlformats.org/drawingml/2006/main">
              <a:ext uri="{FF2B5EF4-FFF2-40B4-BE49-F238E27FC236}">
                <a16:creationId xmlns:a16="http://schemas.microsoft.com/office/drawing/2014/main" id="{0CE74817-165A-4A9C-90DD-E7DF12299384}"/>
              </a:ext>
            </a:extLst>
          </p:cNvPr>
          <p:cNvSpPr>
            <a:spLocks xmlns:a="http://schemas.openxmlformats.org/drawingml/2006/main" noGrp="1"/>
          </p:cNvSpPr>
          <p:nvPr/>
        </p:nvSpPr>
        <p:spPr>
          <a:xfrm xmlns:a="http://schemas.openxmlformats.org/drawingml/2006/main">
            <a:off x="838200" y="5905500"/>
            <a:ext cx="12039600" cy="0"/>
          </a:xfrm>
          <a:prstGeom xmlns:a="http://schemas.openxmlformats.org/drawingml/2006/main" prst="line">
            <a:avLst/>
          </a:prstGeom>
          <a:noFill xmlns:a="http://schemas.openxmlformats.org/drawingml/2006/main"/>
          <a:ln xmlns:a="http://schemas.openxmlformats.org/drawingml/2006/main" w="9525">
            <a:solidFill>
              <a:srgbClr val="536682"/>
            </a:solidFill>
            <a:prstDash val="solid"/>
          </a:ln>
        </p:spPr>
      </p:sp>
      <p:sp>
        <p:nvSpPr>
          <p:cNvPr id="14" name="slide-58-text-14">
            <a:extLst xmlns:a="http://schemas.openxmlformats.org/drawingml/2006/main">
              <a:ext uri="{FF2B5EF4-FFF2-40B4-BE49-F238E27FC236}">
                <a16:creationId xmlns:a16="http://schemas.microsoft.com/office/drawing/2014/main" id="{0A2D652E-DC31-44FB-8791-3FFDAC85BC35}"/>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58 / 66</a:t>
            </a:r>
          </a:p>
        </p:txBody>
      </p:sp>
    </p:spTree>
    <p:extLst>
      <p:ext uri="{BB962C8B-B14F-4D97-AF65-F5344CB8AC3E}">
        <p14:creationId xmlns:p14="http://schemas.microsoft.com/office/powerpoint/2010/main" val="651088533"/>
      </p:ext>
    </p:extLst>
  </p:cSld>
</p:sld>
</file>

<file path=ppt/slides/slide5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slide-59-text-1">
            <a:extLst xmlns:a="http://schemas.openxmlformats.org/drawingml/2006/main">
              <a:ext uri="{FF2B5EF4-FFF2-40B4-BE49-F238E27FC236}">
                <a16:creationId xmlns:a16="http://schemas.microsoft.com/office/drawing/2014/main" id="{372C2503-D2CF-4120-9BDD-56BB185DF81E}"/>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04   完成、可用、採用與效果</a:t>
            </a:r>
          </a:p>
        </p:txBody>
      </p:sp>
      <p:sp>
        <p:nvSpPr>
          <p:cNvPr id="2" name="slide-59-text-2">
            <a:extLst xmlns:a="http://schemas.openxmlformats.org/drawingml/2006/main">
              <a:ext uri="{FF2B5EF4-FFF2-40B4-BE49-F238E27FC236}">
                <a16:creationId xmlns:a16="http://schemas.microsoft.com/office/drawing/2014/main" id="{09C5ADED-026E-4631-97C1-7DE2316D524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驗收包含四種不同證據</a:t>
            </a:r>
          </a:p>
        </p:txBody>
      </p:sp>
      <p:sp>
        <p:nvSpPr>
          <p:cNvPr id="3" name="slide-59-line-3">
            <a:extLst xmlns:a="http://schemas.openxmlformats.org/drawingml/2006/main">
              <a:ext uri="{FF2B5EF4-FFF2-40B4-BE49-F238E27FC236}">
                <a16:creationId xmlns:a16="http://schemas.microsoft.com/office/drawing/2014/main" id="{F8E5401F-DF24-4281-874D-B89ACDD12791}"/>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59-text-4">
            <a:extLst xmlns:a="http://schemas.openxmlformats.org/drawingml/2006/main">
              <a:ext uri="{FF2B5EF4-FFF2-40B4-BE49-F238E27FC236}">
                <a16:creationId xmlns:a16="http://schemas.microsoft.com/office/drawing/2014/main" id="{25F181F0-DEDC-4C3F-B57A-15D86223A12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59-text-5">
            <a:extLst xmlns:a="http://schemas.openxmlformats.org/drawingml/2006/main">
              <a:ext uri="{FF2B5EF4-FFF2-40B4-BE49-F238E27FC236}">
                <a16:creationId xmlns:a16="http://schemas.microsoft.com/office/drawing/2014/main" id="{4A90A263-75E5-4B27-879C-AE12D5225BCC}"/>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59-line-6">
            <a:extLst xmlns:a="http://schemas.openxmlformats.org/drawingml/2006/main">
              <a:ext uri="{FF2B5EF4-FFF2-40B4-BE49-F238E27FC236}">
                <a16:creationId xmlns:a16="http://schemas.microsoft.com/office/drawing/2014/main" id="{E1905388-AC3D-4ECB-A9BA-FB8C0BAC7969}"/>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59-text-7">
            <a:extLst xmlns:a="http://schemas.openxmlformats.org/drawingml/2006/main">
              <a:ext uri="{FF2B5EF4-FFF2-40B4-BE49-F238E27FC236}">
                <a16:creationId xmlns:a16="http://schemas.microsoft.com/office/drawing/2014/main" id="{3E039571-CD4D-434A-8DC2-97DD8A8492ED}"/>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交付</a:t>
            </a:r>
          </a:p>
        </p:txBody>
      </p:sp>
      <p:sp>
        <p:nvSpPr>
          <p:cNvPr id="8" name="slide-59-text-8">
            <a:extLst xmlns:a="http://schemas.openxmlformats.org/drawingml/2006/main">
              <a:ext uri="{FF2B5EF4-FFF2-40B4-BE49-F238E27FC236}">
                <a16:creationId xmlns:a16="http://schemas.microsoft.com/office/drawing/2014/main" id="{E69298FE-AFC7-4919-87C2-8DA221694EB5}"/>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約定材料</a:t>
            </a:r>
          </a:p>
        </p:txBody>
      </p:sp>
      <p:sp>
        <p:nvSpPr>
          <p:cNvPr id="9" name="slide-59-text-9">
            <a:extLst xmlns:a="http://schemas.openxmlformats.org/drawingml/2006/main">
              <a:ext uri="{FF2B5EF4-FFF2-40B4-BE49-F238E27FC236}">
                <a16:creationId xmlns:a16="http://schemas.microsoft.com/office/drawing/2014/main" id="{1B0E8BF1-1C73-40CE-AA55-9935EE54546A}"/>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是否齊備</a:t>
            </a:r>
          </a:p>
        </p:txBody>
      </p:sp>
      <p:sp>
        <p:nvSpPr>
          <p:cNvPr id="10" name="slide-59-line-10">
            <a:extLst xmlns:a="http://schemas.openxmlformats.org/drawingml/2006/main">
              <a:ext uri="{FF2B5EF4-FFF2-40B4-BE49-F238E27FC236}">
                <a16:creationId xmlns:a16="http://schemas.microsoft.com/office/drawing/2014/main" id="{5736249F-90D2-4355-B692-EC76B67FC6A3}"/>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59-text-11">
            <a:extLst xmlns:a="http://schemas.openxmlformats.org/drawingml/2006/main">
              <a:ext uri="{FF2B5EF4-FFF2-40B4-BE49-F238E27FC236}">
                <a16:creationId xmlns:a16="http://schemas.microsoft.com/office/drawing/2014/main" id="{C475C89E-2CE8-45B0-91A3-4C99D09E219D}"/>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59-line-12">
            <a:extLst xmlns:a="http://schemas.openxmlformats.org/drawingml/2006/main">
              <a:ext uri="{FF2B5EF4-FFF2-40B4-BE49-F238E27FC236}">
                <a16:creationId xmlns:a16="http://schemas.microsoft.com/office/drawing/2014/main" id="{657CDA4F-10BC-479F-9A85-BA827BF0342B}"/>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59-text-13">
            <a:extLst xmlns:a="http://schemas.openxmlformats.org/drawingml/2006/main">
              <a:ext uri="{FF2B5EF4-FFF2-40B4-BE49-F238E27FC236}">
                <a16:creationId xmlns:a16="http://schemas.microsoft.com/office/drawing/2014/main" id="{FFAA2018-0F1B-497B-91D1-116979F109CF}"/>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系統</a:t>
            </a:r>
          </a:p>
        </p:txBody>
      </p:sp>
      <p:sp>
        <p:nvSpPr>
          <p:cNvPr id="14" name="slide-59-text-14">
            <a:extLst xmlns:a="http://schemas.openxmlformats.org/drawingml/2006/main">
              <a:ext uri="{FF2B5EF4-FFF2-40B4-BE49-F238E27FC236}">
                <a16:creationId xmlns:a16="http://schemas.microsoft.com/office/drawing/2014/main" id="{45CF541A-12A5-45E5-9054-5BF3C16ECA54}"/>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功能與限制</a:t>
            </a:r>
          </a:p>
        </p:txBody>
      </p:sp>
      <p:sp>
        <p:nvSpPr>
          <p:cNvPr id="15" name="slide-59-text-15">
            <a:extLst xmlns:a="http://schemas.openxmlformats.org/drawingml/2006/main">
              <a:ext uri="{FF2B5EF4-FFF2-40B4-BE49-F238E27FC236}">
                <a16:creationId xmlns:a16="http://schemas.microsoft.com/office/drawing/2014/main" id="{C73E1A29-16CA-4F9E-ABF8-DC63897EA486}"/>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是否已驗證</a:t>
            </a:r>
          </a:p>
        </p:txBody>
      </p:sp>
      <p:sp>
        <p:nvSpPr>
          <p:cNvPr id="16" name="slide-59-line-16">
            <a:extLst xmlns:a="http://schemas.openxmlformats.org/drawingml/2006/main">
              <a:ext uri="{FF2B5EF4-FFF2-40B4-BE49-F238E27FC236}">
                <a16:creationId xmlns:a16="http://schemas.microsoft.com/office/drawing/2014/main" id="{DDD6BB8D-E798-4533-ACAC-F05C9A71D59B}"/>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59-text-17">
            <a:extLst xmlns:a="http://schemas.openxmlformats.org/drawingml/2006/main">
              <a:ext uri="{FF2B5EF4-FFF2-40B4-BE49-F238E27FC236}">
                <a16:creationId xmlns:a16="http://schemas.microsoft.com/office/drawing/2014/main" id="{61513CA6-1F13-4BEF-BEB1-E68DDA04EE49}"/>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59-line-18">
            <a:extLst xmlns:a="http://schemas.openxmlformats.org/drawingml/2006/main">
              <a:ext uri="{FF2B5EF4-FFF2-40B4-BE49-F238E27FC236}">
                <a16:creationId xmlns:a16="http://schemas.microsoft.com/office/drawing/2014/main" id="{257CA8BC-9C15-452E-986A-D40CC668C14E}"/>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59-text-19">
            <a:extLst xmlns:a="http://schemas.openxmlformats.org/drawingml/2006/main">
              <a:ext uri="{FF2B5EF4-FFF2-40B4-BE49-F238E27FC236}">
                <a16:creationId xmlns:a16="http://schemas.microsoft.com/office/drawing/2014/main" id="{CDE263D6-C656-4EE9-AEAF-484A3FD48C88}"/>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採用</a:t>
            </a:r>
          </a:p>
        </p:txBody>
      </p:sp>
      <p:sp>
        <p:nvSpPr>
          <p:cNvPr id="20" name="slide-59-text-20">
            <a:extLst xmlns:a="http://schemas.openxmlformats.org/drawingml/2006/main">
              <a:ext uri="{FF2B5EF4-FFF2-40B4-BE49-F238E27FC236}">
                <a16:creationId xmlns:a16="http://schemas.microsoft.com/office/drawing/2014/main" id="{3AB3A114-5C3E-45E9-8FA7-2B0B76A5AB98}"/>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教師是否</a:t>
            </a:r>
          </a:p>
        </p:txBody>
      </p:sp>
      <p:sp>
        <p:nvSpPr>
          <p:cNvPr id="21" name="slide-59-text-21">
            <a:extLst xmlns:a="http://schemas.openxmlformats.org/drawingml/2006/main">
              <a:ext uri="{FF2B5EF4-FFF2-40B4-BE49-F238E27FC236}">
                <a16:creationId xmlns:a16="http://schemas.microsoft.com/office/drawing/2014/main" id="{2DA53E45-AA06-43CF-B828-E8BE688BF359}"/>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實際使用</a:t>
            </a:r>
          </a:p>
        </p:txBody>
      </p:sp>
      <p:sp>
        <p:nvSpPr>
          <p:cNvPr id="22" name="slide-59-line-22">
            <a:extLst xmlns:a="http://schemas.openxmlformats.org/drawingml/2006/main">
              <a:ext uri="{FF2B5EF4-FFF2-40B4-BE49-F238E27FC236}">
                <a16:creationId xmlns:a16="http://schemas.microsoft.com/office/drawing/2014/main" id="{1F5B36A4-DFE9-4D52-B271-E881FC5D47E5}"/>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23" name="slide-59-text-23">
            <a:extLst xmlns:a="http://schemas.openxmlformats.org/drawingml/2006/main">
              <a:ext uri="{FF2B5EF4-FFF2-40B4-BE49-F238E27FC236}">
                <a16:creationId xmlns:a16="http://schemas.microsoft.com/office/drawing/2014/main" id="{35032172-DC74-4604-A8E7-1E05F6AC6C04}"/>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24" name="slide-59-line-24">
            <a:extLst xmlns:a="http://schemas.openxmlformats.org/drawingml/2006/main">
              <a:ext uri="{FF2B5EF4-FFF2-40B4-BE49-F238E27FC236}">
                <a16:creationId xmlns:a16="http://schemas.microsoft.com/office/drawing/2014/main" id="{552AA423-B25F-488B-93D3-2AB49D9378D9}"/>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5" name="slide-59-text-25">
            <a:extLst xmlns:a="http://schemas.openxmlformats.org/drawingml/2006/main">
              <a:ext uri="{FF2B5EF4-FFF2-40B4-BE49-F238E27FC236}">
                <a16:creationId xmlns:a16="http://schemas.microsoft.com/office/drawing/2014/main" id="{3DAF56D4-3062-4E48-A0AE-BF956FE677D3}"/>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結果</a:t>
            </a:r>
          </a:p>
        </p:txBody>
      </p:sp>
      <p:sp>
        <p:nvSpPr>
          <p:cNvPr id="26" name="slide-59-text-26">
            <a:extLst xmlns:a="http://schemas.openxmlformats.org/drawingml/2006/main">
              <a:ext uri="{FF2B5EF4-FFF2-40B4-BE49-F238E27FC236}">
                <a16:creationId xmlns:a16="http://schemas.microsoft.com/office/drawing/2014/main" id="{DF5BCA49-AB68-4384-971D-10E2DDFD4A11}"/>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預期效果</a:t>
            </a:r>
          </a:p>
        </p:txBody>
      </p:sp>
      <p:sp>
        <p:nvSpPr>
          <p:cNvPr id="27" name="slide-59-text-27">
            <a:extLst xmlns:a="http://schemas.openxmlformats.org/drawingml/2006/main">
              <a:ext uri="{FF2B5EF4-FFF2-40B4-BE49-F238E27FC236}">
                <a16:creationId xmlns:a16="http://schemas.microsoft.com/office/drawing/2014/main" id="{618F246C-9755-4269-98AE-BC30BAD74FAB}"/>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是否有證據</a:t>
            </a:r>
          </a:p>
        </p:txBody>
      </p:sp>
      <p:sp>
        <p:nvSpPr>
          <p:cNvPr id="28" name="slide-59-text-28">
            <a:extLst xmlns:a="http://schemas.openxmlformats.org/drawingml/2006/main">
              <a:ext uri="{FF2B5EF4-FFF2-40B4-BE49-F238E27FC236}">
                <a16:creationId xmlns:a16="http://schemas.microsoft.com/office/drawing/2014/main" id="{5E8B286F-7E8E-443C-AC1A-2CF014B95C6D}"/>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完成文件、系統可用與學習提升，不能互相代替。</a:t>
            </a:r>
          </a:p>
        </p:txBody>
      </p:sp>
      <p:sp>
        <p:nvSpPr>
          <p:cNvPr id="29" name="slide-59-text-29">
            <a:extLst xmlns:a="http://schemas.openxmlformats.org/drawingml/2006/main">
              <a:ext uri="{FF2B5EF4-FFF2-40B4-BE49-F238E27FC236}">
                <a16:creationId xmlns:a16="http://schemas.microsoft.com/office/drawing/2014/main" id="{FF421529-9F97-4B2B-8638-0F2A70B1187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59 / 66</a:t>
            </a:r>
          </a:p>
        </p:txBody>
      </p:sp>
    </p:spTree>
    <p:extLst>
      <p:ext uri="{BB962C8B-B14F-4D97-AF65-F5344CB8AC3E}">
        <p14:creationId xmlns:p14="http://schemas.microsoft.com/office/powerpoint/2010/main" val="1751595361"/>
      </p:ext>
    </p:extLst>
  </p:cSld>
</p:sld>
</file>

<file path=ppt/slides/slide60.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6" name="slide-60-text-1">
            <a:extLst xmlns:a="http://schemas.openxmlformats.org/drawingml/2006/main">
              <a:ext uri="{FF2B5EF4-FFF2-40B4-BE49-F238E27FC236}">
                <a16:creationId xmlns:a16="http://schemas.microsoft.com/office/drawing/2014/main" id="{8584807C-5F70-4628-9E33-A844D790E605}"/>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04   能力轉移</a:t>
            </a:r>
          </a:p>
        </p:txBody>
      </p:sp>
      <p:sp>
        <p:nvSpPr>
          <p:cNvPr id="2" name="slide-60-text-2">
            <a:extLst xmlns:a="http://schemas.openxmlformats.org/drawingml/2006/main">
              <a:ext uri="{FF2B5EF4-FFF2-40B4-BE49-F238E27FC236}">
                <a16:creationId xmlns:a16="http://schemas.microsoft.com/office/drawing/2014/main" id="{4838A500-6464-49B6-8266-03A954D4609B}"/>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接手的人需要相應的運行權</a:t>
            </a:r>
          </a:p>
        </p:txBody>
      </p:sp>
      <p:sp>
        <p:nvSpPr>
          <p:cNvPr id="3" name="slide-60-line-3">
            <a:extLst xmlns:a="http://schemas.openxmlformats.org/drawingml/2006/main">
              <a:ext uri="{FF2B5EF4-FFF2-40B4-BE49-F238E27FC236}">
                <a16:creationId xmlns:a16="http://schemas.microsoft.com/office/drawing/2014/main" id="{742F868E-6706-44AE-B39E-E3023AF000B9}"/>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60-text-4">
            <a:extLst xmlns:a="http://schemas.openxmlformats.org/drawingml/2006/main">
              <a:ext uri="{FF2B5EF4-FFF2-40B4-BE49-F238E27FC236}">
                <a16:creationId xmlns:a16="http://schemas.microsoft.com/office/drawing/2014/main" id="{33FD96B6-5DDB-4E27-91B3-6180CB55153B}"/>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60-text-5">
            <a:extLst xmlns:a="http://schemas.openxmlformats.org/drawingml/2006/main">
              <a:ext uri="{FF2B5EF4-FFF2-40B4-BE49-F238E27FC236}">
                <a16:creationId xmlns:a16="http://schemas.microsoft.com/office/drawing/2014/main" id="{C883D8D6-B566-4B10-81A2-8FEAC56CC085}"/>
              </a:ext>
            </a:extLst>
          </p:cNvPr>
          <p:cNvSpPr>
            <a:spLocks xmlns:a="http://schemas.openxmlformats.org/drawingml/2006/main" noGrp="1"/>
          </p:cNvSpPr>
          <p:nvPr/>
        </p:nvSpPr>
        <p:spPr>
          <a:xfrm xmlns:a="http://schemas.openxmlformats.org/drawingml/2006/main">
            <a:off x="838200" y="2952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結果責任</a:t>
            </a:r>
          </a:p>
        </p:txBody>
      </p:sp>
      <p:sp>
        <p:nvSpPr>
          <p:cNvPr id="6" name="slide-60-line-6">
            <a:extLst xmlns:a="http://schemas.openxmlformats.org/drawingml/2006/main">
              <a:ext uri="{FF2B5EF4-FFF2-40B4-BE49-F238E27FC236}">
                <a16:creationId xmlns:a16="http://schemas.microsoft.com/office/drawing/2014/main" id="{FDA10217-6835-4A21-B2B4-83D6DB5B8BFE}"/>
              </a:ext>
            </a:extLst>
          </p:cNvPr>
          <p:cNvSpPr>
            <a:spLocks xmlns:a="http://schemas.openxmlformats.org/drawingml/2006/main" noGrp="1"/>
          </p:cNvSpPr>
          <p:nvPr/>
        </p:nvSpPr>
        <p:spPr>
          <a:xfrm xmlns:a="http://schemas.openxmlformats.org/drawingml/2006/main">
            <a:off x="838200" y="34099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60-text-7">
            <a:extLst xmlns:a="http://schemas.openxmlformats.org/drawingml/2006/main">
              <a:ext uri="{FF2B5EF4-FFF2-40B4-BE49-F238E27FC236}">
                <a16:creationId xmlns:a16="http://schemas.microsoft.com/office/drawing/2014/main" id="{E5388A5A-3112-47BF-9531-27ECEAB335EA}"/>
              </a:ext>
            </a:extLst>
          </p:cNvPr>
          <p:cNvSpPr>
            <a:spLocks xmlns:a="http://schemas.openxmlformats.org/drawingml/2006/main" noGrp="1"/>
          </p:cNvSpPr>
          <p:nvPr/>
        </p:nvSpPr>
        <p:spPr>
          <a:xfrm xmlns:a="http://schemas.openxmlformats.org/drawingml/2006/main">
            <a:off x="838200" y="3733800"/>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理解用途與採用情況</a:t>
            </a:r>
          </a:p>
        </p:txBody>
      </p:sp>
      <p:sp>
        <p:nvSpPr>
          <p:cNvPr id="8" name="slide-60-text-8">
            <a:extLst xmlns:a="http://schemas.openxmlformats.org/drawingml/2006/main">
              <a:ext uri="{FF2B5EF4-FFF2-40B4-BE49-F238E27FC236}">
                <a16:creationId xmlns:a16="http://schemas.microsoft.com/office/drawing/2014/main" id="{F098495B-26A3-4AEA-B1A2-F4716B758BB7}"/>
              </a:ext>
            </a:extLst>
          </p:cNvPr>
          <p:cNvSpPr>
            <a:spLocks xmlns:a="http://schemas.openxmlformats.org/drawingml/2006/main" noGrp="1"/>
          </p:cNvSpPr>
          <p:nvPr/>
        </p:nvSpPr>
        <p:spPr>
          <a:xfrm xmlns:a="http://schemas.openxmlformats.org/drawingml/2006/main">
            <a:off x="5048250" y="2952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運行責任</a:t>
            </a:r>
          </a:p>
        </p:txBody>
      </p:sp>
      <p:sp>
        <p:nvSpPr>
          <p:cNvPr id="9" name="slide-60-line-9">
            <a:extLst xmlns:a="http://schemas.openxmlformats.org/drawingml/2006/main">
              <a:ext uri="{FF2B5EF4-FFF2-40B4-BE49-F238E27FC236}">
                <a16:creationId xmlns:a16="http://schemas.microsoft.com/office/drawing/2014/main" id="{5881DB43-F524-4F8E-95C5-1E66E6C48F30}"/>
              </a:ext>
            </a:extLst>
          </p:cNvPr>
          <p:cNvSpPr>
            <a:spLocks xmlns:a="http://schemas.openxmlformats.org/drawingml/2006/main" noGrp="1"/>
          </p:cNvSpPr>
          <p:nvPr/>
        </p:nvSpPr>
        <p:spPr>
          <a:xfrm xmlns:a="http://schemas.openxmlformats.org/drawingml/2006/main">
            <a:off x="5048250" y="34099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0" name="slide-60-text-10">
            <a:extLst xmlns:a="http://schemas.openxmlformats.org/drawingml/2006/main">
              <a:ext uri="{FF2B5EF4-FFF2-40B4-BE49-F238E27FC236}">
                <a16:creationId xmlns:a16="http://schemas.microsoft.com/office/drawing/2014/main" id="{45DF9C98-A6D1-4DB4-A9CA-7818527F6F47}"/>
              </a:ext>
            </a:extLst>
          </p:cNvPr>
          <p:cNvSpPr>
            <a:spLocks xmlns:a="http://schemas.openxmlformats.org/drawingml/2006/main" noGrp="1"/>
          </p:cNvSpPr>
          <p:nvPr/>
        </p:nvSpPr>
        <p:spPr>
          <a:xfrm xmlns:a="http://schemas.openxmlformats.org/drawingml/2006/main">
            <a:off x="5048250" y="3733800"/>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有權操作、停止與恢復</a:t>
            </a:r>
          </a:p>
        </p:txBody>
      </p:sp>
      <p:sp>
        <p:nvSpPr>
          <p:cNvPr id="11" name="slide-60-text-11">
            <a:extLst xmlns:a="http://schemas.openxmlformats.org/drawingml/2006/main">
              <a:ext uri="{FF2B5EF4-FFF2-40B4-BE49-F238E27FC236}">
                <a16:creationId xmlns:a16="http://schemas.microsoft.com/office/drawing/2014/main" id="{00A06300-8101-43A8-A3CB-667BE9790E16}"/>
              </a:ext>
            </a:extLst>
          </p:cNvPr>
          <p:cNvSpPr>
            <a:spLocks xmlns:a="http://schemas.openxmlformats.org/drawingml/2006/main" noGrp="1"/>
          </p:cNvSpPr>
          <p:nvPr/>
        </p:nvSpPr>
        <p:spPr>
          <a:xfrm xmlns:a="http://schemas.openxmlformats.org/drawingml/2006/main">
            <a:off x="9258300" y="2952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證據與治理</a:t>
            </a:r>
          </a:p>
        </p:txBody>
      </p:sp>
      <p:sp>
        <p:nvSpPr>
          <p:cNvPr id="12" name="slide-60-line-12">
            <a:extLst xmlns:a="http://schemas.openxmlformats.org/drawingml/2006/main">
              <a:ext uri="{FF2B5EF4-FFF2-40B4-BE49-F238E27FC236}">
                <a16:creationId xmlns:a16="http://schemas.microsoft.com/office/drawing/2014/main" id="{90E5487A-7ADA-4B61-AA16-A117C33C1D7E}"/>
              </a:ext>
            </a:extLst>
          </p:cNvPr>
          <p:cNvSpPr>
            <a:spLocks xmlns:a="http://schemas.openxmlformats.org/drawingml/2006/main" noGrp="1"/>
          </p:cNvSpPr>
          <p:nvPr/>
        </p:nvSpPr>
        <p:spPr>
          <a:xfrm xmlns:a="http://schemas.openxmlformats.org/drawingml/2006/main">
            <a:off x="9258300" y="3409950"/>
            <a:ext cx="3619500"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3" name="slide-60-text-13">
            <a:extLst xmlns:a="http://schemas.openxmlformats.org/drawingml/2006/main">
              <a:ext uri="{FF2B5EF4-FFF2-40B4-BE49-F238E27FC236}">
                <a16:creationId xmlns:a16="http://schemas.microsoft.com/office/drawing/2014/main" id="{D544059B-CF37-4B1F-AFE4-A29291192006}"/>
              </a:ext>
            </a:extLst>
          </p:cNvPr>
          <p:cNvSpPr>
            <a:spLocks xmlns:a="http://schemas.openxmlformats.org/drawingml/2006/main" noGrp="1"/>
          </p:cNvSpPr>
          <p:nvPr/>
        </p:nvSpPr>
        <p:spPr>
          <a:xfrm xmlns:a="http://schemas.openxmlformats.org/drawingml/2006/main">
            <a:off x="9258300" y="3733800"/>
            <a:ext cx="3619500"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FFFFFF"/>
                </a:solidFill>
                <a:latin typeface="PingFang TC"/>
                <a:ea typeface="PingFang TC"/>
                <a:cs typeface="PingFang TC"/>
              </a:defRPr>
            </a:pPr>
            <a:r>
              <a:rPr sz="2175" b="0">
                <a:solidFill>
                  <a:srgbClr val="FFFFFF"/>
                </a:solidFill>
                <a:latin typeface="PingFang TC"/>
                <a:ea typeface="PingFang TC"/>
                <a:cs typeface="PingFang TC"/>
              </a:rPr>
              <a:t>能核對來源、標準與風險</a:t>
            </a:r>
          </a:p>
        </p:txBody>
      </p:sp>
      <p:sp>
        <p:nvSpPr>
          <p:cNvPr id="14" name="slide-60-text-14">
            <a:extLst xmlns:a="http://schemas.openxmlformats.org/drawingml/2006/main">
              <a:ext uri="{FF2B5EF4-FFF2-40B4-BE49-F238E27FC236}">
                <a16:creationId xmlns:a16="http://schemas.microsoft.com/office/drawing/2014/main" id="{F095A5A5-7493-42F8-985E-5274787AAE36}"/>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小團隊可以兼任，但不能只有責任、沒有必要的權限與支援。</a:t>
            </a:r>
          </a:p>
        </p:txBody>
      </p:sp>
      <p:sp>
        <p:nvSpPr>
          <p:cNvPr id="15" name="slide-60-text-15">
            <a:extLst xmlns:a="http://schemas.openxmlformats.org/drawingml/2006/main">
              <a:ext uri="{FF2B5EF4-FFF2-40B4-BE49-F238E27FC236}">
                <a16:creationId xmlns:a16="http://schemas.microsoft.com/office/drawing/2014/main" id="{76977D4B-EB0F-47E2-89CF-55E621644DC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60 / 66</a:t>
            </a:r>
          </a:p>
        </p:txBody>
      </p:sp>
    </p:spTree>
    <p:extLst>
      <p:ext uri="{BB962C8B-B14F-4D97-AF65-F5344CB8AC3E}">
        <p14:creationId xmlns:p14="http://schemas.microsoft.com/office/powerpoint/2010/main" val="630410710"/>
      </p:ext>
    </p:extLst>
  </p:cSld>
</p:sld>
</file>

<file path=ppt/slides/slide6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2" name="slide-61-text-1">
            <a:extLst xmlns:a="http://schemas.openxmlformats.org/drawingml/2006/main">
              <a:ext uri="{FF2B5EF4-FFF2-40B4-BE49-F238E27FC236}">
                <a16:creationId xmlns:a16="http://schemas.microsoft.com/office/drawing/2014/main" id="{C0608AA1-5860-4B78-82EE-1C972D286E82}"/>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04   接管檢驗</a:t>
            </a:r>
          </a:p>
        </p:txBody>
      </p:sp>
      <p:sp>
        <p:nvSpPr>
          <p:cNvPr id="2" name="slide-61-text-2">
            <a:extLst xmlns:a="http://schemas.openxmlformats.org/drawingml/2006/main">
              <a:ext uri="{FF2B5EF4-FFF2-40B4-BE49-F238E27FC236}">
                <a16:creationId xmlns:a16="http://schemas.microsoft.com/office/drawing/2014/main" id="{E37FCFF6-23F3-4286-B429-90E7A330A887}"/>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離場測試檢驗獨立接管能力</a:t>
            </a:r>
          </a:p>
        </p:txBody>
      </p:sp>
      <p:sp>
        <p:nvSpPr>
          <p:cNvPr id="3" name="slide-61-line-3">
            <a:extLst xmlns:a="http://schemas.openxmlformats.org/drawingml/2006/main">
              <a:ext uri="{FF2B5EF4-FFF2-40B4-BE49-F238E27FC236}">
                <a16:creationId xmlns:a16="http://schemas.microsoft.com/office/drawing/2014/main" id="{33B98934-D1B2-4FF5-B2F5-04352A4D15A5}"/>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61-text-4">
            <a:extLst xmlns:a="http://schemas.openxmlformats.org/drawingml/2006/main">
              <a:ext uri="{FF2B5EF4-FFF2-40B4-BE49-F238E27FC236}">
                <a16:creationId xmlns:a16="http://schemas.microsoft.com/office/drawing/2014/main" id="{BB7721AE-41E3-437B-B2E0-B236A8C37DE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61-text-5">
            <a:extLst xmlns:a="http://schemas.openxmlformats.org/drawingml/2006/main">
              <a:ext uri="{FF2B5EF4-FFF2-40B4-BE49-F238E27FC236}">
                <a16:creationId xmlns:a16="http://schemas.microsoft.com/office/drawing/2014/main" id="{526FF4FB-8CA7-44E4-A155-7CF5B3B66910}"/>
              </a:ext>
            </a:extLst>
          </p:cNvPr>
          <p:cNvSpPr>
            <a:spLocks xmlns:a="http://schemas.openxmlformats.org/drawingml/2006/main" noGrp="1"/>
          </p:cNvSpPr>
          <p:nvPr/>
        </p:nvSpPr>
        <p:spPr>
          <a:xfrm xmlns:a="http://schemas.openxmlformats.org/drawingml/2006/main">
            <a:off x="8382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61-line-6">
            <a:extLst xmlns:a="http://schemas.openxmlformats.org/drawingml/2006/main">
              <a:ext uri="{FF2B5EF4-FFF2-40B4-BE49-F238E27FC236}">
                <a16:creationId xmlns:a16="http://schemas.microsoft.com/office/drawing/2014/main" id="{57D11F43-69A9-4E0E-BA4A-79FEA1C293DA}"/>
              </a:ext>
            </a:extLst>
          </p:cNvPr>
          <p:cNvSpPr>
            <a:spLocks xmlns:a="http://schemas.openxmlformats.org/drawingml/2006/main" noGrp="1"/>
          </p:cNvSpPr>
          <p:nvPr/>
        </p:nvSpPr>
        <p:spPr>
          <a:xfrm xmlns:a="http://schemas.openxmlformats.org/drawingml/2006/main">
            <a:off x="8382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61-text-7">
            <a:extLst xmlns:a="http://schemas.openxmlformats.org/drawingml/2006/main">
              <a:ext uri="{FF2B5EF4-FFF2-40B4-BE49-F238E27FC236}">
                <a16:creationId xmlns:a16="http://schemas.microsoft.com/office/drawing/2014/main" id="{D8E3F98D-DEA6-47A3-BA90-1295C86DF867}"/>
              </a:ext>
            </a:extLst>
          </p:cNvPr>
          <p:cNvSpPr>
            <a:spLocks xmlns:a="http://schemas.openxmlformats.org/drawingml/2006/main" noGrp="1"/>
          </p:cNvSpPr>
          <p:nvPr/>
        </p:nvSpPr>
        <p:spPr>
          <a:xfrm xmlns:a="http://schemas.openxmlformats.org/drawingml/2006/main">
            <a:off x="8382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獨立運行</a:t>
            </a:r>
          </a:p>
        </p:txBody>
      </p:sp>
      <p:sp>
        <p:nvSpPr>
          <p:cNvPr id="8" name="slide-61-text-8">
            <a:extLst xmlns:a="http://schemas.openxmlformats.org/drawingml/2006/main">
              <a:ext uri="{FF2B5EF4-FFF2-40B4-BE49-F238E27FC236}">
                <a16:creationId xmlns:a16="http://schemas.microsoft.com/office/drawing/2014/main" id="{AF2B8271-6C07-4C33-8F92-08BFFFDBEDE8}"/>
              </a:ext>
            </a:extLst>
          </p:cNvPr>
          <p:cNvSpPr>
            <a:spLocks xmlns:a="http://schemas.openxmlformats.org/drawingml/2006/main" noGrp="1"/>
          </p:cNvSpPr>
          <p:nvPr/>
        </p:nvSpPr>
        <p:spPr>
          <a:xfrm xmlns:a="http://schemas.openxmlformats.org/drawingml/2006/main">
            <a:off x="8382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完成同類任務</a:t>
            </a:r>
          </a:p>
        </p:txBody>
      </p:sp>
      <p:sp>
        <p:nvSpPr>
          <p:cNvPr id="9" name="slide-61-line-9">
            <a:extLst xmlns:a="http://schemas.openxmlformats.org/drawingml/2006/main">
              <a:ext uri="{FF2B5EF4-FFF2-40B4-BE49-F238E27FC236}">
                <a16:creationId xmlns:a16="http://schemas.microsoft.com/office/drawing/2014/main" id="{11CCF1F3-0011-44CD-A30F-FEF3208E1387}"/>
              </a:ext>
            </a:extLst>
          </p:cNvPr>
          <p:cNvSpPr>
            <a:spLocks xmlns:a="http://schemas.openxmlformats.org/drawingml/2006/main" noGrp="1"/>
          </p:cNvSpPr>
          <p:nvPr/>
        </p:nvSpPr>
        <p:spPr>
          <a:xfrm xmlns:a="http://schemas.openxmlformats.org/drawingml/2006/main">
            <a:off x="46736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0" name="slide-61-text-10">
            <a:extLst xmlns:a="http://schemas.openxmlformats.org/drawingml/2006/main">
              <a:ext uri="{FF2B5EF4-FFF2-40B4-BE49-F238E27FC236}">
                <a16:creationId xmlns:a16="http://schemas.microsoft.com/office/drawing/2014/main" id="{6362AC34-32D3-4977-B620-BBAB27960945}"/>
              </a:ext>
            </a:extLst>
          </p:cNvPr>
          <p:cNvSpPr>
            <a:spLocks xmlns:a="http://schemas.openxmlformats.org/drawingml/2006/main" noGrp="1"/>
          </p:cNvSpPr>
          <p:nvPr/>
        </p:nvSpPr>
        <p:spPr>
          <a:xfrm xmlns:a="http://schemas.openxmlformats.org/drawingml/2006/main">
            <a:off x="49784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1" name="slide-61-line-11">
            <a:extLst xmlns:a="http://schemas.openxmlformats.org/drawingml/2006/main">
              <a:ext uri="{FF2B5EF4-FFF2-40B4-BE49-F238E27FC236}">
                <a16:creationId xmlns:a16="http://schemas.microsoft.com/office/drawing/2014/main" id="{CE547960-9EE6-4F7B-949F-3569A5B21072}"/>
              </a:ext>
            </a:extLst>
          </p:cNvPr>
          <p:cNvSpPr>
            <a:spLocks xmlns:a="http://schemas.openxmlformats.org/drawingml/2006/main" noGrp="1"/>
          </p:cNvSpPr>
          <p:nvPr/>
        </p:nvSpPr>
        <p:spPr>
          <a:xfrm xmlns:a="http://schemas.openxmlformats.org/drawingml/2006/main">
            <a:off x="49784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2" name="slide-61-text-12">
            <a:extLst xmlns:a="http://schemas.openxmlformats.org/drawingml/2006/main">
              <a:ext uri="{FF2B5EF4-FFF2-40B4-BE49-F238E27FC236}">
                <a16:creationId xmlns:a16="http://schemas.microsoft.com/office/drawing/2014/main" id="{D9D87A99-03D7-438F-A0FF-259D67C22A5A}"/>
              </a:ext>
            </a:extLst>
          </p:cNvPr>
          <p:cNvSpPr>
            <a:spLocks xmlns:a="http://schemas.openxmlformats.org/drawingml/2006/main" noGrp="1"/>
          </p:cNvSpPr>
          <p:nvPr/>
        </p:nvSpPr>
        <p:spPr>
          <a:xfrm xmlns:a="http://schemas.openxmlformats.org/drawingml/2006/main">
            <a:off x="49784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識別異常</a:t>
            </a:r>
          </a:p>
        </p:txBody>
      </p:sp>
      <p:sp>
        <p:nvSpPr>
          <p:cNvPr id="13" name="slide-61-text-13">
            <a:extLst xmlns:a="http://schemas.openxmlformats.org/drawingml/2006/main">
              <a:ext uri="{FF2B5EF4-FFF2-40B4-BE49-F238E27FC236}">
                <a16:creationId xmlns:a16="http://schemas.microsoft.com/office/drawing/2014/main" id="{F3F8C4FA-ABCE-453B-999F-16DC0E85D5A5}"/>
              </a:ext>
            </a:extLst>
          </p:cNvPr>
          <p:cNvSpPr>
            <a:spLocks xmlns:a="http://schemas.openxmlformats.org/drawingml/2006/main" noGrp="1"/>
          </p:cNvSpPr>
          <p:nvPr/>
        </p:nvSpPr>
        <p:spPr>
          <a:xfrm xmlns:a="http://schemas.openxmlformats.org/drawingml/2006/main">
            <a:off x="49784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指出問題與影響</a:t>
            </a:r>
          </a:p>
        </p:txBody>
      </p:sp>
      <p:sp>
        <p:nvSpPr>
          <p:cNvPr id="14" name="slide-61-line-14">
            <a:extLst xmlns:a="http://schemas.openxmlformats.org/drawingml/2006/main">
              <a:ext uri="{FF2B5EF4-FFF2-40B4-BE49-F238E27FC236}">
                <a16:creationId xmlns:a16="http://schemas.microsoft.com/office/drawing/2014/main" id="{25E488CC-9846-46F9-84CF-31CC69FECA3B}"/>
              </a:ext>
            </a:extLst>
          </p:cNvPr>
          <p:cNvSpPr>
            <a:spLocks xmlns:a="http://schemas.openxmlformats.org/drawingml/2006/main" noGrp="1"/>
          </p:cNvSpPr>
          <p:nvPr/>
        </p:nvSpPr>
        <p:spPr>
          <a:xfrm xmlns:a="http://schemas.openxmlformats.org/drawingml/2006/main">
            <a:off x="88138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5" name="slide-61-text-15">
            <a:extLst xmlns:a="http://schemas.openxmlformats.org/drawingml/2006/main">
              <a:ext uri="{FF2B5EF4-FFF2-40B4-BE49-F238E27FC236}">
                <a16:creationId xmlns:a16="http://schemas.microsoft.com/office/drawing/2014/main" id="{1CEAF1AE-EA2F-49DA-A593-FEF3574D479F}"/>
              </a:ext>
            </a:extLst>
          </p:cNvPr>
          <p:cNvSpPr>
            <a:spLocks xmlns:a="http://schemas.openxmlformats.org/drawingml/2006/main" noGrp="1"/>
          </p:cNvSpPr>
          <p:nvPr/>
        </p:nvSpPr>
        <p:spPr>
          <a:xfrm xmlns:a="http://schemas.openxmlformats.org/drawingml/2006/main">
            <a:off x="9118600" y="2971800"/>
            <a:ext cx="375920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6" name="slide-61-line-16">
            <a:extLst xmlns:a="http://schemas.openxmlformats.org/drawingml/2006/main">
              <a:ext uri="{FF2B5EF4-FFF2-40B4-BE49-F238E27FC236}">
                <a16:creationId xmlns:a16="http://schemas.microsoft.com/office/drawing/2014/main" id="{CF1A040E-84F9-4116-80AD-DC60E0F23E75}"/>
              </a:ext>
            </a:extLst>
          </p:cNvPr>
          <p:cNvSpPr>
            <a:spLocks xmlns:a="http://schemas.openxmlformats.org/drawingml/2006/main" noGrp="1"/>
          </p:cNvSpPr>
          <p:nvPr/>
        </p:nvSpPr>
        <p:spPr>
          <a:xfrm xmlns:a="http://schemas.openxmlformats.org/drawingml/2006/main">
            <a:off x="9118600" y="3429000"/>
            <a:ext cx="375920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7" name="slide-61-text-17">
            <a:extLst xmlns:a="http://schemas.openxmlformats.org/drawingml/2006/main">
              <a:ext uri="{FF2B5EF4-FFF2-40B4-BE49-F238E27FC236}">
                <a16:creationId xmlns:a16="http://schemas.microsoft.com/office/drawing/2014/main" id="{C5DE0E56-F5EF-4705-88C4-B83D28F457DA}"/>
              </a:ext>
            </a:extLst>
          </p:cNvPr>
          <p:cNvSpPr>
            <a:spLocks xmlns:a="http://schemas.openxmlformats.org/drawingml/2006/main" noGrp="1"/>
          </p:cNvSpPr>
          <p:nvPr/>
        </p:nvSpPr>
        <p:spPr>
          <a:xfrm xmlns:a="http://schemas.openxmlformats.org/drawingml/2006/main">
            <a:off x="9118600" y="3676650"/>
            <a:ext cx="37592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恢復與修訂</a:t>
            </a:r>
          </a:p>
        </p:txBody>
      </p:sp>
      <p:sp>
        <p:nvSpPr>
          <p:cNvPr id="18" name="slide-61-text-18">
            <a:extLst xmlns:a="http://schemas.openxmlformats.org/drawingml/2006/main">
              <a:ext uri="{FF2B5EF4-FFF2-40B4-BE49-F238E27FC236}">
                <a16:creationId xmlns:a16="http://schemas.microsoft.com/office/drawing/2014/main" id="{48408729-2ABB-4C64-AAA7-AA88C2CAB749}"/>
              </a:ext>
            </a:extLst>
          </p:cNvPr>
          <p:cNvSpPr>
            <a:spLocks xmlns:a="http://schemas.openxmlformats.org/drawingml/2006/main" noGrp="1"/>
          </p:cNvSpPr>
          <p:nvPr/>
        </p:nvSpPr>
        <p:spPr>
          <a:xfrm xmlns:a="http://schemas.openxmlformats.org/drawingml/2006/main">
            <a:off x="9118600" y="4429125"/>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回到可用版本</a:t>
            </a:r>
          </a:p>
        </p:txBody>
      </p:sp>
      <p:sp>
        <p:nvSpPr>
          <p:cNvPr id="19" name="slide-61-text-19">
            <a:extLst xmlns:a="http://schemas.openxmlformats.org/drawingml/2006/main">
              <a:ext uri="{FF2B5EF4-FFF2-40B4-BE49-F238E27FC236}">
                <a16:creationId xmlns:a16="http://schemas.microsoft.com/office/drawing/2014/main" id="{0B3D1774-7EB7-4781-A4B8-CB43305F8521}"/>
              </a:ext>
            </a:extLst>
          </p:cNvPr>
          <p:cNvSpPr>
            <a:spLocks xmlns:a="http://schemas.openxmlformats.org/drawingml/2006/main" noGrp="1"/>
          </p:cNvSpPr>
          <p:nvPr/>
        </p:nvSpPr>
        <p:spPr>
          <a:xfrm xmlns:a="http://schemas.openxmlformats.org/drawingml/2006/main">
            <a:off x="9118600" y="4767263"/>
            <a:ext cx="375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重新驗證</a:t>
            </a:r>
          </a:p>
        </p:txBody>
      </p:sp>
      <p:sp>
        <p:nvSpPr>
          <p:cNvPr id="20" name="slide-61-text-20">
            <a:extLst xmlns:a="http://schemas.openxmlformats.org/drawingml/2006/main">
              <a:ext uri="{FF2B5EF4-FFF2-40B4-BE49-F238E27FC236}">
                <a16:creationId xmlns:a16="http://schemas.microsoft.com/office/drawing/2014/main" id="{F658B196-74C4-4C22-9993-24513C7294FC}"/>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在隔離環境演練可恢復異常，不以真實事故測試使用者。</a:t>
            </a:r>
          </a:p>
        </p:txBody>
      </p:sp>
      <p:sp>
        <p:nvSpPr>
          <p:cNvPr id="21" name="slide-61-text-21">
            <a:extLst xmlns:a="http://schemas.openxmlformats.org/drawingml/2006/main">
              <a:ext uri="{FF2B5EF4-FFF2-40B4-BE49-F238E27FC236}">
                <a16:creationId xmlns:a16="http://schemas.microsoft.com/office/drawing/2014/main" id="{E496F848-1949-4B3F-BB3E-A34B1018D19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61 / 66</a:t>
            </a:r>
          </a:p>
        </p:txBody>
      </p:sp>
    </p:spTree>
    <p:extLst>
      <p:ext uri="{BB962C8B-B14F-4D97-AF65-F5344CB8AC3E}">
        <p14:creationId xmlns:p14="http://schemas.microsoft.com/office/powerpoint/2010/main" val="1327202821"/>
      </p:ext>
    </p:extLst>
  </p:cSld>
</p:sld>
</file>

<file path=ppt/slides/slide6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5" name="slide-62-text-1">
            <a:extLst xmlns:a="http://schemas.openxmlformats.org/drawingml/2006/main">
              <a:ext uri="{FF2B5EF4-FFF2-40B4-BE49-F238E27FC236}">
                <a16:creationId xmlns:a16="http://schemas.microsoft.com/office/drawing/2014/main" id="{1267B7A4-9937-4114-A42B-A893BD13F00F}"/>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04   回到大學學習</a:t>
            </a:r>
          </a:p>
        </p:txBody>
      </p:sp>
      <p:sp>
        <p:nvSpPr>
          <p:cNvPr id="2" name="slide-62-text-2">
            <a:extLst xmlns:a="http://schemas.openxmlformats.org/drawingml/2006/main">
              <a:ext uri="{FF2B5EF4-FFF2-40B4-BE49-F238E27FC236}">
                <a16:creationId xmlns:a16="http://schemas.microsoft.com/office/drawing/2014/main" id="{665E313E-FE87-454E-AF74-B7E6E2DE5385}"/>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團隊接管與個人學習需要分開檢驗</a:t>
            </a:r>
          </a:p>
        </p:txBody>
      </p:sp>
      <p:sp>
        <p:nvSpPr>
          <p:cNvPr id="3" name="slide-62-line-3">
            <a:extLst xmlns:a="http://schemas.openxmlformats.org/drawingml/2006/main">
              <a:ext uri="{FF2B5EF4-FFF2-40B4-BE49-F238E27FC236}">
                <a16:creationId xmlns:a16="http://schemas.microsoft.com/office/drawing/2014/main" id="{2E94470B-6852-4A05-9D0E-B18AF9C6CEA3}"/>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62-text-4">
            <a:extLst xmlns:a="http://schemas.openxmlformats.org/drawingml/2006/main">
              <a:ext uri="{FF2B5EF4-FFF2-40B4-BE49-F238E27FC236}">
                <a16:creationId xmlns:a16="http://schemas.microsoft.com/office/drawing/2014/main" id="{0A72E589-B08A-479A-A141-57C139AEB262}"/>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62-text-5">
            <a:extLst xmlns:a="http://schemas.openxmlformats.org/drawingml/2006/main">
              <a:ext uri="{FF2B5EF4-FFF2-40B4-BE49-F238E27FC236}">
                <a16:creationId xmlns:a16="http://schemas.microsoft.com/office/drawing/2014/main" id="{BE7BBCA9-4C64-42E7-9427-61149FAEBB56}"/>
              </a:ext>
            </a:extLst>
          </p:cNvPr>
          <p:cNvSpPr>
            <a:spLocks xmlns:a="http://schemas.openxmlformats.org/drawingml/2006/main" noGrp="1"/>
          </p:cNvSpPr>
          <p:nvPr/>
        </p:nvSpPr>
        <p:spPr>
          <a:xfrm xmlns:a="http://schemas.openxmlformats.org/drawingml/2006/main">
            <a:off x="838200" y="2771775"/>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獨立理解</a:t>
            </a:r>
          </a:p>
        </p:txBody>
      </p:sp>
      <p:sp>
        <p:nvSpPr>
          <p:cNvPr id="6" name="slide-62-line-6">
            <a:extLst xmlns:a="http://schemas.openxmlformats.org/drawingml/2006/main">
              <a:ext uri="{FF2B5EF4-FFF2-40B4-BE49-F238E27FC236}">
                <a16:creationId xmlns:a16="http://schemas.microsoft.com/office/drawing/2014/main" id="{4796B18A-8E3A-4EDC-80CC-E8356386CD06}"/>
              </a:ext>
            </a:extLst>
          </p:cNvPr>
          <p:cNvSpPr>
            <a:spLocks xmlns:a="http://schemas.openxmlformats.org/drawingml/2006/main" noGrp="1"/>
          </p:cNvSpPr>
          <p:nvPr/>
        </p:nvSpPr>
        <p:spPr>
          <a:xfrm xmlns:a="http://schemas.openxmlformats.org/drawingml/2006/main">
            <a:off x="838200" y="3228975"/>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7" name="slide-62-text-7">
            <a:extLst xmlns:a="http://schemas.openxmlformats.org/drawingml/2006/main">
              <a:ext uri="{FF2B5EF4-FFF2-40B4-BE49-F238E27FC236}">
                <a16:creationId xmlns:a16="http://schemas.microsoft.com/office/drawing/2014/main" id="{55638567-018D-4687-B7C6-A9DE013AB32C}"/>
              </a:ext>
            </a:extLst>
          </p:cNvPr>
          <p:cNvSpPr>
            <a:spLocks xmlns:a="http://schemas.openxmlformats.org/drawingml/2006/main" noGrp="1"/>
          </p:cNvSpPr>
          <p:nvPr/>
        </p:nvSpPr>
        <p:spPr>
          <a:xfrm xmlns:a="http://schemas.openxmlformats.org/drawingml/2006/main">
            <a:off x="838200" y="3552825"/>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自己說明重要判斷</a:t>
            </a:r>
          </a:p>
        </p:txBody>
      </p:sp>
      <p:sp>
        <p:nvSpPr>
          <p:cNvPr id="8" name="slide-62-text-8">
            <a:extLst xmlns:a="http://schemas.openxmlformats.org/drawingml/2006/main">
              <a:ext uri="{FF2B5EF4-FFF2-40B4-BE49-F238E27FC236}">
                <a16:creationId xmlns:a16="http://schemas.microsoft.com/office/drawing/2014/main" id="{286577F1-B9B5-4D7A-A1CB-543ACFDBA3A2}"/>
              </a:ext>
            </a:extLst>
          </p:cNvPr>
          <p:cNvSpPr>
            <a:spLocks xmlns:a="http://schemas.openxmlformats.org/drawingml/2006/main" noGrp="1"/>
          </p:cNvSpPr>
          <p:nvPr/>
        </p:nvSpPr>
        <p:spPr>
          <a:xfrm xmlns:a="http://schemas.openxmlformats.org/drawingml/2006/main">
            <a:off x="838200" y="3972116"/>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指出證據仍不足之處</a:t>
            </a:r>
          </a:p>
        </p:txBody>
      </p:sp>
      <p:sp>
        <p:nvSpPr>
          <p:cNvPr id="9" name="slide-62-text-9">
            <a:extLst xmlns:a="http://schemas.openxmlformats.org/drawingml/2006/main">
              <a:ext uri="{FF2B5EF4-FFF2-40B4-BE49-F238E27FC236}">
                <a16:creationId xmlns:a16="http://schemas.microsoft.com/office/drawing/2014/main" id="{F2CBB45B-E52B-481F-B2E7-E821077D431A}"/>
              </a:ext>
            </a:extLst>
          </p:cNvPr>
          <p:cNvSpPr>
            <a:spLocks xmlns:a="http://schemas.openxmlformats.org/drawingml/2006/main" noGrp="1"/>
          </p:cNvSpPr>
          <p:nvPr/>
        </p:nvSpPr>
        <p:spPr>
          <a:xfrm xmlns:a="http://schemas.openxmlformats.org/drawingml/2006/main">
            <a:off x="7153275" y="2771775"/>
            <a:ext cx="5724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協作與遷移</a:t>
            </a:r>
          </a:p>
        </p:txBody>
      </p:sp>
      <p:sp>
        <p:nvSpPr>
          <p:cNvPr id="10" name="slide-62-line-10">
            <a:extLst xmlns:a="http://schemas.openxmlformats.org/drawingml/2006/main">
              <a:ext uri="{FF2B5EF4-FFF2-40B4-BE49-F238E27FC236}">
                <a16:creationId xmlns:a16="http://schemas.microsoft.com/office/drawing/2014/main" id="{49F724B4-E1A1-4BFA-8A57-0259DF1C79CB}"/>
              </a:ext>
            </a:extLst>
          </p:cNvPr>
          <p:cNvSpPr>
            <a:spLocks xmlns:a="http://schemas.openxmlformats.org/drawingml/2006/main" noGrp="1"/>
          </p:cNvSpPr>
          <p:nvPr/>
        </p:nvSpPr>
        <p:spPr>
          <a:xfrm xmlns:a="http://schemas.openxmlformats.org/drawingml/2006/main">
            <a:off x="7153275" y="3228975"/>
            <a:ext cx="5724525" cy="0"/>
          </a:xfrm>
          <a:prstGeom xmlns:a="http://schemas.openxmlformats.org/drawingml/2006/main" prst="line">
            <a:avLst/>
          </a:prstGeom>
          <a:noFill xmlns:a="http://schemas.openxmlformats.org/drawingml/2006/main"/>
          <a:ln xmlns:a="http://schemas.openxmlformats.org/drawingml/2006/main" w="19050">
            <a:solidFill>
              <a:srgbClr val="49D4E3"/>
            </a:solidFill>
            <a:prstDash val="solid"/>
          </a:ln>
        </p:spPr>
      </p:sp>
      <p:sp>
        <p:nvSpPr>
          <p:cNvPr id="11" name="slide-62-text-11">
            <a:extLst xmlns:a="http://schemas.openxmlformats.org/drawingml/2006/main">
              <a:ext uri="{FF2B5EF4-FFF2-40B4-BE49-F238E27FC236}">
                <a16:creationId xmlns:a16="http://schemas.microsoft.com/office/drawing/2014/main" id="{87147199-2199-4EFB-83FF-B87EF588BE4E}"/>
              </a:ext>
            </a:extLst>
          </p:cNvPr>
          <p:cNvSpPr>
            <a:spLocks xmlns:a="http://schemas.openxmlformats.org/drawingml/2006/main" noGrp="1"/>
          </p:cNvSpPr>
          <p:nvPr/>
        </p:nvSpPr>
        <p:spPr>
          <a:xfrm xmlns:a="http://schemas.openxmlformats.org/drawingml/2006/main">
            <a:off x="7153275" y="3552825"/>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保留 AI，改變任務條件</a:t>
            </a:r>
          </a:p>
        </p:txBody>
      </p:sp>
      <p:sp>
        <p:nvSpPr>
          <p:cNvPr id="12" name="slide-62-text-12">
            <a:extLst xmlns:a="http://schemas.openxmlformats.org/drawingml/2006/main">
              <a:ext uri="{FF2B5EF4-FFF2-40B4-BE49-F238E27FC236}">
                <a16:creationId xmlns:a16="http://schemas.microsoft.com/office/drawing/2014/main" id="{E0C69322-8DCC-466F-B448-AA8FFA4FB4E7}"/>
              </a:ext>
            </a:extLst>
          </p:cNvPr>
          <p:cNvSpPr>
            <a:spLocks xmlns:a="http://schemas.openxmlformats.org/drawingml/2006/main" noGrp="1"/>
          </p:cNvSpPr>
          <p:nvPr/>
        </p:nvSpPr>
        <p:spPr>
          <a:xfrm xmlns:a="http://schemas.openxmlformats.org/drawingml/2006/main">
            <a:off x="7153275" y="3972116"/>
            <a:ext cx="57245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0">
                <a:solidFill>
                  <a:srgbClr val="FFFFFF"/>
                </a:solidFill>
                <a:latin typeface="PingFang TC"/>
                <a:ea typeface="PingFang TC"/>
                <a:cs typeface="PingFang TC"/>
              </a:defRPr>
            </a:pPr>
            <a:r>
              <a:rPr sz="2325" b="0">
                <a:solidFill>
                  <a:srgbClr val="FFFFFF"/>
                </a:solidFill>
                <a:latin typeface="PingFang TC"/>
                <a:ea typeface="PingFang TC"/>
                <a:cs typeface="PingFang TC"/>
              </a:rPr>
              <a:t>檢查方法如何調整</a:t>
            </a:r>
          </a:p>
        </p:txBody>
      </p:sp>
      <p:sp>
        <p:nvSpPr>
          <p:cNvPr id="13" name="slide-62-text-13">
            <a:extLst xmlns:a="http://schemas.openxmlformats.org/drawingml/2006/main">
              <a:ext uri="{FF2B5EF4-FFF2-40B4-BE49-F238E27FC236}">
                <a16:creationId xmlns:a16="http://schemas.microsoft.com/office/drawing/2014/main" id="{A1E48335-517B-4A1E-9A5E-054D57FA9619}"/>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兩種檢驗回答不同問題，採用方式由學習目標決定。</a:t>
            </a:r>
          </a:p>
        </p:txBody>
      </p:sp>
      <p:sp>
        <p:nvSpPr>
          <p:cNvPr id="14" name="slide-62-text-14">
            <a:extLst xmlns:a="http://schemas.openxmlformats.org/drawingml/2006/main">
              <a:ext uri="{FF2B5EF4-FFF2-40B4-BE49-F238E27FC236}">
                <a16:creationId xmlns:a16="http://schemas.microsoft.com/office/drawing/2014/main" id="{6CEEF6C3-7333-46E9-9C85-445285EEAE43}"/>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62 / 66</a:t>
            </a:r>
          </a:p>
        </p:txBody>
      </p:sp>
    </p:spTree>
    <p:extLst>
      <p:ext uri="{BB962C8B-B14F-4D97-AF65-F5344CB8AC3E}">
        <p14:creationId xmlns:p14="http://schemas.microsoft.com/office/powerpoint/2010/main" val="471923437"/>
      </p:ext>
    </p:extLst>
  </p:cSld>
</p:sld>
</file>

<file path=ppt/slides/slide6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6" name="slide-63-text-1">
            <a:extLst xmlns:a="http://schemas.openxmlformats.org/drawingml/2006/main">
              <a:ext uri="{FF2B5EF4-FFF2-40B4-BE49-F238E27FC236}">
                <a16:creationId xmlns:a16="http://schemas.microsoft.com/office/drawing/2014/main" id="{1EB8C502-CC1F-41B4-8ACA-752DF5794FA8}"/>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04   企業家的未來人才判斷</a:t>
            </a:r>
          </a:p>
        </p:txBody>
      </p:sp>
      <p:sp>
        <p:nvSpPr>
          <p:cNvPr id="2" name="slide-63-text-2">
            <a:extLst xmlns:a="http://schemas.openxmlformats.org/drawingml/2006/main">
              <a:ext uri="{FF2B5EF4-FFF2-40B4-BE49-F238E27FC236}">
                <a16:creationId xmlns:a16="http://schemas.microsoft.com/office/drawing/2014/main" id="{6599A296-CB43-4A9F-9C5F-7759543B07C8}"/>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我希望新人帶來可追問的作品</a:t>
            </a:r>
          </a:p>
        </p:txBody>
      </p:sp>
      <p:sp>
        <p:nvSpPr>
          <p:cNvPr id="3" name="slide-63-line-3">
            <a:extLst xmlns:a="http://schemas.openxmlformats.org/drawingml/2006/main">
              <a:ext uri="{FF2B5EF4-FFF2-40B4-BE49-F238E27FC236}">
                <a16:creationId xmlns:a16="http://schemas.microsoft.com/office/drawing/2014/main" id="{38768065-7CAD-4B89-91D8-F510C9276207}"/>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63-text-4">
            <a:extLst xmlns:a="http://schemas.openxmlformats.org/drawingml/2006/main">
              <a:ext uri="{FF2B5EF4-FFF2-40B4-BE49-F238E27FC236}">
                <a16:creationId xmlns:a16="http://schemas.microsoft.com/office/drawing/2014/main" id="{81D4EFCB-9D44-44D3-931D-D3991D14CE6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63-text-5">
            <a:extLst xmlns:a="http://schemas.openxmlformats.org/drawingml/2006/main">
              <a:ext uri="{FF2B5EF4-FFF2-40B4-BE49-F238E27FC236}">
                <a16:creationId xmlns:a16="http://schemas.microsoft.com/office/drawing/2014/main" id="{2E56604E-2CE2-451E-B84E-A022FC5C33B5}"/>
              </a:ext>
            </a:extLst>
          </p:cNvPr>
          <p:cNvSpPr>
            <a:spLocks xmlns:a="http://schemas.openxmlformats.org/drawingml/2006/main" noGrp="1"/>
          </p:cNvSpPr>
          <p:nvPr/>
        </p:nvSpPr>
        <p:spPr>
          <a:xfrm xmlns:a="http://schemas.openxmlformats.org/drawingml/2006/main">
            <a:off x="838200" y="2724150"/>
            <a:ext cx="25241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315CF5"/>
                </a:solidFill>
                <a:latin typeface="PingFang TC"/>
                <a:ea typeface="PingFang TC"/>
                <a:cs typeface="PingFang TC"/>
              </a:defRPr>
            </a:pPr>
            <a:r>
              <a:rPr sz="2325" b="1">
                <a:solidFill>
                  <a:srgbClr val="315CF5"/>
                </a:solidFill>
                <a:latin typeface="PingFang TC"/>
                <a:ea typeface="PingFang TC"/>
                <a:cs typeface="PingFang TC"/>
              </a:rPr>
              <a:t>問題與依據</a:t>
            </a:r>
          </a:p>
        </p:txBody>
      </p:sp>
      <p:sp>
        <p:nvSpPr>
          <p:cNvPr id="6" name="slide-63-text-6">
            <a:extLst xmlns:a="http://schemas.openxmlformats.org/drawingml/2006/main">
              <a:ext uri="{FF2B5EF4-FFF2-40B4-BE49-F238E27FC236}">
                <a16:creationId xmlns:a16="http://schemas.microsoft.com/office/drawing/2014/main" id="{91A92F11-6748-403C-B32A-6EABF1A38C37}"/>
              </a:ext>
            </a:extLst>
          </p:cNvPr>
          <p:cNvSpPr>
            <a:spLocks xmlns:a="http://schemas.openxmlformats.org/drawingml/2006/main" noGrp="1"/>
          </p:cNvSpPr>
          <p:nvPr/>
        </p:nvSpPr>
        <p:spPr>
          <a:xfrm xmlns:a="http://schemas.openxmlformats.org/drawingml/2006/main">
            <a:off x="3667125" y="2724150"/>
            <a:ext cx="9210675"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說明為甚麼值得做，哪些資料改變了判斷</a:t>
            </a:r>
          </a:p>
        </p:txBody>
      </p:sp>
      <p:sp>
        <p:nvSpPr>
          <p:cNvPr id="7" name="slide-63-line-7">
            <a:extLst xmlns:a="http://schemas.openxmlformats.org/drawingml/2006/main">
              <a:ext uri="{FF2B5EF4-FFF2-40B4-BE49-F238E27FC236}">
                <a16:creationId xmlns:a16="http://schemas.microsoft.com/office/drawing/2014/main" id="{5E678E4E-D7A5-4C9C-B764-0C963B6DC7D7}"/>
              </a:ext>
            </a:extLst>
          </p:cNvPr>
          <p:cNvSpPr>
            <a:spLocks xmlns:a="http://schemas.openxmlformats.org/drawingml/2006/main" noGrp="1"/>
          </p:cNvSpPr>
          <p:nvPr/>
        </p:nvSpPr>
        <p:spPr>
          <a:xfrm xmlns:a="http://schemas.openxmlformats.org/drawingml/2006/main">
            <a:off x="838200" y="36576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8" name="slide-63-text-8">
            <a:extLst xmlns:a="http://schemas.openxmlformats.org/drawingml/2006/main">
              <a:ext uri="{FF2B5EF4-FFF2-40B4-BE49-F238E27FC236}">
                <a16:creationId xmlns:a16="http://schemas.microsoft.com/office/drawing/2014/main" id="{0E7A9FB2-3C2A-4795-82A8-B597BFD76502}"/>
              </a:ext>
            </a:extLst>
          </p:cNvPr>
          <p:cNvSpPr>
            <a:spLocks xmlns:a="http://schemas.openxmlformats.org/drawingml/2006/main" noGrp="1"/>
          </p:cNvSpPr>
          <p:nvPr/>
        </p:nvSpPr>
        <p:spPr>
          <a:xfrm xmlns:a="http://schemas.openxmlformats.org/drawingml/2006/main">
            <a:off x="838200" y="3867150"/>
            <a:ext cx="25241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315CF5"/>
                </a:solidFill>
                <a:latin typeface="PingFang TC"/>
                <a:ea typeface="PingFang TC"/>
                <a:cs typeface="PingFang TC"/>
              </a:defRPr>
            </a:pPr>
            <a:r>
              <a:rPr sz="2325" b="1">
                <a:solidFill>
                  <a:srgbClr val="315CF5"/>
                </a:solidFill>
                <a:latin typeface="PingFang TC"/>
                <a:ea typeface="PingFang TC"/>
                <a:cs typeface="PingFang TC"/>
              </a:rPr>
              <a:t>交接與例外</a:t>
            </a:r>
          </a:p>
        </p:txBody>
      </p:sp>
      <p:sp>
        <p:nvSpPr>
          <p:cNvPr id="9" name="slide-63-text-9">
            <a:extLst xmlns:a="http://schemas.openxmlformats.org/drawingml/2006/main">
              <a:ext uri="{FF2B5EF4-FFF2-40B4-BE49-F238E27FC236}">
                <a16:creationId xmlns:a16="http://schemas.microsoft.com/office/drawing/2014/main" id="{E75A4641-465D-4034-8731-00AD0DBC5B8E}"/>
              </a:ext>
            </a:extLst>
          </p:cNvPr>
          <p:cNvSpPr>
            <a:spLocks xmlns:a="http://schemas.openxmlformats.org/drawingml/2006/main" noGrp="1"/>
          </p:cNvSpPr>
          <p:nvPr/>
        </p:nvSpPr>
        <p:spPr>
          <a:xfrm xmlns:a="http://schemas.openxmlformats.org/drawingml/2006/main">
            <a:off x="3667125" y="3867150"/>
            <a:ext cx="9210675"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讓他人能繼續，並保留遇到的問題</a:t>
            </a:r>
          </a:p>
        </p:txBody>
      </p:sp>
      <p:sp>
        <p:nvSpPr>
          <p:cNvPr id="10" name="slide-63-line-10">
            <a:extLst xmlns:a="http://schemas.openxmlformats.org/drawingml/2006/main">
              <a:ext uri="{FF2B5EF4-FFF2-40B4-BE49-F238E27FC236}">
                <a16:creationId xmlns:a16="http://schemas.microsoft.com/office/drawing/2014/main" id="{D86A1EC9-5B13-4FD3-8220-33934210A878}"/>
              </a:ext>
            </a:extLst>
          </p:cNvPr>
          <p:cNvSpPr>
            <a:spLocks xmlns:a="http://schemas.openxmlformats.org/drawingml/2006/main" noGrp="1"/>
          </p:cNvSpPr>
          <p:nvPr/>
        </p:nvSpPr>
        <p:spPr>
          <a:xfrm xmlns:a="http://schemas.openxmlformats.org/drawingml/2006/main">
            <a:off x="838200" y="48006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1" name="slide-63-text-11">
            <a:extLst xmlns:a="http://schemas.openxmlformats.org/drawingml/2006/main">
              <a:ext uri="{FF2B5EF4-FFF2-40B4-BE49-F238E27FC236}">
                <a16:creationId xmlns:a16="http://schemas.microsoft.com/office/drawing/2014/main" id="{6AA28879-D814-4A12-A92F-9CF58EA48F76}"/>
              </a:ext>
            </a:extLst>
          </p:cNvPr>
          <p:cNvSpPr>
            <a:spLocks xmlns:a="http://schemas.openxmlformats.org/drawingml/2006/main" noGrp="1"/>
          </p:cNvSpPr>
          <p:nvPr/>
        </p:nvSpPr>
        <p:spPr>
          <a:xfrm xmlns:a="http://schemas.openxmlformats.org/drawingml/2006/main">
            <a:off x="838200" y="5010150"/>
            <a:ext cx="2524125" cy="401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325" b="1">
                <a:solidFill>
                  <a:srgbClr val="315CF5"/>
                </a:solidFill>
                <a:latin typeface="PingFang TC"/>
                <a:ea typeface="PingFang TC"/>
                <a:cs typeface="PingFang TC"/>
              </a:defRPr>
            </a:pPr>
            <a:r>
              <a:rPr sz="2325" b="1">
                <a:solidFill>
                  <a:srgbClr val="315CF5"/>
                </a:solidFill>
                <a:latin typeface="PingFang TC"/>
                <a:ea typeface="PingFang TC"/>
                <a:cs typeface="PingFang TC"/>
              </a:rPr>
              <a:t>修訂與學習</a:t>
            </a:r>
          </a:p>
        </p:txBody>
      </p:sp>
      <p:sp>
        <p:nvSpPr>
          <p:cNvPr id="12" name="slide-63-text-12">
            <a:extLst xmlns:a="http://schemas.openxmlformats.org/drawingml/2006/main">
              <a:ext uri="{FF2B5EF4-FFF2-40B4-BE49-F238E27FC236}">
                <a16:creationId xmlns:a16="http://schemas.microsoft.com/office/drawing/2014/main" id="{AD282290-185E-4C11-A13B-2609D9C6456F}"/>
              </a:ext>
            </a:extLst>
          </p:cNvPr>
          <p:cNvSpPr>
            <a:spLocks xmlns:a="http://schemas.openxmlformats.org/drawingml/2006/main" noGrp="1"/>
          </p:cNvSpPr>
          <p:nvPr/>
        </p:nvSpPr>
        <p:spPr>
          <a:xfrm xmlns:a="http://schemas.openxmlformats.org/drawingml/2006/main">
            <a:off x="3667125" y="5010150"/>
            <a:ext cx="9210675" cy="375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75" b="0">
                <a:solidFill>
                  <a:srgbClr val="0B1830"/>
                </a:solidFill>
                <a:latin typeface="PingFang TC"/>
                <a:ea typeface="PingFang TC"/>
                <a:cs typeface="PingFang TC"/>
              </a:defRPr>
            </a:pPr>
            <a:r>
              <a:rPr sz="2175" b="0">
                <a:solidFill>
                  <a:srgbClr val="0B1830"/>
                </a:solidFill>
                <a:latin typeface="PingFang TC"/>
                <a:ea typeface="PingFang TC"/>
                <a:cs typeface="PingFang TC"/>
              </a:rPr>
              <a:t>解釋一次重要改動，說明下次會怎樣做</a:t>
            </a:r>
          </a:p>
        </p:txBody>
      </p:sp>
      <p:sp>
        <p:nvSpPr>
          <p:cNvPr id="13" name="slide-63-line-13">
            <a:extLst xmlns:a="http://schemas.openxmlformats.org/drawingml/2006/main">
              <a:ext uri="{FF2B5EF4-FFF2-40B4-BE49-F238E27FC236}">
                <a16:creationId xmlns:a16="http://schemas.microsoft.com/office/drawing/2014/main" id="{88362620-3B14-4AB4-B183-CFDFCA6F4384}"/>
              </a:ext>
            </a:extLst>
          </p:cNvPr>
          <p:cNvSpPr>
            <a:spLocks xmlns:a="http://schemas.openxmlformats.org/drawingml/2006/main" noGrp="1"/>
          </p:cNvSpPr>
          <p:nvPr/>
        </p:nvSpPr>
        <p:spPr>
          <a:xfrm xmlns:a="http://schemas.openxmlformats.org/drawingml/2006/main">
            <a:off x="838200" y="594360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14" name="slide-63-text-14">
            <a:extLst xmlns:a="http://schemas.openxmlformats.org/drawingml/2006/main">
              <a:ext uri="{FF2B5EF4-FFF2-40B4-BE49-F238E27FC236}">
                <a16:creationId xmlns:a16="http://schemas.microsoft.com/office/drawing/2014/main" id="{B22693DD-7FC0-4FD7-BC19-F6D04B39BD46}"/>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作品應交代 AI 與他人的協助，保護未獲授權的資料。</a:t>
            </a:r>
          </a:p>
        </p:txBody>
      </p:sp>
      <p:sp>
        <p:nvSpPr>
          <p:cNvPr id="15" name="slide-63-text-15">
            <a:extLst xmlns:a="http://schemas.openxmlformats.org/drawingml/2006/main">
              <a:ext uri="{FF2B5EF4-FFF2-40B4-BE49-F238E27FC236}">
                <a16:creationId xmlns:a16="http://schemas.microsoft.com/office/drawing/2014/main" id="{B922D8A4-B2AC-46A3-83AF-FD9F9779EA9A}"/>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63 / 66</a:t>
            </a:r>
          </a:p>
        </p:txBody>
      </p:sp>
    </p:spTree>
    <p:extLst>
      <p:ext uri="{BB962C8B-B14F-4D97-AF65-F5344CB8AC3E}">
        <p14:creationId xmlns:p14="http://schemas.microsoft.com/office/powerpoint/2010/main" val="349291151"/>
      </p:ext>
    </p:extLst>
  </p:cSld>
</p:sld>
</file>

<file path=ppt/slides/slide64.xml><?xml version="1.0" encoding="utf-8"?>
<p:sld xmlns:p="http://schemas.openxmlformats.org/presentationml/2006/main">
  <p:cSld>
    <p:bg>
      <p:bgPr>
        <a:solidFill xmlns:a="http://schemas.openxmlformats.org/drawingml/2006/main">
          <a:srgbClr val="315CF5"/>
        </a:solidFill>
      </p:bgPr>
    </p:bg>
    <p:spTree>
      <p:nvGrpSpPr>
        <p:cNvPr id="1" name=""/>
        <p:cNvGrpSpPr/>
        <p:nvPr/>
      </p:nvGrpSpPr>
      <p:grpSpPr>
        <a:xfrm xmlns:a="http://schemas.openxmlformats.org/drawingml/2006/main"/>
      </p:grpSpPr>
      <p:sp>
        <p:nvSpPr>
          <p:cNvPr id="10" name="slide-64-text-1">
            <a:extLst xmlns:a="http://schemas.openxmlformats.org/drawingml/2006/main">
              <a:ext uri="{FF2B5EF4-FFF2-40B4-BE49-F238E27FC236}">
                <a16:creationId xmlns:a16="http://schemas.microsoft.com/office/drawing/2014/main" id="{00F1E93B-8514-4F67-8678-0B6033418BE8}"/>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04   企業的責任</a:t>
            </a:r>
          </a:p>
        </p:txBody>
      </p:sp>
      <p:sp>
        <p:nvSpPr>
          <p:cNvPr id="2" name="slide-64-text-2">
            <a:extLst xmlns:a="http://schemas.openxmlformats.org/drawingml/2006/main">
              <a:ext uri="{FF2B5EF4-FFF2-40B4-BE49-F238E27FC236}">
                <a16:creationId xmlns:a16="http://schemas.microsoft.com/office/drawing/2014/main" id="{653FB88B-AA0B-4021-BA3B-C8230321D1C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企業要保留新人練習判斷的機會</a:t>
            </a:r>
          </a:p>
        </p:txBody>
      </p:sp>
      <p:sp>
        <p:nvSpPr>
          <p:cNvPr id="3" name="slide-64-line-3">
            <a:extLst xmlns:a="http://schemas.openxmlformats.org/drawingml/2006/main">
              <a:ext uri="{FF2B5EF4-FFF2-40B4-BE49-F238E27FC236}">
                <a16:creationId xmlns:a16="http://schemas.microsoft.com/office/drawing/2014/main" id="{0B7A7928-18D8-4B82-BC34-863C34D1488C}"/>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64-text-4">
            <a:extLst xmlns:a="http://schemas.openxmlformats.org/drawingml/2006/main">
              <a:ext uri="{FF2B5EF4-FFF2-40B4-BE49-F238E27FC236}">
                <a16:creationId xmlns:a16="http://schemas.microsoft.com/office/drawing/2014/main" id="{D42782C9-12A1-4A50-A1B5-71F4ED18F7ED}"/>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64-text-5">
            <a:extLst xmlns:a="http://schemas.openxmlformats.org/drawingml/2006/main">
              <a:ext uri="{FF2B5EF4-FFF2-40B4-BE49-F238E27FC236}">
                <a16:creationId xmlns:a16="http://schemas.microsoft.com/office/drawing/2014/main" id="{68B8A572-BC3A-4C3E-805C-5A805813AF27}"/>
              </a:ext>
            </a:extLst>
          </p:cNvPr>
          <p:cNvSpPr>
            <a:spLocks xmlns:a="http://schemas.openxmlformats.org/drawingml/2006/main" noGrp="1"/>
          </p:cNvSpPr>
          <p:nvPr/>
        </p:nvSpPr>
        <p:spPr>
          <a:xfrm xmlns:a="http://schemas.openxmlformats.org/drawingml/2006/main">
            <a:off x="838200" y="2619375"/>
            <a:ext cx="120396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小而完整的任務</a:t>
            </a:r>
          </a:p>
        </p:txBody>
      </p:sp>
      <p:sp>
        <p:nvSpPr>
          <p:cNvPr id="6" name="slide-64-text-6">
            <a:extLst xmlns:a="http://schemas.openxmlformats.org/drawingml/2006/main">
              <a:ext uri="{FF2B5EF4-FFF2-40B4-BE49-F238E27FC236}">
                <a16:creationId xmlns:a16="http://schemas.microsoft.com/office/drawing/2014/main" id="{53379732-ED7B-4F24-B7BF-31C2E8851871}"/>
              </a:ext>
            </a:extLst>
          </p:cNvPr>
          <p:cNvSpPr>
            <a:spLocks xmlns:a="http://schemas.openxmlformats.org/drawingml/2006/main" noGrp="1"/>
          </p:cNvSpPr>
          <p:nvPr/>
        </p:nvSpPr>
        <p:spPr>
          <a:xfrm xmlns:a="http://schemas.openxmlformats.org/drawingml/2006/main">
            <a:off x="838200" y="3512058"/>
            <a:ext cx="12039600" cy="8549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950" b="1">
                <a:solidFill>
                  <a:srgbClr val="FFFFFF"/>
                </a:solidFill>
                <a:latin typeface="PingFang TC"/>
                <a:ea typeface="PingFang TC"/>
                <a:cs typeface="PingFang TC"/>
              </a:defRPr>
            </a:pPr>
            <a:r>
              <a:rPr sz="4950" b="1">
                <a:solidFill>
                  <a:srgbClr val="FFFFFF"/>
                </a:solidFill>
                <a:latin typeface="PingFang TC"/>
                <a:ea typeface="PingFang TC"/>
                <a:cs typeface="PingFang TC"/>
              </a:rPr>
              <a:t>及時且具體的回饋</a:t>
            </a:r>
          </a:p>
        </p:txBody>
      </p:sp>
      <p:sp>
        <p:nvSpPr>
          <p:cNvPr id="7" name="slide-64-text-7">
            <a:extLst xmlns:a="http://schemas.openxmlformats.org/drawingml/2006/main">
              <a:ext uri="{FF2B5EF4-FFF2-40B4-BE49-F238E27FC236}">
                <a16:creationId xmlns:a16="http://schemas.microsoft.com/office/drawing/2014/main" id="{D4784BCF-BADE-4F6F-BBDF-6D67842279C5}"/>
              </a:ext>
            </a:extLst>
          </p:cNvPr>
          <p:cNvSpPr>
            <a:spLocks xmlns:a="http://schemas.openxmlformats.org/drawingml/2006/main" noGrp="1"/>
          </p:cNvSpPr>
          <p:nvPr/>
        </p:nvSpPr>
        <p:spPr>
          <a:xfrm xmlns:a="http://schemas.openxmlformats.org/drawingml/2006/main">
            <a:off x="838200" y="4838700"/>
            <a:ext cx="1203960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DCE4F5"/>
                </a:solidFill>
                <a:latin typeface="PingFang TC"/>
                <a:ea typeface="PingFang TC"/>
                <a:cs typeface="PingFang TC"/>
              </a:defRPr>
            </a:pPr>
            <a:r>
              <a:rPr sz="2400" b="0">
                <a:solidFill>
                  <a:srgbClr val="DCE4F5"/>
                </a:solidFill>
                <a:latin typeface="PingFang TC"/>
                <a:ea typeface="PingFang TC"/>
                <a:cs typeface="PingFang TC"/>
              </a:rPr>
              <a:t>企業提供支援與求助途徑，再隨能力擴大委託範圍。</a:t>
            </a:r>
          </a:p>
        </p:txBody>
      </p:sp>
      <p:sp>
        <p:nvSpPr>
          <p:cNvPr id="8" name="slide-64-text-8">
            <a:extLst xmlns:a="http://schemas.openxmlformats.org/drawingml/2006/main">
              <a:ext uri="{FF2B5EF4-FFF2-40B4-BE49-F238E27FC236}">
                <a16:creationId xmlns:a16="http://schemas.microsoft.com/office/drawing/2014/main" id="{01CCA4CA-F6E6-4BB9-90EA-5C4E10EF526A}"/>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人才要求與培養條件，需要由組織共同承擔。</a:t>
            </a:r>
          </a:p>
        </p:txBody>
      </p:sp>
      <p:sp>
        <p:nvSpPr>
          <p:cNvPr id="9" name="slide-64-text-9">
            <a:extLst xmlns:a="http://schemas.openxmlformats.org/drawingml/2006/main">
              <a:ext uri="{FF2B5EF4-FFF2-40B4-BE49-F238E27FC236}">
                <a16:creationId xmlns:a16="http://schemas.microsoft.com/office/drawing/2014/main" id="{B2077FA5-505F-4454-B3BA-202DDA897BF1}"/>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64 / 66</a:t>
            </a:r>
          </a:p>
        </p:txBody>
      </p:sp>
    </p:spTree>
    <p:extLst>
      <p:ext uri="{BB962C8B-B14F-4D97-AF65-F5344CB8AC3E}">
        <p14:creationId xmlns:p14="http://schemas.microsoft.com/office/powerpoint/2010/main" val="2969617"/>
      </p:ext>
    </p:extLst>
  </p:cSld>
</p:sld>
</file>

<file path=ppt/slides/slide6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slide-65-text-1">
            <a:extLst xmlns:a="http://schemas.openxmlformats.org/drawingml/2006/main">
              <a:ext uri="{FF2B5EF4-FFF2-40B4-BE49-F238E27FC236}">
                <a16:creationId xmlns:a16="http://schemas.microsoft.com/office/drawing/2014/main" id="{DA2C1E9A-7845-42B1-8D79-BEA00069A15F}"/>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315CF5"/>
                </a:solidFill>
                <a:latin typeface="PingFang TC"/>
                <a:ea typeface="PingFang TC"/>
                <a:cs typeface="PingFang TC"/>
              </a:defRPr>
            </a:pPr>
            <a:r>
              <a:rPr sz="1500" b="1">
                <a:solidFill>
                  <a:srgbClr val="315CF5"/>
                </a:solidFill>
                <a:latin typeface="PingFang TC"/>
                <a:ea typeface="PingFang TC"/>
                <a:cs typeface="PingFang TC"/>
              </a:rPr>
              <a:t>總結   同一個故事</a:t>
            </a:r>
          </a:p>
        </p:txBody>
      </p:sp>
      <p:sp>
        <p:nvSpPr>
          <p:cNvPr id="2" name="slide-65-text-2">
            <a:extLst xmlns:a="http://schemas.openxmlformats.org/drawingml/2006/main">
              <a:ext uri="{FF2B5EF4-FFF2-40B4-BE49-F238E27FC236}">
                <a16:creationId xmlns:a16="http://schemas.microsoft.com/office/drawing/2014/main" id="{964D8CFA-69B5-4240-8D05-F018F1B66ACD}"/>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0B1830"/>
                </a:solidFill>
                <a:latin typeface="PingFang TC"/>
                <a:ea typeface="PingFang TC"/>
                <a:cs typeface="PingFang TC"/>
              </a:defRPr>
            </a:pPr>
            <a:r>
              <a:rPr sz="4050" b="1">
                <a:solidFill>
                  <a:srgbClr val="0B1830"/>
                </a:solidFill>
                <a:latin typeface="PingFang TC"/>
                <a:ea typeface="PingFang TC"/>
                <a:cs typeface="PingFang TC"/>
              </a:rPr>
              <a:t>回到那位準備課堂的教師</a:t>
            </a:r>
          </a:p>
        </p:txBody>
      </p:sp>
      <p:sp>
        <p:nvSpPr>
          <p:cNvPr id="3" name="slide-65-line-3">
            <a:extLst xmlns:a="http://schemas.openxmlformats.org/drawingml/2006/main">
              <a:ext uri="{FF2B5EF4-FFF2-40B4-BE49-F238E27FC236}">
                <a16:creationId xmlns:a16="http://schemas.microsoft.com/office/drawing/2014/main" id="{82FDE4DB-60D6-4D93-8A5F-492D00FACDD4}"/>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CCD3DF"/>
            </a:solidFill>
            <a:prstDash val="solid"/>
          </a:ln>
        </p:spPr>
      </p:sp>
      <p:sp>
        <p:nvSpPr>
          <p:cNvPr id="4" name="slide-65-text-4">
            <a:extLst xmlns:a="http://schemas.openxmlformats.org/drawingml/2006/main">
              <a:ext uri="{FF2B5EF4-FFF2-40B4-BE49-F238E27FC236}">
                <a16:creationId xmlns:a16="http://schemas.microsoft.com/office/drawing/2014/main" id="{4A7CC225-A28B-4AC5-BCB4-D25B964CC5A8}"/>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辛海洋   可可樂博</a:t>
            </a:r>
          </a:p>
        </p:txBody>
      </p:sp>
      <p:sp>
        <p:nvSpPr>
          <p:cNvPr id="5" name="slide-65-text-5">
            <a:extLst xmlns:a="http://schemas.openxmlformats.org/drawingml/2006/main">
              <a:ext uri="{FF2B5EF4-FFF2-40B4-BE49-F238E27FC236}">
                <a16:creationId xmlns:a16="http://schemas.microsoft.com/office/drawing/2014/main" id="{E0B5C342-B250-47F8-876D-3CD2D4163D3B}"/>
              </a:ext>
            </a:extLst>
          </p:cNvPr>
          <p:cNvSpPr>
            <a:spLocks xmlns:a="http://schemas.openxmlformats.org/drawingml/2006/main" noGrp="1"/>
          </p:cNvSpPr>
          <p:nvPr/>
        </p:nvSpPr>
        <p:spPr>
          <a:xfrm xmlns:a="http://schemas.openxmlformats.org/drawingml/2006/main">
            <a:off x="8382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01</a:t>
            </a:r>
          </a:p>
        </p:txBody>
      </p:sp>
      <p:sp>
        <p:nvSpPr>
          <p:cNvPr id="6" name="slide-65-line-6">
            <a:extLst xmlns:a="http://schemas.openxmlformats.org/drawingml/2006/main">
              <a:ext uri="{FF2B5EF4-FFF2-40B4-BE49-F238E27FC236}">
                <a16:creationId xmlns:a16="http://schemas.microsoft.com/office/drawing/2014/main" id="{96A36F94-F7F2-4082-AC3A-3D3FF510A2A6}"/>
              </a:ext>
            </a:extLst>
          </p:cNvPr>
          <p:cNvSpPr>
            <a:spLocks xmlns:a="http://schemas.openxmlformats.org/drawingml/2006/main" noGrp="1"/>
          </p:cNvSpPr>
          <p:nvPr/>
        </p:nvSpPr>
        <p:spPr>
          <a:xfrm xmlns:a="http://schemas.openxmlformats.org/drawingml/2006/main">
            <a:off x="8382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7" name="slide-65-text-7">
            <a:extLst xmlns:a="http://schemas.openxmlformats.org/drawingml/2006/main">
              <a:ext uri="{FF2B5EF4-FFF2-40B4-BE49-F238E27FC236}">
                <a16:creationId xmlns:a16="http://schemas.microsoft.com/office/drawing/2014/main" id="{5DAC1A1F-E368-44C9-B770-702D8312BBCC}"/>
              </a:ext>
            </a:extLst>
          </p:cNvPr>
          <p:cNvSpPr>
            <a:spLocks xmlns:a="http://schemas.openxmlformats.org/drawingml/2006/main" noGrp="1"/>
          </p:cNvSpPr>
          <p:nvPr/>
        </p:nvSpPr>
        <p:spPr>
          <a:xfrm xmlns:a="http://schemas.openxmlformats.org/drawingml/2006/main">
            <a:off x="8382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共同理解</a:t>
            </a:r>
          </a:p>
        </p:txBody>
      </p:sp>
      <p:sp>
        <p:nvSpPr>
          <p:cNvPr id="8" name="slide-65-text-8">
            <a:extLst xmlns:a="http://schemas.openxmlformats.org/drawingml/2006/main">
              <a:ext uri="{FF2B5EF4-FFF2-40B4-BE49-F238E27FC236}">
                <a16:creationId xmlns:a16="http://schemas.microsoft.com/office/drawing/2014/main" id="{E0078735-4FE3-4E6E-846B-25502241EDB6}"/>
              </a:ext>
            </a:extLst>
          </p:cNvPr>
          <p:cNvSpPr>
            <a:spLocks xmlns:a="http://schemas.openxmlformats.org/drawingml/2006/main" noGrp="1"/>
          </p:cNvSpPr>
          <p:nvPr/>
        </p:nvSpPr>
        <p:spPr>
          <a:xfrm xmlns:a="http://schemas.openxmlformats.org/drawingml/2006/main">
            <a:off x="8382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任務、證據</a:t>
            </a:r>
          </a:p>
        </p:txBody>
      </p:sp>
      <p:sp>
        <p:nvSpPr>
          <p:cNvPr id="9" name="slide-65-text-9">
            <a:extLst xmlns:a="http://schemas.openxmlformats.org/drawingml/2006/main">
              <a:ext uri="{FF2B5EF4-FFF2-40B4-BE49-F238E27FC236}">
                <a16:creationId xmlns:a16="http://schemas.microsoft.com/office/drawing/2014/main" id="{3EDA1674-62F2-4E1C-BB07-0E16970B16EF}"/>
              </a:ext>
            </a:extLst>
          </p:cNvPr>
          <p:cNvSpPr>
            <a:spLocks xmlns:a="http://schemas.openxmlformats.org/drawingml/2006/main" noGrp="1"/>
          </p:cNvSpPr>
          <p:nvPr/>
        </p:nvSpPr>
        <p:spPr>
          <a:xfrm xmlns:a="http://schemas.openxmlformats.org/drawingml/2006/main">
            <a:off x="8382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與承諾</a:t>
            </a:r>
          </a:p>
        </p:txBody>
      </p:sp>
      <p:sp>
        <p:nvSpPr>
          <p:cNvPr id="10" name="slide-65-line-10">
            <a:extLst xmlns:a="http://schemas.openxmlformats.org/drawingml/2006/main">
              <a:ext uri="{FF2B5EF4-FFF2-40B4-BE49-F238E27FC236}">
                <a16:creationId xmlns:a16="http://schemas.microsoft.com/office/drawing/2014/main" id="{F91DA4DB-5111-4C36-8069-CF56571A35C2}"/>
              </a:ext>
            </a:extLst>
          </p:cNvPr>
          <p:cNvSpPr>
            <a:spLocks xmlns:a="http://schemas.openxmlformats.org/drawingml/2006/main" noGrp="1"/>
          </p:cNvSpPr>
          <p:nvPr/>
        </p:nvSpPr>
        <p:spPr>
          <a:xfrm xmlns:a="http://schemas.openxmlformats.org/drawingml/2006/main">
            <a:off x="36385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1" name="slide-65-text-11">
            <a:extLst xmlns:a="http://schemas.openxmlformats.org/drawingml/2006/main">
              <a:ext uri="{FF2B5EF4-FFF2-40B4-BE49-F238E27FC236}">
                <a16:creationId xmlns:a16="http://schemas.microsoft.com/office/drawing/2014/main" id="{5E7B9B20-276E-4CE1-AD99-3D629D006ABD}"/>
              </a:ext>
            </a:extLst>
          </p:cNvPr>
          <p:cNvSpPr>
            <a:spLocks xmlns:a="http://schemas.openxmlformats.org/drawingml/2006/main" noGrp="1"/>
          </p:cNvSpPr>
          <p:nvPr/>
        </p:nvSpPr>
        <p:spPr>
          <a:xfrm xmlns:a="http://schemas.openxmlformats.org/drawingml/2006/main">
            <a:off x="39433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02</a:t>
            </a:r>
          </a:p>
        </p:txBody>
      </p:sp>
      <p:sp>
        <p:nvSpPr>
          <p:cNvPr id="12" name="slide-65-line-12">
            <a:extLst xmlns:a="http://schemas.openxmlformats.org/drawingml/2006/main">
              <a:ext uri="{FF2B5EF4-FFF2-40B4-BE49-F238E27FC236}">
                <a16:creationId xmlns:a16="http://schemas.microsoft.com/office/drawing/2014/main" id="{15D4BE36-DE0E-4E4D-B8D6-14DC6AD0227A}"/>
              </a:ext>
            </a:extLst>
          </p:cNvPr>
          <p:cNvSpPr>
            <a:spLocks xmlns:a="http://schemas.openxmlformats.org/drawingml/2006/main" noGrp="1"/>
          </p:cNvSpPr>
          <p:nvPr/>
        </p:nvSpPr>
        <p:spPr>
          <a:xfrm xmlns:a="http://schemas.openxmlformats.org/drawingml/2006/main">
            <a:off x="39433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3" name="slide-65-text-13">
            <a:extLst xmlns:a="http://schemas.openxmlformats.org/drawingml/2006/main">
              <a:ext uri="{FF2B5EF4-FFF2-40B4-BE49-F238E27FC236}">
                <a16:creationId xmlns:a16="http://schemas.microsoft.com/office/drawing/2014/main" id="{707404CC-4B6B-4708-8606-FB775BF15884}"/>
              </a:ext>
            </a:extLst>
          </p:cNvPr>
          <p:cNvSpPr>
            <a:spLocks xmlns:a="http://schemas.openxmlformats.org/drawingml/2006/main" noGrp="1"/>
          </p:cNvSpPr>
          <p:nvPr/>
        </p:nvSpPr>
        <p:spPr>
          <a:xfrm xmlns:a="http://schemas.openxmlformats.org/drawingml/2006/main">
            <a:off x="39433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受控執行</a:t>
            </a:r>
          </a:p>
        </p:txBody>
      </p:sp>
      <p:sp>
        <p:nvSpPr>
          <p:cNvPr id="14" name="slide-65-text-14">
            <a:extLst xmlns:a="http://schemas.openxmlformats.org/drawingml/2006/main">
              <a:ext uri="{FF2B5EF4-FFF2-40B4-BE49-F238E27FC236}">
                <a16:creationId xmlns:a16="http://schemas.microsoft.com/office/drawing/2014/main" id="{05D6438B-979A-4E01-B975-08E95D9D3588}"/>
              </a:ext>
            </a:extLst>
          </p:cNvPr>
          <p:cNvSpPr>
            <a:spLocks xmlns:a="http://schemas.openxmlformats.org/drawingml/2006/main" noGrp="1"/>
          </p:cNvSpPr>
          <p:nvPr/>
        </p:nvSpPr>
        <p:spPr>
          <a:xfrm xmlns:a="http://schemas.openxmlformats.org/drawingml/2006/main">
            <a:off x="39433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工具、權限</a:t>
            </a:r>
          </a:p>
        </p:txBody>
      </p:sp>
      <p:sp>
        <p:nvSpPr>
          <p:cNvPr id="15" name="slide-65-text-15">
            <a:extLst xmlns:a="http://schemas.openxmlformats.org/drawingml/2006/main">
              <a:ext uri="{FF2B5EF4-FFF2-40B4-BE49-F238E27FC236}">
                <a16:creationId xmlns:a16="http://schemas.microsoft.com/office/drawing/2014/main" id="{628D8E72-B911-43A8-B38B-FBE259681152}"/>
              </a:ext>
            </a:extLst>
          </p:cNvPr>
          <p:cNvSpPr>
            <a:spLocks xmlns:a="http://schemas.openxmlformats.org/drawingml/2006/main" noGrp="1"/>
          </p:cNvSpPr>
          <p:nvPr/>
        </p:nvSpPr>
        <p:spPr>
          <a:xfrm xmlns:a="http://schemas.openxmlformats.org/drawingml/2006/main">
            <a:off x="39433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與驗證</a:t>
            </a:r>
          </a:p>
        </p:txBody>
      </p:sp>
      <p:sp>
        <p:nvSpPr>
          <p:cNvPr id="16" name="slide-65-line-16">
            <a:extLst xmlns:a="http://schemas.openxmlformats.org/drawingml/2006/main">
              <a:ext uri="{FF2B5EF4-FFF2-40B4-BE49-F238E27FC236}">
                <a16:creationId xmlns:a16="http://schemas.microsoft.com/office/drawing/2014/main" id="{D6D3729C-C6E0-4DFA-AE14-ACEDBE6E3BA5}"/>
              </a:ext>
            </a:extLst>
          </p:cNvPr>
          <p:cNvSpPr>
            <a:spLocks xmlns:a="http://schemas.openxmlformats.org/drawingml/2006/main" noGrp="1"/>
          </p:cNvSpPr>
          <p:nvPr/>
        </p:nvSpPr>
        <p:spPr>
          <a:xfrm xmlns:a="http://schemas.openxmlformats.org/drawingml/2006/main">
            <a:off x="674370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17" name="slide-65-text-17">
            <a:extLst xmlns:a="http://schemas.openxmlformats.org/drawingml/2006/main">
              <a:ext uri="{FF2B5EF4-FFF2-40B4-BE49-F238E27FC236}">
                <a16:creationId xmlns:a16="http://schemas.microsoft.com/office/drawing/2014/main" id="{3765DD73-397B-4964-911F-3074F56107F4}"/>
              </a:ext>
            </a:extLst>
          </p:cNvPr>
          <p:cNvSpPr>
            <a:spLocks xmlns:a="http://schemas.openxmlformats.org/drawingml/2006/main" noGrp="1"/>
          </p:cNvSpPr>
          <p:nvPr/>
        </p:nvSpPr>
        <p:spPr>
          <a:xfrm xmlns:a="http://schemas.openxmlformats.org/drawingml/2006/main">
            <a:off x="704850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03</a:t>
            </a:r>
          </a:p>
        </p:txBody>
      </p:sp>
      <p:sp>
        <p:nvSpPr>
          <p:cNvPr id="18" name="slide-65-line-18">
            <a:extLst xmlns:a="http://schemas.openxmlformats.org/drawingml/2006/main">
              <a:ext uri="{FF2B5EF4-FFF2-40B4-BE49-F238E27FC236}">
                <a16:creationId xmlns:a16="http://schemas.microsoft.com/office/drawing/2014/main" id="{D994465E-4F00-41EA-B87B-F67DD9ED9100}"/>
              </a:ext>
            </a:extLst>
          </p:cNvPr>
          <p:cNvSpPr>
            <a:spLocks xmlns:a="http://schemas.openxmlformats.org/drawingml/2006/main" noGrp="1"/>
          </p:cNvSpPr>
          <p:nvPr/>
        </p:nvSpPr>
        <p:spPr>
          <a:xfrm xmlns:a="http://schemas.openxmlformats.org/drawingml/2006/main">
            <a:off x="704850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19" name="slide-65-text-19">
            <a:extLst xmlns:a="http://schemas.openxmlformats.org/drawingml/2006/main">
              <a:ext uri="{FF2B5EF4-FFF2-40B4-BE49-F238E27FC236}">
                <a16:creationId xmlns:a16="http://schemas.microsoft.com/office/drawing/2014/main" id="{7FDA38BB-725D-4109-9B4D-F3150C78D9B6}"/>
              </a:ext>
            </a:extLst>
          </p:cNvPr>
          <p:cNvSpPr>
            <a:spLocks xmlns:a="http://schemas.openxmlformats.org/drawingml/2006/main" noGrp="1"/>
          </p:cNvSpPr>
          <p:nvPr/>
        </p:nvSpPr>
        <p:spPr>
          <a:xfrm xmlns:a="http://schemas.openxmlformats.org/drawingml/2006/main">
            <a:off x="704850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持續接管</a:t>
            </a:r>
          </a:p>
        </p:txBody>
      </p:sp>
      <p:sp>
        <p:nvSpPr>
          <p:cNvPr id="20" name="slide-65-text-20">
            <a:extLst xmlns:a="http://schemas.openxmlformats.org/drawingml/2006/main">
              <a:ext uri="{FF2B5EF4-FFF2-40B4-BE49-F238E27FC236}">
                <a16:creationId xmlns:a16="http://schemas.microsoft.com/office/drawing/2014/main" id="{ECC87D47-1ABA-476F-B987-0866E17F0845}"/>
              </a:ext>
            </a:extLst>
          </p:cNvPr>
          <p:cNvSpPr>
            <a:spLocks xmlns:a="http://schemas.openxmlformats.org/drawingml/2006/main" noGrp="1"/>
          </p:cNvSpPr>
          <p:nvPr/>
        </p:nvSpPr>
        <p:spPr>
          <a:xfrm xmlns:a="http://schemas.openxmlformats.org/drawingml/2006/main">
            <a:off x="704850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記憶、分工</a:t>
            </a:r>
          </a:p>
        </p:txBody>
      </p:sp>
      <p:sp>
        <p:nvSpPr>
          <p:cNvPr id="21" name="slide-65-text-21">
            <a:extLst xmlns:a="http://schemas.openxmlformats.org/drawingml/2006/main">
              <a:ext uri="{FF2B5EF4-FFF2-40B4-BE49-F238E27FC236}">
                <a16:creationId xmlns:a16="http://schemas.microsoft.com/office/drawing/2014/main" id="{FA4EF696-0306-4815-8CE9-C93A1DE9A67C}"/>
              </a:ext>
            </a:extLst>
          </p:cNvPr>
          <p:cNvSpPr>
            <a:spLocks xmlns:a="http://schemas.openxmlformats.org/drawingml/2006/main" noGrp="1"/>
          </p:cNvSpPr>
          <p:nvPr/>
        </p:nvSpPr>
        <p:spPr>
          <a:xfrm xmlns:a="http://schemas.openxmlformats.org/drawingml/2006/main">
            <a:off x="704850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與恢復</a:t>
            </a:r>
          </a:p>
        </p:txBody>
      </p:sp>
      <p:sp>
        <p:nvSpPr>
          <p:cNvPr id="22" name="slide-65-line-22">
            <a:extLst xmlns:a="http://schemas.openxmlformats.org/drawingml/2006/main">
              <a:ext uri="{FF2B5EF4-FFF2-40B4-BE49-F238E27FC236}">
                <a16:creationId xmlns:a16="http://schemas.microsoft.com/office/drawing/2014/main" id="{B23618C8-1817-4448-A25C-9BBF0BBDCACE}"/>
              </a:ext>
            </a:extLst>
          </p:cNvPr>
          <p:cNvSpPr>
            <a:spLocks xmlns:a="http://schemas.openxmlformats.org/drawingml/2006/main" noGrp="1"/>
          </p:cNvSpPr>
          <p:nvPr/>
        </p:nvSpPr>
        <p:spPr>
          <a:xfrm xmlns:a="http://schemas.openxmlformats.org/drawingml/2006/main">
            <a:off x="9848850" y="3429000"/>
            <a:ext cx="228600" cy="0"/>
          </a:xfrm>
          <a:prstGeom xmlns:a="http://schemas.openxmlformats.org/drawingml/2006/main" prst="line">
            <a:avLst/>
          </a:prstGeom>
          <a:noFill xmlns:a="http://schemas.openxmlformats.org/drawingml/2006/main"/>
          <a:ln xmlns:a="http://schemas.openxmlformats.org/drawingml/2006/main" w="9525">
            <a:solidFill>
              <a:srgbClr val="52627A"/>
            </a:solidFill>
            <a:prstDash val="solid"/>
          </a:ln>
        </p:spPr>
      </p:sp>
      <p:sp>
        <p:nvSpPr>
          <p:cNvPr id="23" name="slide-65-text-23">
            <a:extLst xmlns:a="http://schemas.openxmlformats.org/drawingml/2006/main">
              <a:ext uri="{FF2B5EF4-FFF2-40B4-BE49-F238E27FC236}">
                <a16:creationId xmlns:a16="http://schemas.microsoft.com/office/drawing/2014/main" id="{862C5FD1-36F9-4CB8-A70A-FC5CFC714860}"/>
              </a:ext>
            </a:extLst>
          </p:cNvPr>
          <p:cNvSpPr>
            <a:spLocks xmlns:a="http://schemas.openxmlformats.org/drawingml/2006/main" noGrp="1"/>
          </p:cNvSpPr>
          <p:nvPr/>
        </p:nvSpPr>
        <p:spPr>
          <a:xfrm xmlns:a="http://schemas.openxmlformats.org/drawingml/2006/main">
            <a:off x="10153650" y="2971800"/>
            <a:ext cx="272415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1">
                <a:solidFill>
                  <a:srgbClr val="315CF5"/>
                </a:solidFill>
                <a:latin typeface="PingFang TC"/>
                <a:ea typeface="PingFang TC"/>
                <a:cs typeface="PingFang TC"/>
              </a:defRPr>
            </a:pPr>
            <a:r>
              <a:rPr sz="1800" b="1">
                <a:solidFill>
                  <a:srgbClr val="315CF5"/>
                </a:solidFill>
                <a:latin typeface="PingFang TC"/>
                <a:ea typeface="PingFang TC"/>
                <a:cs typeface="PingFang TC"/>
              </a:rPr>
              <a:t>04</a:t>
            </a:r>
          </a:p>
        </p:txBody>
      </p:sp>
      <p:sp>
        <p:nvSpPr>
          <p:cNvPr id="24" name="slide-65-line-24">
            <a:extLst xmlns:a="http://schemas.openxmlformats.org/drawingml/2006/main">
              <a:ext uri="{FF2B5EF4-FFF2-40B4-BE49-F238E27FC236}">
                <a16:creationId xmlns:a16="http://schemas.microsoft.com/office/drawing/2014/main" id="{3C713F4F-8606-4516-8D6A-409AFBF9211E}"/>
              </a:ext>
            </a:extLst>
          </p:cNvPr>
          <p:cNvSpPr>
            <a:spLocks xmlns:a="http://schemas.openxmlformats.org/drawingml/2006/main" noGrp="1"/>
          </p:cNvSpPr>
          <p:nvPr/>
        </p:nvSpPr>
        <p:spPr>
          <a:xfrm xmlns:a="http://schemas.openxmlformats.org/drawingml/2006/main">
            <a:off x="10153650" y="3429000"/>
            <a:ext cx="2724150" cy="0"/>
          </a:xfrm>
          <a:prstGeom xmlns:a="http://schemas.openxmlformats.org/drawingml/2006/main" prst="line">
            <a:avLst/>
          </a:prstGeom>
          <a:noFill xmlns:a="http://schemas.openxmlformats.org/drawingml/2006/main"/>
          <a:ln xmlns:a="http://schemas.openxmlformats.org/drawingml/2006/main" w="28575">
            <a:solidFill>
              <a:srgbClr val="315CF5"/>
            </a:solidFill>
            <a:prstDash val="solid"/>
          </a:ln>
        </p:spPr>
      </p:sp>
      <p:sp>
        <p:nvSpPr>
          <p:cNvPr id="25" name="slide-65-text-25">
            <a:extLst xmlns:a="http://schemas.openxmlformats.org/drawingml/2006/main">
              <a:ext uri="{FF2B5EF4-FFF2-40B4-BE49-F238E27FC236}">
                <a16:creationId xmlns:a16="http://schemas.microsoft.com/office/drawing/2014/main" id="{263A09F9-F152-4199-8CDB-20B05C4F0BDE}"/>
              </a:ext>
            </a:extLst>
          </p:cNvPr>
          <p:cNvSpPr>
            <a:spLocks xmlns:a="http://schemas.openxmlformats.org/drawingml/2006/main" noGrp="1"/>
          </p:cNvSpPr>
          <p:nvPr/>
        </p:nvSpPr>
        <p:spPr>
          <a:xfrm xmlns:a="http://schemas.openxmlformats.org/drawingml/2006/main">
            <a:off x="10153650" y="3676650"/>
            <a:ext cx="272415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1">
                <a:solidFill>
                  <a:srgbClr val="0B1830"/>
                </a:solidFill>
                <a:latin typeface="PingFang TC"/>
                <a:ea typeface="PingFang TC"/>
                <a:cs typeface="PingFang TC"/>
              </a:defRPr>
            </a:pPr>
            <a:r>
              <a:rPr sz="2400" b="1">
                <a:solidFill>
                  <a:srgbClr val="0B1830"/>
                </a:solidFill>
                <a:latin typeface="PingFang TC"/>
                <a:ea typeface="PingFang TC"/>
                <a:cs typeface="PingFang TC"/>
              </a:rPr>
              <a:t>根據結果修訂</a:t>
            </a:r>
          </a:p>
        </p:txBody>
      </p:sp>
      <p:sp>
        <p:nvSpPr>
          <p:cNvPr id="26" name="slide-65-text-26">
            <a:extLst xmlns:a="http://schemas.openxmlformats.org/drawingml/2006/main">
              <a:ext uri="{FF2B5EF4-FFF2-40B4-BE49-F238E27FC236}">
                <a16:creationId xmlns:a16="http://schemas.microsoft.com/office/drawing/2014/main" id="{FC61530A-7030-45EE-8409-37AA3DD7A057}"/>
              </a:ext>
            </a:extLst>
          </p:cNvPr>
          <p:cNvSpPr>
            <a:spLocks xmlns:a="http://schemas.openxmlformats.org/drawingml/2006/main" noGrp="1"/>
          </p:cNvSpPr>
          <p:nvPr/>
        </p:nvSpPr>
        <p:spPr>
          <a:xfrm xmlns:a="http://schemas.openxmlformats.org/drawingml/2006/main">
            <a:off x="10153650" y="4429125"/>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採用、結果</a:t>
            </a:r>
          </a:p>
        </p:txBody>
      </p:sp>
      <p:sp>
        <p:nvSpPr>
          <p:cNvPr id="27" name="slide-65-text-27">
            <a:extLst xmlns:a="http://schemas.openxmlformats.org/drawingml/2006/main">
              <a:ext uri="{FF2B5EF4-FFF2-40B4-BE49-F238E27FC236}">
                <a16:creationId xmlns:a16="http://schemas.microsoft.com/office/drawing/2014/main" id="{7E6CDC7B-580C-4283-9F55-D11B45E67450}"/>
              </a:ext>
            </a:extLst>
          </p:cNvPr>
          <p:cNvSpPr>
            <a:spLocks xmlns:a="http://schemas.openxmlformats.org/drawingml/2006/main" noGrp="1"/>
          </p:cNvSpPr>
          <p:nvPr/>
        </p:nvSpPr>
        <p:spPr>
          <a:xfrm xmlns:a="http://schemas.openxmlformats.org/drawingml/2006/main">
            <a:off x="10153650" y="4767263"/>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52627A"/>
                </a:solidFill>
                <a:latin typeface="PingFang TC"/>
                <a:ea typeface="PingFang TC"/>
                <a:cs typeface="PingFang TC"/>
              </a:defRPr>
            </a:pPr>
            <a:r>
              <a:rPr sz="1875" b="0">
                <a:solidFill>
                  <a:srgbClr val="52627A"/>
                </a:solidFill>
                <a:latin typeface="PingFang TC"/>
                <a:ea typeface="PingFang TC"/>
                <a:cs typeface="PingFang TC"/>
              </a:rPr>
              <a:t>與方法更新</a:t>
            </a:r>
          </a:p>
        </p:txBody>
      </p:sp>
      <p:sp>
        <p:nvSpPr>
          <p:cNvPr id="28" name="slide-65-text-28">
            <a:extLst xmlns:a="http://schemas.openxmlformats.org/drawingml/2006/main">
              <a:ext uri="{FF2B5EF4-FFF2-40B4-BE49-F238E27FC236}">
                <a16:creationId xmlns:a16="http://schemas.microsoft.com/office/drawing/2014/main" id="{5EFB4C70-BFAC-4A26-B5C2-93529795E9B7}"/>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52627A"/>
                </a:solidFill>
                <a:latin typeface="PingFang TC"/>
                <a:ea typeface="PingFang TC"/>
                <a:cs typeface="PingFang TC"/>
              </a:defRPr>
            </a:pPr>
            <a:r>
              <a:rPr sz="1575" b="0">
                <a:solidFill>
                  <a:srgbClr val="52627A"/>
                </a:solidFill>
                <a:latin typeface="PingFang TC"/>
                <a:ea typeface="PingFang TC"/>
                <a:cs typeface="PingFang TC"/>
              </a:rPr>
              <a:t>可靠的工作，需要這些條件在同一個項目中實際成立。</a:t>
            </a:r>
          </a:p>
        </p:txBody>
      </p:sp>
      <p:sp>
        <p:nvSpPr>
          <p:cNvPr id="29" name="slide-65-text-29">
            <a:extLst xmlns:a="http://schemas.openxmlformats.org/drawingml/2006/main">
              <a:ext uri="{FF2B5EF4-FFF2-40B4-BE49-F238E27FC236}">
                <a16:creationId xmlns:a16="http://schemas.microsoft.com/office/drawing/2014/main" id="{A5F97C10-94F1-4A67-8803-272128211DF6}"/>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52627A"/>
                </a:solidFill>
                <a:latin typeface="PingFang TC"/>
                <a:ea typeface="PingFang TC"/>
                <a:cs typeface="PingFang TC"/>
              </a:defRPr>
            </a:pPr>
            <a:r>
              <a:rPr sz="1275" b="0">
                <a:solidFill>
                  <a:srgbClr val="52627A"/>
                </a:solidFill>
                <a:latin typeface="PingFang TC"/>
                <a:ea typeface="PingFang TC"/>
                <a:cs typeface="PingFang TC"/>
              </a:rPr>
              <a:t>65 / 66</a:t>
            </a:r>
          </a:p>
        </p:txBody>
      </p:sp>
    </p:spTree>
    <p:extLst>
      <p:ext uri="{BB962C8B-B14F-4D97-AF65-F5344CB8AC3E}">
        <p14:creationId xmlns:p14="http://schemas.microsoft.com/office/powerpoint/2010/main" val="421516571"/>
      </p:ext>
    </p:extLst>
  </p:cSld>
</p:sld>
</file>

<file path=ppt/slides/slide66.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1" name="slide-66-text-1">
            <a:extLst xmlns:a="http://schemas.openxmlformats.org/drawingml/2006/main">
              <a:ext uri="{FF2B5EF4-FFF2-40B4-BE49-F238E27FC236}">
                <a16:creationId xmlns:a16="http://schemas.microsoft.com/office/drawing/2014/main" id="{C985F9D1-47B3-4938-89B2-44E82C8BDAA5}"/>
              </a:ext>
            </a:extLst>
          </p:cNvPr>
          <p:cNvSpPr>
            <a:spLocks xmlns:a="http://schemas.openxmlformats.org/drawingml/2006/main" noGrp="1"/>
          </p:cNvSpPr>
          <p:nvPr/>
        </p:nvSpPr>
        <p:spPr>
          <a:xfrm xmlns:a="http://schemas.openxmlformats.org/drawingml/2006/main">
            <a:off x="838200" y="457200"/>
            <a:ext cx="120396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1">
                <a:solidFill>
                  <a:srgbClr val="49D4E3"/>
                </a:solidFill>
                <a:latin typeface="PingFang TC"/>
                <a:ea typeface="PingFang TC"/>
                <a:cs typeface="PingFang TC"/>
              </a:defRPr>
            </a:pPr>
            <a:r>
              <a:rPr sz="1500" b="1">
                <a:solidFill>
                  <a:srgbClr val="49D4E3"/>
                </a:solidFill>
                <a:latin typeface="PingFang TC"/>
                <a:ea typeface="PingFang TC"/>
                <a:cs typeface="PingFang TC"/>
              </a:rPr>
              <a:t>結語與討論</a:t>
            </a:r>
          </a:p>
        </p:txBody>
      </p:sp>
      <p:sp>
        <p:nvSpPr>
          <p:cNvPr id="2" name="slide-66-text-2">
            <a:extLst xmlns:a="http://schemas.openxmlformats.org/drawingml/2006/main">
              <a:ext uri="{FF2B5EF4-FFF2-40B4-BE49-F238E27FC236}">
                <a16:creationId xmlns:a16="http://schemas.microsoft.com/office/drawing/2014/main" id="{A7687172-5D6C-4296-90CC-D589CE05FD7A}"/>
              </a:ext>
            </a:extLst>
          </p:cNvPr>
          <p:cNvSpPr>
            <a:spLocks xmlns:a="http://schemas.openxmlformats.org/drawingml/2006/main" noGrp="1"/>
          </p:cNvSpPr>
          <p:nvPr/>
        </p:nvSpPr>
        <p:spPr>
          <a:xfrm xmlns:a="http://schemas.openxmlformats.org/drawingml/2006/main">
            <a:off x="838200" y="990600"/>
            <a:ext cx="12039600" cy="699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050" b="1">
                <a:solidFill>
                  <a:srgbClr val="FFFFFF"/>
                </a:solidFill>
                <a:latin typeface="PingFang TC"/>
                <a:ea typeface="PingFang TC"/>
                <a:cs typeface="PingFang TC"/>
              </a:defRPr>
            </a:pPr>
            <a:r>
              <a:rPr sz="4050" b="1">
                <a:solidFill>
                  <a:srgbClr val="FFFFFF"/>
                </a:solidFill>
                <a:latin typeface="PingFang TC"/>
                <a:ea typeface="PingFang TC"/>
                <a:cs typeface="PingFang TC"/>
              </a:rPr>
              <a:t>AI 時代，中文傳意連接判斷與合作</a:t>
            </a:r>
          </a:p>
        </p:txBody>
      </p:sp>
      <p:sp>
        <p:nvSpPr>
          <p:cNvPr id="3" name="slide-66-line-3">
            <a:extLst xmlns:a="http://schemas.openxmlformats.org/drawingml/2006/main">
              <a:ext uri="{FF2B5EF4-FFF2-40B4-BE49-F238E27FC236}">
                <a16:creationId xmlns:a16="http://schemas.microsoft.com/office/drawing/2014/main" id="{DF4B5D68-CE32-452F-9B6A-A5C7BC5915AE}"/>
              </a:ext>
            </a:extLst>
          </p:cNvPr>
          <p:cNvSpPr>
            <a:spLocks xmlns:a="http://schemas.openxmlformats.org/drawingml/2006/main" noGrp="1"/>
          </p:cNvSpPr>
          <p:nvPr/>
        </p:nvSpPr>
        <p:spPr>
          <a:xfrm xmlns:a="http://schemas.openxmlformats.org/drawingml/2006/main">
            <a:off x="838200" y="7067550"/>
            <a:ext cx="12039600" cy="0"/>
          </a:xfrm>
          <a:prstGeom xmlns:a="http://schemas.openxmlformats.org/drawingml/2006/main" prst="line">
            <a:avLst/>
          </a:prstGeom>
          <a:noFill xmlns:a="http://schemas.openxmlformats.org/drawingml/2006/main"/>
          <a:ln xmlns:a="http://schemas.openxmlformats.org/drawingml/2006/main" w="9525">
            <a:solidFill>
              <a:srgbClr val="31415B"/>
            </a:solidFill>
            <a:prstDash val="solid"/>
          </a:ln>
        </p:spPr>
      </p:sp>
      <p:sp>
        <p:nvSpPr>
          <p:cNvPr id="4" name="slide-66-text-4">
            <a:extLst xmlns:a="http://schemas.openxmlformats.org/drawingml/2006/main">
              <a:ext uri="{FF2B5EF4-FFF2-40B4-BE49-F238E27FC236}">
                <a16:creationId xmlns:a16="http://schemas.microsoft.com/office/drawing/2014/main" id="{37D39795-26E1-4BF1-ADDC-6D25B5E768C5}"/>
              </a:ext>
            </a:extLst>
          </p:cNvPr>
          <p:cNvSpPr>
            <a:spLocks xmlns:a="http://schemas.openxmlformats.org/drawingml/2006/main" noGrp="1"/>
          </p:cNvSpPr>
          <p:nvPr/>
        </p:nvSpPr>
        <p:spPr>
          <a:xfrm xmlns:a="http://schemas.openxmlformats.org/drawingml/2006/main">
            <a:off x="838200" y="7258050"/>
            <a:ext cx="4286250"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辛海洋   可可樂博</a:t>
            </a:r>
          </a:p>
        </p:txBody>
      </p:sp>
      <p:sp>
        <p:nvSpPr>
          <p:cNvPr id="5" name="slide-66-text-5">
            <a:extLst xmlns:a="http://schemas.openxmlformats.org/drawingml/2006/main">
              <a:ext uri="{FF2B5EF4-FFF2-40B4-BE49-F238E27FC236}">
                <a16:creationId xmlns:a16="http://schemas.microsoft.com/office/drawing/2014/main" id="{37E9E6BC-9EEA-4BA5-961A-37E448B23755}"/>
              </a:ext>
            </a:extLst>
          </p:cNvPr>
          <p:cNvSpPr>
            <a:spLocks xmlns:a="http://schemas.openxmlformats.org/drawingml/2006/main" noGrp="1"/>
          </p:cNvSpPr>
          <p:nvPr/>
        </p:nvSpPr>
        <p:spPr>
          <a:xfrm xmlns:a="http://schemas.openxmlformats.org/drawingml/2006/main">
            <a:off x="838200" y="2514600"/>
            <a:ext cx="12039600" cy="880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5100" b="1">
                <a:solidFill>
                  <a:srgbClr val="FFFFFF"/>
                </a:solidFill>
                <a:latin typeface="PingFang TC"/>
                <a:ea typeface="PingFang TC"/>
                <a:cs typeface="PingFang TC"/>
              </a:defRPr>
            </a:pPr>
            <a:r>
              <a:rPr sz="5100" b="1">
                <a:solidFill>
                  <a:srgbClr val="FFFFFF"/>
                </a:solidFill>
                <a:latin typeface="PingFang TC"/>
                <a:ea typeface="PingFang TC"/>
                <a:cs typeface="PingFang TC"/>
              </a:rPr>
              <a:t>能夠說明判斷</a:t>
            </a:r>
          </a:p>
        </p:txBody>
      </p:sp>
      <p:sp>
        <p:nvSpPr>
          <p:cNvPr id="6" name="slide-66-text-6">
            <a:extLst xmlns:a="http://schemas.openxmlformats.org/drawingml/2006/main">
              <a:ext uri="{FF2B5EF4-FFF2-40B4-BE49-F238E27FC236}">
                <a16:creationId xmlns:a16="http://schemas.microsoft.com/office/drawing/2014/main" id="{83CD293F-F9A1-486C-8993-6EAEFC4CCD46}"/>
              </a:ext>
            </a:extLst>
          </p:cNvPr>
          <p:cNvSpPr>
            <a:spLocks xmlns:a="http://schemas.openxmlformats.org/drawingml/2006/main" noGrp="1"/>
          </p:cNvSpPr>
          <p:nvPr/>
        </p:nvSpPr>
        <p:spPr>
          <a:xfrm xmlns:a="http://schemas.openxmlformats.org/drawingml/2006/main">
            <a:off x="838200" y="3434334"/>
            <a:ext cx="12039600" cy="880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5100" b="1">
                <a:solidFill>
                  <a:srgbClr val="FFFFFF"/>
                </a:solidFill>
                <a:latin typeface="PingFang TC"/>
                <a:ea typeface="PingFang TC"/>
                <a:cs typeface="PingFang TC"/>
              </a:defRPr>
            </a:pPr>
            <a:r>
              <a:rPr sz="5100" b="1">
                <a:solidFill>
                  <a:srgbClr val="FFFFFF"/>
                </a:solidFill>
                <a:latin typeface="PingFang TC"/>
                <a:ea typeface="PingFang TC"/>
                <a:cs typeface="PingFang TC"/>
              </a:rPr>
              <a:t>也能讓工作繼續</a:t>
            </a:r>
          </a:p>
        </p:txBody>
      </p:sp>
      <p:sp>
        <p:nvSpPr>
          <p:cNvPr id="7" name="slide-66-text-7">
            <a:extLst xmlns:a="http://schemas.openxmlformats.org/drawingml/2006/main">
              <a:ext uri="{FF2B5EF4-FFF2-40B4-BE49-F238E27FC236}">
                <a16:creationId xmlns:a16="http://schemas.microsoft.com/office/drawing/2014/main" id="{BDD5F984-C173-4F7D-AFD8-A4BBF3560559}"/>
              </a:ext>
            </a:extLst>
          </p:cNvPr>
          <p:cNvSpPr>
            <a:spLocks xmlns:a="http://schemas.openxmlformats.org/drawingml/2006/main" noGrp="1"/>
          </p:cNvSpPr>
          <p:nvPr/>
        </p:nvSpPr>
        <p:spPr>
          <a:xfrm xmlns:a="http://schemas.openxmlformats.org/drawingml/2006/main">
            <a:off x="838200" y="4714875"/>
            <a:ext cx="12039600" cy="4404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0">
                <a:solidFill>
                  <a:srgbClr val="DCE4F5"/>
                </a:solidFill>
                <a:latin typeface="PingFang TC"/>
                <a:ea typeface="PingFang TC"/>
                <a:cs typeface="PingFang TC"/>
              </a:defRPr>
            </a:pPr>
            <a:r>
              <a:rPr sz="2550" b="0">
                <a:solidFill>
                  <a:srgbClr val="DCE4F5"/>
                </a:solidFill>
                <a:latin typeface="PingFang TC"/>
                <a:ea typeface="PingFang TC"/>
                <a:cs typeface="PingFang TC"/>
              </a:rPr>
              <a:t>在你的專業裏，哪些判斷需要親自練習？</a:t>
            </a:r>
          </a:p>
        </p:txBody>
      </p:sp>
      <p:sp>
        <p:nvSpPr>
          <p:cNvPr id="8" name="slide-66-text-8">
            <a:extLst xmlns:a="http://schemas.openxmlformats.org/drawingml/2006/main">
              <a:ext uri="{FF2B5EF4-FFF2-40B4-BE49-F238E27FC236}">
                <a16:creationId xmlns:a16="http://schemas.microsoft.com/office/drawing/2014/main" id="{2F59222D-B92A-430B-B103-D5404FD2644B}"/>
              </a:ext>
            </a:extLst>
          </p:cNvPr>
          <p:cNvSpPr>
            <a:spLocks xmlns:a="http://schemas.openxmlformats.org/drawingml/2006/main" noGrp="1"/>
          </p:cNvSpPr>
          <p:nvPr/>
        </p:nvSpPr>
        <p:spPr>
          <a:xfrm xmlns:a="http://schemas.openxmlformats.org/drawingml/2006/main">
            <a:off x="838200" y="5857875"/>
            <a:ext cx="1203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1">
                <a:solidFill>
                  <a:srgbClr val="49D4E3"/>
                </a:solidFill>
                <a:latin typeface="PingFang TC"/>
                <a:ea typeface="PingFang TC"/>
                <a:cs typeface="PingFang TC"/>
              </a:defRPr>
            </a:pPr>
            <a:r>
              <a:rPr sz="1875" b="1">
                <a:solidFill>
                  <a:srgbClr val="49D4E3"/>
                </a:solidFill>
                <a:latin typeface="PingFang TC"/>
                <a:ea typeface="PingFang TC"/>
                <a:cs typeface="PingFang TC"/>
              </a:rPr>
              <a:t>AI Native Field Notes 01–04</a:t>
            </a:r>
          </a:p>
        </p:txBody>
      </p:sp>
      <p:sp>
        <p:nvSpPr>
          <p:cNvPr id="9" name="slide-66-text-9">
            <a:extLst xmlns:a="http://schemas.openxmlformats.org/drawingml/2006/main">
              <a:ext uri="{FF2B5EF4-FFF2-40B4-BE49-F238E27FC236}">
                <a16:creationId xmlns:a16="http://schemas.microsoft.com/office/drawing/2014/main" id="{D044B48F-A35B-4E4D-AA2A-0619EABA434C}"/>
              </a:ext>
            </a:extLst>
          </p:cNvPr>
          <p:cNvSpPr>
            <a:spLocks xmlns:a="http://schemas.openxmlformats.org/drawingml/2006/main" noGrp="1"/>
          </p:cNvSpPr>
          <p:nvPr/>
        </p:nvSpPr>
        <p:spPr>
          <a:xfrm xmlns:a="http://schemas.openxmlformats.org/drawingml/2006/main">
            <a:off x="838200" y="6572250"/>
            <a:ext cx="12039600" cy="272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75" b="0">
                <a:solidFill>
                  <a:srgbClr val="DCE4F5"/>
                </a:solidFill>
                <a:latin typeface="PingFang TC"/>
                <a:ea typeface="PingFang TC"/>
                <a:cs typeface="PingFang TC"/>
              </a:defRPr>
            </a:pPr>
            <a:r>
              <a:rPr sz="1575" b="0">
                <a:solidFill>
                  <a:srgbClr val="DCE4F5"/>
                </a:solidFill>
                <a:latin typeface="PingFang TC"/>
                <a:ea typeface="PingFang TC"/>
                <a:cs typeface="PingFang TC"/>
              </a:rPr>
              <a:t>tonyxinvip.github.io/slides/</a:t>
            </a:r>
          </a:p>
        </p:txBody>
      </p:sp>
      <p:sp>
        <p:nvSpPr>
          <p:cNvPr id="10" name="slide-66-text-10">
            <a:extLst xmlns:a="http://schemas.openxmlformats.org/drawingml/2006/main">
              <a:ext uri="{FF2B5EF4-FFF2-40B4-BE49-F238E27FC236}">
                <a16:creationId xmlns:a16="http://schemas.microsoft.com/office/drawing/2014/main" id="{33EC9EB3-1580-4127-A503-591606979AB0}"/>
              </a:ext>
            </a:extLst>
          </p:cNvPr>
          <p:cNvSpPr>
            <a:spLocks xmlns:a="http://schemas.openxmlformats.org/drawingml/2006/main" noGrp="1"/>
          </p:cNvSpPr>
          <p:nvPr/>
        </p:nvSpPr>
        <p:spPr>
          <a:xfrm xmlns:a="http://schemas.openxmlformats.org/drawingml/2006/main">
            <a:off x="11668125" y="7258050"/>
            <a:ext cx="1209675" cy="220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5000"/>
              </a:lnSpc>
              <a:buNone/>
              <a:defRPr sz="1275" b="0">
                <a:solidFill>
                  <a:srgbClr val="DCE4F5"/>
                </a:solidFill>
                <a:latin typeface="PingFang TC"/>
                <a:ea typeface="PingFang TC"/>
                <a:cs typeface="PingFang TC"/>
              </a:defRPr>
            </a:pPr>
            <a:r>
              <a:rPr sz="1275" b="0">
                <a:solidFill>
                  <a:srgbClr val="DCE4F5"/>
                </a:solidFill>
                <a:latin typeface="PingFang TC"/>
                <a:ea typeface="PingFang TC"/>
                <a:cs typeface="PingFang TC"/>
              </a:rPr>
              <a:t>66 / 66</a:t>
            </a:r>
          </a:p>
        </p:txBody>
      </p:sp>
    </p:spTree>
    <p:extLst>
      <p:ext uri="{BB962C8B-B14F-4D97-AF65-F5344CB8AC3E}">
        <p14:creationId xmlns:p14="http://schemas.microsoft.com/office/powerpoint/2010/main" val="14618602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2026-09-21T17:05:39.3300000Z</dcterms:created>
  <dcterms:modified xsi:type="dcterms:W3CDTF">2026-09-21T17:05:39.3300000Z</dcterms:modified>
</coreProperties>
</file>