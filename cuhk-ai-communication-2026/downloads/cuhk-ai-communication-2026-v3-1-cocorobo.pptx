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8ac7119d0e4e1e" /><Relationship Type="http://schemas.openxmlformats.org/officeDocument/2006/relationships/extended-properties" Target="/docProps/app.xml" Id="Red3e014346ab4ed2" /><Relationship Type="http://schemas.openxmlformats.org/officeDocument/2006/relationships/officeDocument" Target="/ppt/presentation.xml" Id="Raa8ef43b4f5c4b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d52e3f42194da8"/>
  </p:sldMasterIdLst>
  <p:notesMasterIdLst>
    <p:notesMasterId xmlns:r="http://schemas.openxmlformats.org/officeDocument/2006/relationships" r:id="R5489fdf2b86e4986"/>
  </p:notesMasterIdLst>
  <p:sldIdLst>
    <p:sldId xmlns:r="http://schemas.openxmlformats.org/officeDocument/2006/relationships" id="256" r:id="R15e1a30c686b46fe"/>
    <p:sldId xmlns:r="http://schemas.openxmlformats.org/officeDocument/2006/relationships" id="257" r:id="R7b87ba47151b468c"/>
    <p:sldId xmlns:r="http://schemas.openxmlformats.org/officeDocument/2006/relationships" id="258" r:id="Rf8f4ede7a4514fe8"/>
    <p:sldId xmlns:r="http://schemas.openxmlformats.org/officeDocument/2006/relationships" id="259" r:id="R5d2b69b8e358476f"/>
    <p:sldId xmlns:r="http://schemas.openxmlformats.org/officeDocument/2006/relationships" id="260" r:id="Rf525a688736646ab"/>
    <p:sldId xmlns:r="http://schemas.openxmlformats.org/officeDocument/2006/relationships" id="261" r:id="Rfe3e961c1bfe49f8"/>
    <p:sldId xmlns:r="http://schemas.openxmlformats.org/officeDocument/2006/relationships" id="262" r:id="R17dc085c3cfd4eb4"/>
    <p:sldId xmlns:r="http://schemas.openxmlformats.org/officeDocument/2006/relationships" id="263" r:id="R25fad86e27ff4fcb"/>
    <p:sldId xmlns:r="http://schemas.openxmlformats.org/officeDocument/2006/relationships" id="264" r:id="R0dc0d81abd76448d"/>
    <p:sldId xmlns:r="http://schemas.openxmlformats.org/officeDocument/2006/relationships" id="265" r:id="Rdc78bba182c348ec"/>
    <p:sldId xmlns:r="http://schemas.openxmlformats.org/officeDocument/2006/relationships" id="266" r:id="Raddfd47c11564a09"/>
    <p:sldId xmlns:r="http://schemas.openxmlformats.org/officeDocument/2006/relationships" id="267" r:id="Rba269f0587e54eb0"/>
    <p:sldId xmlns:r="http://schemas.openxmlformats.org/officeDocument/2006/relationships" id="268" r:id="R9c7c0164e9a74847"/>
    <p:sldId xmlns:r="http://schemas.openxmlformats.org/officeDocument/2006/relationships" id="269" r:id="R37efeca8924444c9"/>
    <p:sldId xmlns:r="http://schemas.openxmlformats.org/officeDocument/2006/relationships" id="270" r:id="Raf0a493dd8dd4df7"/>
    <p:sldId xmlns:r="http://schemas.openxmlformats.org/officeDocument/2006/relationships" id="271" r:id="R5ae88bb032014aa0"/>
    <p:sldId xmlns:r="http://schemas.openxmlformats.org/officeDocument/2006/relationships" id="272" r:id="R8f6110099fcf40c8"/>
    <p:sldId xmlns:r="http://schemas.openxmlformats.org/officeDocument/2006/relationships" id="273" r:id="R3ea0403663964613"/>
    <p:sldId xmlns:r="http://schemas.openxmlformats.org/officeDocument/2006/relationships" id="274" r:id="R4d151e327c9d4cb2"/>
    <p:sldId xmlns:r="http://schemas.openxmlformats.org/officeDocument/2006/relationships" id="275" r:id="R46a70f0478404789"/>
    <p:sldId xmlns:r="http://schemas.openxmlformats.org/officeDocument/2006/relationships" id="276" r:id="R58d46b88957b40ff"/>
    <p:sldId xmlns:r="http://schemas.openxmlformats.org/officeDocument/2006/relationships" id="277" r:id="R0e343dfc154d47d7"/>
    <p:sldId xmlns:r="http://schemas.openxmlformats.org/officeDocument/2006/relationships" id="278" r:id="R84c5d05f592441b0"/>
    <p:sldId xmlns:r="http://schemas.openxmlformats.org/officeDocument/2006/relationships" id="279" r:id="Ra8bdc7e5ee3d46ff"/>
    <p:sldId xmlns:r="http://schemas.openxmlformats.org/officeDocument/2006/relationships" id="280" r:id="R5476a974885142b8"/>
    <p:sldId xmlns:r="http://schemas.openxmlformats.org/officeDocument/2006/relationships" id="281" r:id="Re3e43ff247b247ef"/>
    <p:sldId xmlns:r="http://schemas.openxmlformats.org/officeDocument/2006/relationships" id="282" r:id="Re7197b80cdf94569"/>
    <p:sldId xmlns:r="http://schemas.openxmlformats.org/officeDocument/2006/relationships" id="283" r:id="Rc5ceb282feab4c90"/>
    <p:sldId xmlns:r="http://schemas.openxmlformats.org/officeDocument/2006/relationships" id="284" r:id="Rdc1c32284ea64c28"/>
    <p:sldId xmlns:r="http://schemas.openxmlformats.org/officeDocument/2006/relationships" id="285" r:id="R609cc05bfa544874"/>
    <p:sldId xmlns:r="http://schemas.openxmlformats.org/officeDocument/2006/relationships" id="286" r:id="R46cc8cb752534c42"/>
    <p:sldId xmlns:r="http://schemas.openxmlformats.org/officeDocument/2006/relationships" id="287" r:id="R20ec766093554e52"/>
    <p:sldId xmlns:r="http://schemas.openxmlformats.org/officeDocument/2006/relationships" id="288" r:id="R472b98be637e44d1"/>
    <p:sldId xmlns:r="http://schemas.openxmlformats.org/officeDocument/2006/relationships" id="289" r:id="R0f944addc3934d7a"/>
    <p:sldId xmlns:r="http://schemas.openxmlformats.org/officeDocument/2006/relationships" id="290" r:id="Rba6e62f9f13c489d"/>
    <p:sldId xmlns:r="http://schemas.openxmlformats.org/officeDocument/2006/relationships" id="291" r:id="R357836a3c81f446c"/>
    <p:sldId xmlns:r="http://schemas.openxmlformats.org/officeDocument/2006/relationships" id="292" r:id="R3b58a26ee54c4309"/>
    <p:sldId xmlns:r="http://schemas.openxmlformats.org/officeDocument/2006/relationships" id="293" r:id="R228b086267c14eb5"/>
    <p:sldId xmlns:r="http://schemas.openxmlformats.org/officeDocument/2006/relationships" id="294" r:id="R954d18997afb4074"/>
    <p:sldId xmlns:r="http://schemas.openxmlformats.org/officeDocument/2006/relationships" id="295" r:id="R386420131dcb4b98"/>
    <p:sldId xmlns:r="http://schemas.openxmlformats.org/officeDocument/2006/relationships" id="296" r:id="R706595c535174816"/>
    <p:sldId xmlns:r="http://schemas.openxmlformats.org/officeDocument/2006/relationships" id="297" r:id="R05f51801f15f4084"/>
    <p:sldId xmlns:r="http://schemas.openxmlformats.org/officeDocument/2006/relationships" id="298" r:id="Red25a8ea6a194af3"/>
    <p:sldId xmlns:r="http://schemas.openxmlformats.org/officeDocument/2006/relationships" id="299" r:id="Ra9b05a7779064d44"/>
    <p:sldId xmlns:r="http://schemas.openxmlformats.org/officeDocument/2006/relationships" id="300" r:id="Rdc3f292d36cc466d"/>
    <p:sldId xmlns:r="http://schemas.openxmlformats.org/officeDocument/2006/relationships" id="301" r:id="Re68577c2d624455b"/>
    <p:sldId xmlns:r="http://schemas.openxmlformats.org/officeDocument/2006/relationships" id="302" r:id="R2543d254941e4eeb"/>
    <p:sldId xmlns:r="http://schemas.openxmlformats.org/officeDocument/2006/relationships" id="303" r:id="Re9210c54919644ea"/>
    <p:sldId xmlns:r="http://schemas.openxmlformats.org/officeDocument/2006/relationships" id="304" r:id="Rec05ff23530c489d"/>
    <p:sldId xmlns:r="http://schemas.openxmlformats.org/officeDocument/2006/relationships" id="305" r:id="Rb08e6b2625bd4299"/>
    <p:sldId xmlns:r="http://schemas.openxmlformats.org/officeDocument/2006/relationships" id="306" r:id="R67ab8f1324c9462e"/>
    <p:sldId xmlns:r="http://schemas.openxmlformats.org/officeDocument/2006/relationships" id="307" r:id="R315c0536a44f40c7"/>
    <p:sldId xmlns:r="http://schemas.openxmlformats.org/officeDocument/2006/relationships" id="308" r:id="R94b9e25f65ed4e68"/>
    <p:sldId xmlns:r="http://schemas.openxmlformats.org/officeDocument/2006/relationships" id="309" r:id="Rb8140db512b146e7"/>
    <p:sldId xmlns:r="http://schemas.openxmlformats.org/officeDocument/2006/relationships" id="310" r:id="Rfe08bb2798de4e6e"/>
    <p:sldId xmlns:r="http://schemas.openxmlformats.org/officeDocument/2006/relationships" id="311" r:id="R83a51996a4cd45f1"/>
    <p:sldId xmlns:r="http://schemas.openxmlformats.org/officeDocument/2006/relationships" id="312" r:id="Rac3c29cdba754698"/>
    <p:sldId xmlns:r="http://schemas.openxmlformats.org/officeDocument/2006/relationships" id="313" r:id="R6fc71bbe4cc54a0a"/>
    <p:sldId xmlns:r="http://schemas.openxmlformats.org/officeDocument/2006/relationships" id="314" r:id="R67ae24821c264d99"/>
    <p:sldId xmlns:r="http://schemas.openxmlformats.org/officeDocument/2006/relationships" id="315" r:id="R598086a1751f49cb"/>
    <p:sldId xmlns:r="http://schemas.openxmlformats.org/officeDocument/2006/relationships" id="316" r:id="Rcc011060e15645b1"/>
    <p:sldId xmlns:r="http://schemas.openxmlformats.org/officeDocument/2006/relationships" id="317" r:id="Rc038ab60985b41d7"/>
    <p:sldId xmlns:r="http://schemas.openxmlformats.org/officeDocument/2006/relationships" id="318" r:id="R14cadd4308cd4a0c"/>
    <p:sldId xmlns:r="http://schemas.openxmlformats.org/officeDocument/2006/relationships" id="319" r:id="Ra9c7353ba4da42d0"/>
    <p:sldId xmlns:r="http://schemas.openxmlformats.org/officeDocument/2006/relationships" id="320" r:id="Rf386d6d43b3c47e7"/>
    <p:sldId xmlns:r="http://schemas.openxmlformats.org/officeDocument/2006/relationships" id="321" r:id="Rde470001f16d4575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b7ccb170f549c0" /><Relationship Type="http://schemas.openxmlformats.org/officeDocument/2006/relationships/slideMaster" Target="/ppt/slideMasters/slideMaster1.xml" Id="R87d52e3f42194da8" /><Relationship Type="http://schemas.openxmlformats.org/officeDocument/2006/relationships/notesMaster" Target="/ppt/notesMasters/notesMaster1.xml" Id="R5489fdf2b86e4986" /><Relationship Type="http://schemas.openxmlformats.org/officeDocument/2006/relationships/presProps" Target="/ppt/presProps.xml" Id="R1b7c58278cd24503" /><Relationship Type="http://schemas.openxmlformats.org/officeDocument/2006/relationships/tableStyles" Target="/ppt/tableStyles.xml" Id="Rd8e64fd48f534303" /><Relationship Type="http://schemas.openxmlformats.org/officeDocument/2006/relationships/slide" Target="/ppt/slides/slide1.xml" Id="R15e1a30c686b46fe" /><Relationship Type="http://schemas.openxmlformats.org/officeDocument/2006/relationships/slide" Target="/ppt/slides/slide2.xml" Id="R7b87ba47151b468c" /><Relationship Type="http://schemas.openxmlformats.org/officeDocument/2006/relationships/slide" Target="/ppt/slides/slide3.xml" Id="Rf8f4ede7a4514fe8" /><Relationship Type="http://schemas.openxmlformats.org/officeDocument/2006/relationships/slide" Target="/ppt/slides/slide4.xml" Id="R5d2b69b8e358476f" /><Relationship Type="http://schemas.openxmlformats.org/officeDocument/2006/relationships/slide" Target="/ppt/slides/slide5.xml" Id="Rf525a688736646ab" /><Relationship Type="http://schemas.openxmlformats.org/officeDocument/2006/relationships/slide" Target="/ppt/slides/slide6.xml" Id="Rfe3e961c1bfe49f8" /><Relationship Type="http://schemas.openxmlformats.org/officeDocument/2006/relationships/slide" Target="/ppt/slides/slide7.xml" Id="R17dc085c3cfd4eb4" /><Relationship Type="http://schemas.openxmlformats.org/officeDocument/2006/relationships/slide" Target="/ppt/slides/slide8.xml" Id="R25fad86e27ff4fcb" /><Relationship Type="http://schemas.openxmlformats.org/officeDocument/2006/relationships/slide" Target="/ppt/slides/slide9.xml" Id="R0dc0d81abd76448d" /><Relationship Type="http://schemas.openxmlformats.org/officeDocument/2006/relationships/slide" Target="/ppt/slides/slide10.xml" Id="Rdc78bba182c348ec" /><Relationship Type="http://schemas.openxmlformats.org/officeDocument/2006/relationships/slide" Target="/ppt/slides/slide11.xml" Id="Raddfd47c11564a09" /><Relationship Type="http://schemas.openxmlformats.org/officeDocument/2006/relationships/slide" Target="/ppt/slides/slide12.xml" Id="Rba269f0587e54eb0" /><Relationship Type="http://schemas.openxmlformats.org/officeDocument/2006/relationships/slide" Target="/ppt/slides/slide13.xml" Id="R9c7c0164e9a74847" /><Relationship Type="http://schemas.openxmlformats.org/officeDocument/2006/relationships/slide" Target="/ppt/slides/slide14.xml" Id="R37efeca8924444c9" /><Relationship Type="http://schemas.openxmlformats.org/officeDocument/2006/relationships/slide" Target="/ppt/slides/slide15.xml" Id="Raf0a493dd8dd4df7" /><Relationship Type="http://schemas.openxmlformats.org/officeDocument/2006/relationships/slide" Target="/ppt/slides/slide16.xml" Id="R5ae88bb032014aa0" /><Relationship Type="http://schemas.openxmlformats.org/officeDocument/2006/relationships/slide" Target="/ppt/slides/slide17.xml" Id="R8f6110099fcf40c8" /><Relationship Type="http://schemas.openxmlformats.org/officeDocument/2006/relationships/slide" Target="/ppt/slides/slide18.xml" Id="R3ea0403663964613" /><Relationship Type="http://schemas.openxmlformats.org/officeDocument/2006/relationships/slide" Target="/ppt/slides/slide19.xml" Id="R4d151e327c9d4cb2" /><Relationship Type="http://schemas.openxmlformats.org/officeDocument/2006/relationships/slide" Target="/ppt/slides/slide20.xml" Id="R46a70f0478404789" /><Relationship Type="http://schemas.openxmlformats.org/officeDocument/2006/relationships/slide" Target="/ppt/slides/slide21.xml" Id="R58d46b88957b40ff" /><Relationship Type="http://schemas.openxmlformats.org/officeDocument/2006/relationships/slide" Target="/ppt/slides/slide22.xml" Id="R0e343dfc154d47d7" /><Relationship Type="http://schemas.openxmlformats.org/officeDocument/2006/relationships/slide" Target="/ppt/slides/slide23.xml" Id="R84c5d05f592441b0" /><Relationship Type="http://schemas.openxmlformats.org/officeDocument/2006/relationships/slide" Target="/ppt/slides/slide24.xml" Id="Ra8bdc7e5ee3d46ff" /><Relationship Type="http://schemas.openxmlformats.org/officeDocument/2006/relationships/slide" Target="/ppt/slides/slide25.xml" Id="R5476a974885142b8" /><Relationship Type="http://schemas.openxmlformats.org/officeDocument/2006/relationships/slide" Target="/ppt/slides/slide26.xml" Id="Re3e43ff247b247ef" /><Relationship Type="http://schemas.openxmlformats.org/officeDocument/2006/relationships/slide" Target="/ppt/slides/slide27.xml" Id="Re7197b80cdf94569" /><Relationship Type="http://schemas.openxmlformats.org/officeDocument/2006/relationships/slide" Target="/ppt/slides/slide28.xml" Id="Rc5ceb282feab4c90" /><Relationship Type="http://schemas.openxmlformats.org/officeDocument/2006/relationships/slide" Target="/ppt/slides/slide29.xml" Id="Rdc1c32284ea64c28" /><Relationship Type="http://schemas.openxmlformats.org/officeDocument/2006/relationships/slide" Target="/ppt/slides/slide30.xml" Id="R609cc05bfa544874" /><Relationship Type="http://schemas.openxmlformats.org/officeDocument/2006/relationships/slide" Target="/ppt/slides/slide31.xml" Id="R46cc8cb752534c42" /><Relationship Type="http://schemas.openxmlformats.org/officeDocument/2006/relationships/slide" Target="/ppt/slides/slide32.xml" Id="R20ec766093554e52" /><Relationship Type="http://schemas.openxmlformats.org/officeDocument/2006/relationships/slide" Target="/ppt/slides/slide33.xml" Id="R472b98be637e44d1" /><Relationship Type="http://schemas.openxmlformats.org/officeDocument/2006/relationships/slide" Target="/ppt/slides/slide34.xml" Id="R0f944addc3934d7a" /><Relationship Type="http://schemas.openxmlformats.org/officeDocument/2006/relationships/slide" Target="/ppt/slides/slide35.xml" Id="Rba6e62f9f13c489d" /><Relationship Type="http://schemas.openxmlformats.org/officeDocument/2006/relationships/slide" Target="/ppt/slides/slide36.xml" Id="R357836a3c81f446c" /><Relationship Type="http://schemas.openxmlformats.org/officeDocument/2006/relationships/slide" Target="/ppt/slides/slide37.xml" Id="R3b58a26ee54c4309" /><Relationship Type="http://schemas.openxmlformats.org/officeDocument/2006/relationships/slide" Target="/ppt/slides/slide38.xml" Id="R228b086267c14eb5" /><Relationship Type="http://schemas.openxmlformats.org/officeDocument/2006/relationships/slide" Target="/ppt/slides/slide39.xml" Id="R954d18997afb4074" /><Relationship Type="http://schemas.openxmlformats.org/officeDocument/2006/relationships/slide" Target="/ppt/slides/slide40.xml" Id="R386420131dcb4b98" /><Relationship Type="http://schemas.openxmlformats.org/officeDocument/2006/relationships/slide" Target="/ppt/slides/slide41.xml" Id="R706595c535174816" /><Relationship Type="http://schemas.openxmlformats.org/officeDocument/2006/relationships/slide" Target="/ppt/slides/slide42.xml" Id="R05f51801f15f4084" /><Relationship Type="http://schemas.openxmlformats.org/officeDocument/2006/relationships/slide" Target="/ppt/slides/slide43.xml" Id="Red25a8ea6a194af3" /><Relationship Type="http://schemas.openxmlformats.org/officeDocument/2006/relationships/slide" Target="/ppt/slides/slide44.xml" Id="Ra9b05a7779064d44" /><Relationship Type="http://schemas.openxmlformats.org/officeDocument/2006/relationships/slide" Target="/ppt/slides/slide45.xml" Id="Rdc3f292d36cc466d" /><Relationship Type="http://schemas.openxmlformats.org/officeDocument/2006/relationships/slide" Target="/ppt/slides/slide46.xml" Id="Re68577c2d624455b" /><Relationship Type="http://schemas.openxmlformats.org/officeDocument/2006/relationships/slide" Target="/ppt/slides/slide47.xml" Id="R2543d254941e4eeb" /><Relationship Type="http://schemas.openxmlformats.org/officeDocument/2006/relationships/slide" Target="/ppt/slides/slide48.xml" Id="Re9210c54919644ea" /><Relationship Type="http://schemas.openxmlformats.org/officeDocument/2006/relationships/slide" Target="/ppt/slides/slide49.xml" Id="Rec05ff23530c489d" /><Relationship Type="http://schemas.openxmlformats.org/officeDocument/2006/relationships/slide" Target="/ppt/slides/slide50.xml" Id="Rb08e6b2625bd4299" /><Relationship Type="http://schemas.openxmlformats.org/officeDocument/2006/relationships/slide" Target="/ppt/slides/slide51.xml" Id="R67ab8f1324c9462e" /><Relationship Type="http://schemas.openxmlformats.org/officeDocument/2006/relationships/slide" Target="/ppt/slides/slide52.xml" Id="R315c0536a44f40c7" /><Relationship Type="http://schemas.openxmlformats.org/officeDocument/2006/relationships/slide" Target="/ppt/slides/slide53.xml" Id="R94b9e25f65ed4e68" /><Relationship Type="http://schemas.openxmlformats.org/officeDocument/2006/relationships/slide" Target="/ppt/slides/slide54.xml" Id="Rb8140db512b146e7" /><Relationship Type="http://schemas.openxmlformats.org/officeDocument/2006/relationships/slide" Target="/ppt/slides/slide55.xml" Id="Rfe08bb2798de4e6e" /><Relationship Type="http://schemas.openxmlformats.org/officeDocument/2006/relationships/slide" Target="/ppt/slides/slide56.xml" Id="R83a51996a4cd45f1" /><Relationship Type="http://schemas.openxmlformats.org/officeDocument/2006/relationships/slide" Target="/ppt/slides/slide57.xml" Id="Rac3c29cdba754698" /><Relationship Type="http://schemas.openxmlformats.org/officeDocument/2006/relationships/slide" Target="/ppt/slides/slide58.xml" Id="R6fc71bbe4cc54a0a" /><Relationship Type="http://schemas.openxmlformats.org/officeDocument/2006/relationships/slide" Target="/ppt/slides/slide59.xml" Id="R67ae24821c264d99" /><Relationship Type="http://schemas.openxmlformats.org/officeDocument/2006/relationships/slide" Target="/ppt/slides/slide60.xml" Id="R598086a1751f49cb" /><Relationship Type="http://schemas.openxmlformats.org/officeDocument/2006/relationships/slide" Target="/ppt/slides/slide61.xml" Id="Rcc011060e15645b1" /><Relationship Type="http://schemas.openxmlformats.org/officeDocument/2006/relationships/slide" Target="/ppt/slides/slide62.xml" Id="Rc038ab60985b41d7" /><Relationship Type="http://schemas.openxmlformats.org/officeDocument/2006/relationships/slide" Target="/ppt/slides/slide63.xml" Id="R14cadd4308cd4a0c" /><Relationship Type="http://schemas.openxmlformats.org/officeDocument/2006/relationships/slide" Target="/ppt/slides/slide64.xml" Id="Ra9c7353ba4da42d0" /><Relationship Type="http://schemas.openxmlformats.org/officeDocument/2006/relationships/slide" Target="/ppt/slides/slide65.xml" Id="Rf386d6d43b3c47e7" /><Relationship Type="http://schemas.openxmlformats.org/officeDocument/2006/relationships/slide" Target="/ppt/slides/slide66.xml" Id="Rde470001f16d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fcc912123b4d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ae43be3032421e" /><Relationship Type="http://schemas.openxmlformats.org/officeDocument/2006/relationships/notesMaster" Target="/ppt/notesMasters/notesMaster1.xml" Id="R4a92b437b28248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a8be67b0dc4c9e" /><Relationship Type="http://schemas.openxmlformats.org/officeDocument/2006/relationships/notesMaster" Target="/ppt/notesMasters/notesMaster1.xml" Id="R8ee58df4e47749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24931286fe4c0f" /><Relationship Type="http://schemas.openxmlformats.org/officeDocument/2006/relationships/notesMaster" Target="/ppt/notesMasters/notesMaster1.xml" Id="R4a7d700df0f94f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6abaaa27de4b7d" /><Relationship Type="http://schemas.openxmlformats.org/officeDocument/2006/relationships/notesMaster" Target="/ppt/notesMasters/notesMaster1.xml" Id="Rc08a536fb0bc43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76b075f2f44a2a" /><Relationship Type="http://schemas.openxmlformats.org/officeDocument/2006/relationships/notesMaster" Target="/ppt/notesMasters/notesMaster1.xml" Id="Rebabcd212f4e45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865409b67d444e" /><Relationship Type="http://schemas.openxmlformats.org/officeDocument/2006/relationships/notesMaster" Target="/ppt/notesMasters/notesMaster1.xml" Id="R2df23d0e433145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1652f0d0684479" /><Relationship Type="http://schemas.openxmlformats.org/officeDocument/2006/relationships/notesMaster" Target="/ppt/notesMasters/notesMaster1.xml" Id="Rb56fb4b27530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8502e0dc3e479a" /><Relationship Type="http://schemas.openxmlformats.org/officeDocument/2006/relationships/notesMaster" Target="/ppt/notesMasters/notesMaster1.xml" Id="Rff7cca43e4d649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35a3e4c97e482f" /><Relationship Type="http://schemas.openxmlformats.org/officeDocument/2006/relationships/notesMaster" Target="/ppt/notesMasters/notesMaster1.xml" Id="Rb3526ea72c174f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7c4f33e47e479a" /><Relationship Type="http://schemas.openxmlformats.org/officeDocument/2006/relationships/notesMaster" Target="/ppt/notesMasters/notesMaster1.xml" Id="R26f6352a46d146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7dd6edc0dd455b" /><Relationship Type="http://schemas.openxmlformats.org/officeDocument/2006/relationships/notesMaster" Target="/ppt/notesMasters/notesMaster1.xml" Id="R82c423cf1cb447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97e1f717d34ec8" /><Relationship Type="http://schemas.openxmlformats.org/officeDocument/2006/relationships/notesMaster" Target="/ppt/notesMasters/notesMaster1.xml" Id="R4677dfdcbfad4a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9c922cc96e460d" /><Relationship Type="http://schemas.openxmlformats.org/officeDocument/2006/relationships/notesMaster" Target="/ppt/notesMasters/notesMaster1.xml" Id="R44fb9dfb2bc54b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3054885f964721" /><Relationship Type="http://schemas.openxmlformats.org/officeDocument/2006/relationships/notesMaster" Target="/ppt/notesMasters/notesMaster1.xml" Id="Rbf748f6b75534b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80267a6de741b8" /><Relationship Type="http://schemas.openxmlformats.org/officeDocument/2006/relationships/notesMaster" Target="/ppt/notesMasters/notesMaster1.xml" Id="R20fb74bd375b49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3db40d543c467e" /><Relationship Type="http://schemas.openxmlformats.org/officeDocument/2006/relationships/notesMaster" Target="/ppt/notesMasters/notesMaster1.xml" Id="Rd19d90f30bd44d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d4bb6c2c3e4ff2" /><Relationship Type="http://schemas.openxmlformats.org/officeDocument/2006/relationships/notesMaster" Target="/ppt/notesMasters/notesMaster1.xml" Id="R191657e10cae4c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eb57da59e140f5" /><Relationship Type="http://schemas.openxmlformats.org/officeDocument/2006/relationships/notesMaster" Target="/ppt/notesMasters/notesMaster1.xml" Id="Ra535f41c259349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44ec23192444f1" /><Relationship Type="http://schemas.openxmlformats.org/officeDocument/2006/relationships/notesMaster" Target="/ppt/notesMasters/notesMaster1.xml" Id="Re8ee5bf4064b42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7733ea9fdc4c54" /><Relationship Type="http://schemas.openxmlformats.org/officeDocument/2006/relationships/notesMaster" Target="/ppt/notesMasters/notesMaster1.xml" Id="R3dc0f26c2a51467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a9f9155f184245" /><Relationship Type="http://schemas.openxmlformats.org/officeDocument/2006/relationships/notesMaster" Target="/ppt/notesMasters/notesMaster1.xml" Id="Rbbd62e24e28947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369830a3724677" /><Relationship Type="http://schemas.openxmlformats.org/officeDocument/2006/relationships/notesMaster" Target="/ppt/notesMasters/notesMaster1.xml" Id="Rd4100b68c4d144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42928fc1454522" /><Relationship Type="http://schemas.openxmlformats.org/officeDocument/2006/relationships/notesMaster" Target="/ppt/notesMasters/notesMaster1.xml" Id="R94f30f3dab4b482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7eb0b68a9c34ce6" /><Relationship Type="http://schemas.openxmlformats.org/officeDocument/2006/relationships/notesMaster" Target="/ppt/notesMasters/notesMaster1.xml" Id="Rc2fc33528b774b8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bea197a9614ff0" /><Relationship Type="http://schemas.openxmlformats.org/officeDocument/2006/relationships/notesMaster" Target="/ppt/notesMasters/notesMaster1.xml" Id="R2228e923a460456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a6f5692c3a446e0" /><Relationship Type="http://schemas.openxmlformats.org/officeDocument/2006/relationships/notesMaster" Target="/ppt/notesMasters/notesMaster1.xml" Id="Rcd3f3887eb03412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8a37ef3e314f1f" /><Relationship Type="http://schemas.openxmlformats.org/officeDocument/2006/relationships/notesMaster" Target="/ppt/notesMasters/notesMaster1.xml" Id="Rd8c5f48c1f47431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8a801f579b4247" /><Relationship Type="http://schemas.openxmlformats.org/officeDocument/2006/relationships/notesMaster" Target="/ppt/notesMasters/notesMaster1.xml" Id="Rc435c0820ce54e5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1df8ed251224451" /><Relationship Type="http://schemas.openxmlformats.org/officeDocument/2006/relationships/notesMaster" Target="/ppt/notesMasters/notesMaster1.xml" Id="R534465c38a694d1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2f1751b06314f78" /><Relationship Type="http://schemas.openxmlformats.org/officeDocument/2006/relationships/notesMaster" Target="/ppt/notesMasters/notesMaster1.xml" Id="Rf6214ccec87348e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3933dcb35d24594" /><Relationship Type="http://schemas.openxmlformats.org/officeDocument/2006/relationships/notesMaster" Target="/ppt/notesMasters/notesMaster1.xml" Id="R352e8e5c87eb481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e34ad57a90c485e" /><Relationship Type="http://schemas.openxmlformats.org/officeDocument/2006/relationships/notesMaster" Target="/ppt/notesMasters/notesMaster1.xml" Id="R1580e74ed17043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73c382c0c4149e7" /><Relationship Type="http://schemas.openxmlformats.org/officeDocument/2006/relationships/notesMaster" Target="/ppt/notesMasters/notesMaster1.xml" Id="R26833247d9ea46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ee1ef0302c14bc8" /><Relationship Type="http://schemas.openxmlformats.org/officeDocument/2006/relationships/notesMaster" Target="/ppt/notesMasters/notesMaster1.xml" Id="R7e3e57f71a6c4fc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591fcb585884413" /><Relationship Type="http://schemas.openxmlformats.org/officeDocument/2006/relationships/notesMaster" Target="/ppt/notesMasters/notesMaster1.xml" Id="Rad013fa10e20413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f055d249fa4410e" /><Relationship Type="http://schemas.openxmlformats.org/officeDocument/2006/relationships/notesMaster" Target="/ppt/notesMasters/notesMaster1.xml" Id="Re4256de33ce7414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26123c50aac4024" /><Relationship Type="http://schemas.openxmlformats.org/officeDocument/2006/relationships/notesMaster" Target="/ppt/notesMasters/notesMaster1.xml" Id="R44801e4a1e6a474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a84a943202347b7" /><Relationship Type="http://schemas.openxmlformats.org/officeDocument/2006/relationships/notesMaster" Target="/ppt/notesMasters/notesMaster1.xml" Id="R16143e1a8e54451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61341c9ed874e37" /><Relationship Type="http://schemas.openxmlformats.org/officeDocument/2006/relationships/notesMaster" Target="/ppt/notesMasters/notesMaster1.xml" Id="R31cac76391104e6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95891d197d48af" /><Relationship Type="http://schemas.openxmlformats.org/officeDocument/2006/relationships/notesMaster" Target="/ppt/notesMasters/notesMaster1.xml" Id="R9230d33305a94c5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f16081c035449e1" /><Relationship Type="http://schemas.openxmlformats.org/officeDocument/2006/relationships/notesMaster" Target="/ppt/notesMasters/notesMaster1.xml" Id="Rcb8957cd7aec422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1268a29690a4ff0" /><Relationship Type="http://schemas.openxmlformats.org/officeDocument/2006/relationships/notesMaster" Target="/ppt/notesMasters/notesMaster1.xml" Id="R6ca314722a4049c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b01073d37314647" /><Relationship Type="http://schemas.openxmlformats.org/officeDocument/2006/relationships/notesMaster" Target="/ppt/notesMasters/notesMaster1.xml" Id="R8f05655d5270461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59f1aa277a74f83" /><Relationship Type="http://schemas.openxmlformats.org/officeDocument/2006/relationships/notesMaster" Target="/ppt/notesMasters/notesMaster1.xml" Id="R802bb36ebf154ec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12ffdc04b55416b" /><Relationship Type="http://schemas.openxmlformats.org/officeDocument/2006/relationships/notesMaster" Target="/ppt/notesMasters/notesMaster1.xml" Id="R10688b4ecb354db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ec2dae2c1614db5" /><Relationship Type="http://schemas.openxmlformats.org/officeDocument/2006/relationships/notesMaster" Target="/ppt/notesMasters/notesMaster1.xml" Id="R2efb45a518244e4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9134e000bd846d7" /><Relationship Type="http://schemas.openxmlformats.org/officeDocument/2006/relationships/notesMaster" Target="/ppt/notesMasters/notesMaster1.xml" Id="R4c3e61a5083c4cf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2a23b054d094acf" /><Relationship Type="http://schemas.openxmlformats.org/officeDocument/2006/relationships/notesMaster" Target="/ppt/notesMasters/notesMaster1.xml" Id="R91c3a1a1d66b4d5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403207eeccc49f7" /><Relationship Type="http://schemas.openxmlformats.org/officeDocument/2006/relationships/notesMaster" Target="/ppt/notesMasters/notesMaster1.xml" Id="R3b7d3b394511461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760d653c0fb4ed3" /><Relationship Type="http://schemas.openxmlformats.org/officeDocument/2006/relationships/notesMaster" Target="/ppt/notesMasters/notesMaster1.xml" Id="R3d48d4e5c695443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d3c9d05d31e4e97" /><Relationship Type="http://schemas.openxmlformats.org/officeDocument/2006/relationships/notesMaster" Target="/ppt/notesMasters/notesMaster1.xml" Id="R906871f961df442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89946c6da2c443b" /><Relationship Type="http://schemas.openxmlformats.org/officeDocument/2006/relationships/notesMaster" Target="/ppt/notesMasters/notesMaster1.xml" Id="R590498f988584d7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b0e7be0ce6e4d8c" /><Relationship Type="http://schemas.openxmlformats.org/officeDocument/2006/relationships/notesMaster" Target="/ppt/notesMasters/notesMaster1.xml" Id="R7835deb3f314447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d9f54d809604a57" /><Relationship Type="http://schemas.openxmlformats.org/officeDocument/2006/relationships/notesMaster" Target="/ppt/notesMasters/notesMaster1.xml" Id="R1a382e938284444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72d53afbd444829" /><Relationship Type="http://schemas.openxmlformats.org/officeDocument/2006/relationships/notesMaster" Target="/ppt/notesMasters/notesMaster1.xml" Id="R605c4768f5c54e2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cb06972305840d8" /><Relationship Type="http://schemas.openxmlformats.org/officeDocument/2006/relationships/notesMaster" Target="/ppt/notesMasters/notesMaster1.xml" Id="R97f204fff96a4ec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e3257112ef34a7c" /><Relationship Type="http://schemas.openxmlformats.org/officeDocument/2006/relationships/notesMaster" Target="/ppt/notesMasters/notesMaster1.xml" Id="Rb0ddeb15681c4ae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6d5c169607e4ac4" /><Relationship Type="http://schemas.openxmlformats.org/officeDocument/2006/relationships/notesMaster" Target="/ppt/notesMasters/notesMaster1.xml" Id="Refd063a6df7e470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3d00de26c5d495d" /><Relationship Type="http://schemas.openxmlformats.org/officeDocument/2006/relationships/notesMaster" Target="/ppt/notesMasters/notesMaster1.xml" Id="R2b87a94a170e4f6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82a861ca1604a90" /><Relationship Type="http://schemas.openxmlformats.org/officeDocument/2006/relationships/notesMaster" Target="/ppt/notesMasters/notesMaster1.xml" Id="Rc2749d297356405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c6629518912b44e6" /><Relationship Type="http://schemas.openxmlformats.org/officeDocument/2006/relationships/notesMaster" Target="/ppt/notesMasters/notesMaster1.xml" Id="R806ce65ac16d464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a9ec09cb1824150" /><Relationship Type="http://schemas.openxmlformats.org/officeDocument/2006/relationships/notesMaster" Target="/ppt/notesMasters/notesMaster1.xml" Id="R0bbfd02481ed4a4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0eba9eaa111d44ea" /><Relationship Type="http://schemas.openxmlformats.org/officeDocument/2006/relationships/notesMaster" Target="/ppt/notesMasters/notesMaster1.xml" Id="R9efc3fbb31464c9c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d90ca928bc8424b" /><Relationship Type="http://schemas.openxmlformats.org/officeDocument/2006/relationships/notesMaster" Target="/ppt/notesMasters/notesMaster1.xml" Id="R70ca8267e2784ff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7f042598e1384990" /><Relationship Type="http://schemas.openxmlformats.org/officeDocument/2006/relationships/notesMaster" Target="/ppt/notesMasters/notesMaster1.xml" Id="Rf4244bf5381c4df0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b8e649977e6410d" /><Relationship Type="http://schemas.openxmlformats.org/officeDocument/2006/relationships/notesMaster" Target="/ppt/notesMasters/notesMaster1.xml" Id="Rc3067d6eca674f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講座面向跨學科本科一、二年級學生。題目中的成本降低，主要指文字起草、改寫和部分方案試做的門檻下降，不代表理解他人、取得可靠證據或協調合作的成本已經消失。以一次產品評審進入問題，沿著一份課前導讀的委託討論中文傳意與人才成長。 材料說明：開場為既有產品評審的匿名轉述，後續導讀、回饋和異常均為構擬案例。四篇連載的框架屬講者分析及實施建議，未作普遍效果或標準化人才量表的驗證。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月20日的產品評審，討論由界面調整轉向教師如何開始工作。講者從語文教師的視角追問學科與教材的選擇、資源生成及補充資料的位置。這些是根據轉錄整理的問題，並非逐字引述。此處不判定同事的能力，也不宣稱改動帶來了效果。片段揭示的是一種評審方法：沿使用者的工作次序，檢查一句需求省略了哪些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來源：講者產品評審紀錄，2026-09-20，01:42–03:31。匿名轉述，非逐字引述。轉錄中不確定的詞語未作引用，亦不據此宣稱產品效果。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名稱可以很簡短，但使用者的工作包含先後條件。教師先確定學科和教材，再補充教學目的與材料，取得候選資源後還需要檢查和修改。本頁把評審問題整理為工作示意，不是現有產品的實測操作路徑。中文傳意在這裏參與需求定義：不同的描述會讓團隊製作出不同的東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來源：講者產品評審紀錄，2026-09-20，01:42–03:31。匿名轉述，非逐字引述。轉錄中不確定的詞語未作引用，亦不據此宣稱產品效果。 講者分析與建議，承接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以一位語文教師的備課任務，檢查 AI 能接到怎樣的委託。 本節沿用同一構擬案例，後續判斷不代表已經完成實際試用。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情境與材料均為講座構擬，不延伸冒充開場的真實項目。假設一位教師需要一份小學三年級課前導讀。最初一句話沒有說明學生已讀過甚麼、課前可用多久，以及這份材料是給教師備課還是直接交給學生。補充條件後，應能檢查材料是否符合這次任務，而不只憑文字是否流暢判斷品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自己放在設計導讀服務的本科生小組中。AI可以協助起草、查找依據和試做原型，讓構想更早接受回饋。支援程度依工具、資料和任務而變。引用仍需回原文核對，對外操作須另行授權。學生可以在有專業支援的小任務中，經歷較完整的製作過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委託不只是一句要求，也需要說明可用材料、預期產物以及不可改動的內容。這些資訊讓人與AI有共同的檢查依據。初學者不必寫複雜的技術規格，只要讓另一位同學能夠指出哪裏符合要求、哪裏仍待確認。條件也可以在試做後更新，但要說明改動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使用本講座準備的示例短文「窗邊的樹」。先給模型只有「做一份語文課前導讀」的要求，再保留同一短文，增加年級、十分鐘、辨認描寫變化語句、不能新增情節及教師說明等條件。觀察兩次輸出對提問和用途的安排，不能預先保證哪次一定更好。展示下一頁離線示例時，明確說明是事先準備的對照稿，不是現場模型輸出。完整材料與可複製提示見演示材料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側提問沒有指定文本依據，也未對應這次辨認景物變化的閱讀目的。右側把辨認語句和推論區分開來，讓學生可以回到短文說明理由。這一對照用來解釋委託品質與可檢查性的關係，不是對兩個模型的比較，也不是已證明有效的教學設計。學生可以不同意提問本身，教師仍需根據課程和學生程度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第一次試用的範圍寫清楚：一位願意提供回饋的教師、一份已獲授權材料、一次具體備課。小組記下原有做法和希望觀察的改變，約定哪些資料不收集、甚麼情況要停止。這樣才能辨認接下來的回饋在說甚麼。單次試用可以暴露問題，不能據此宣稱普遍需求或教學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導讀完成之後，介紹它的語言會影響他人對效果的期待。 本節沿用同一構擬案例，後續判斷不代表已經完成實際試用。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是構擬示範。先提供「教師覺得整理材料較方便」的回饋，再告知沒有學生作答、比較或追蹤資料。請模型核對「這份導讀能提升學生的閱讀理解」，重寫給教師的介紹。關鍵是主句能否收窄到已有證據支持的範圍：目前只有備課便利的回饋，沒有閱讀理解提升的證據。現場輸出可能不同，應回到資料逐項核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的便利感是與備課相關的主觀回饋，學生閱讀理解則是另一個需要觀察的對象。不能把前者直接當作後者的證據。修訂後的介紹仍可以說明用途，但不承諾已獲證實的成效。後續若要判斷學生理解，需根據學習目標設計評量，並考慮原有程度、教學過程與其他可能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證據邊界常常落在普通中文詞語中。「教師認為」交代意見來源，「目前」限定時間，「尚未評估」說明未知。它們有時會降低句子的宣傳力度，卻會提高讀者判斷的精度。簡潔應刪去重複，而不是刪去會影響決定的條件。這不要求每份文字都列出所有限制，要優先保留會改變讀者理解、行動或承諾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斷力需要知識支撐。教育背景使人留意便利感與學習表現的區別，其他專業也有自己的證據標準。AI可以協助列出可能的問題，但學生需要逐漸理解為甚麼某些差異重要，才能對答案作出有根據的取捨。學科訓練因此仍是形成專業判斷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份導讀材料，教師需要知道它適用於甚麼課堂，協作同學需要知道具體要做甚麼，負責人則要知道目前可以承諾到哪裏。三種表達共享同一事實，不得因對象不同就改變成熟度或效果承諾。中文傳意在此既是轉譯，也是協調：把角色關心的內容補足，使對方能夠完成相應判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的兩次示範，一次把模糊意圖寫成可檢查的委託，一次收窄了超過證據的承諾。前者決定別人接下來做甚麼，後者決定他可以相信甚麼。中文傳意因此直接參與分工和驗收。寫下的條件也要與現場核對，不能靠一份完整文件假定大家已經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可以縮短部分起草及試做時間，企業因而有機會比較更多方案。但需求訪談、專業審查、試用觀察和維護仍消耗稀缺時間。多做十份方案未必比查清一個重要假設更有價值。這是資源配置的判斷，不是一條已經量化的生產率定律。試做成本下降多少，需要用具體工作及基線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來源：講者的企業經營與人才培養判斷。辛海洋，AI Native Field Notes 3：https://tonyxinvip.github.io/slides/ainative-3/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這個構擬項目放到投入決策上：手上的時間可以增加模板，也可以觀察教師如何備課。在尚未知道教師卡在哪一步時，我傾向先觀察。代價是本輪可展示的功能較少，但能避免把下一筆投入用在錯誤方向。如果已有多次使用記錄顯示流程順暢、只是缺少某類教材模板，我會改為擴充模板。這是有前提、可以被新證據改變的判斷，並非一律反對擴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一個構擬的作品討論，不是實際候選人比較。兩份作品即使看起來相近，過程仍可能不同：有人只展示完成頁面，有人能說明為甚麼刪去一個功能、甚麼證據改變了方案，以及哪些缺陷尚未解決。我會把後者作為進一步了解判斷力的入口，同時考慮對方獲得的支援、時間及專業背景，不能只憑口頭表現下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份委託寫清楚之後，還要讓另一個人真正開始工作。可以把自己放在這個導讀項目的小組裏：有人訪談教師，有人核對文本，有人試做工具。接下來看三者如何交接、處理分歧，並在出錯後修訂。低年級學生可以從課堂或社團的一個小項目開始，責任範圍要與能力及支援相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份導讀的要求已說清楚，但它仍可能停在一個人的聊天視窗。若交給AI執行、讓同事重用，再交到教師手中，每一步都增加新的條件。後半段以講者四篇連載回答這些連續問題：系統怎樣完成任務，組織需要保留甚麼，團隊如何共同負責，交付後能力歸誰。同一個案例延續，不另起四場互不相干的演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2：https://tonyxinvip.github.io/slides/ainative-2/ 。辛海洋，AI Native Field Notes 3：https://tonyxinvip.github.io/slides/ainative-3/ 。辛海洋，AI Native Field Notes 4：https://tonyxinvip.github.io/slides/ainative-4/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委託已說清楚，接下來要看系統是否真的完成工作。先沿著這份導讀，區分交回文字與交回可檢查的產物。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篇連載討論Agent從語言輸出走向行動的條件。在這裏，Worker指一種工作方式：系統取得任務和工具後，能經過多個步驟交付可檢查產物。是否可靠仍由具體任務、權限、觀測及驗證決定，名稱本身不能保證自治能力。用導讀案例，差別在於只產生提問，還是把提問放入指定文件、檢查文本依據並交還審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過程包括讀取材料、計劃與執行、檢查產物、依回饋修正。這幅圖只是機制示意，不代表每項任務都需要同樣次序。固定格式檢查可以由程式執行，語文或教學適切性仍需要專業審查。紀錄應讓負責人辨認已完成步驟與仍未確認的部分，避免用模型自述取代外部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設系統交回一份流暢導讀，卻引用了原文沒有的情節。若評估只看語言，錯誤可能過關。另一種情況是文件正確，但系統自行發給學生，超過了授權。內容正確、程序合規與行動權限回答不同問題，必須分別驗證。兩種情況都是構擬反例，不代表已發生的產品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3：https://tonyxinvip.github.io/slides/ainative-3/ 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前段的委託進一步寫成工作契約。目標、輸入、驗收、權限及失敗處理各有作用：目標界定要完成甚麼，輸入界定可用材料，驗收界定何時可交付，權限界定不可擅自行動的範圍。失敗時允許停止及求助，可以避免系統為了完成而補造資料。這些條件適用於人與人交接，也適用於人與AI協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原系列第17頁。構擬導讀案例，非實際試驗或客戶成果。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動作造成的後果不同。讀取獲授權的材料，與修改共享版本、對外發送或刪除資料，需要不同的批准。對高影響動作，應以系統權限及具名批准控制，不能只在提示詞寫一句先詢問。圖中是本講座的風險分流示意，不是對所有機構均適用的安全等級。具體權限仍要依制度、對象與資料敏感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原系列第19頁。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成功一次的對話保存下來，不代表它已經成為可重用能力。Skill在此指版本化的工作說明及相關資源，可包括輸入格式、操作方法、適用範圍和檢查要求。它仍需在有代表性的任務上評估。導讀模板若只針對景物描寫，套用到議論文可能失效。這一區分承接第一篇的工作系統，以及第三篇對可遷移資產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3：https://tonyxinvip.github.io/slides/ainative-3/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項目可有不同託管程度。已驗證的格式整理可以在限定範圍執行，公開承諾和涉及學生資料的行動仍需相應批准。暫停、拒絕和轉交人處理也是有效的工作狀態。可委託的範圍由風險、可靠性與接管能力共同決定，並非自動化越多越成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原系列第6、19頁。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沿用前面的短文與委託，要求系統交回候選導讀、文本依據及待確認事項。只在隔離文件中生成，不連接真實學生資料，不發送消息。隨後移除必要短文或給出互相衝突的年級條件，觀察系統能否明確停止並求助。不能把模型自報完成當作驗收。若現場工具不可用，使用演示材料頁的預備對照稿，明確標示為離線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3：https://tonyxinvip.github.io/slides/ainative-3/ 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章回答了系統如何接到及完成一項有邊界的任務。下一個問題是另一位同事接手時，能否知道這次成功的條件、被拒絕的方案及未解決的風險。如果答案只在原作者記憶或聊天中，團隊仍需重新理解。由此轉向第二篇：模型和工具可以替換，哪些工作資產應持續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2：https://tonyxinvip.github.io/slides/ainative-2/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第一份導讀交回來了，但小組換人之後，還能繼續嗎？這一章看接手者需要哪些記錄，才能理解前一次的選擇。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2：https://tonyxinvip.github.io/slides/ainative-2/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個人產生初稿的時間縮短後，如果接收者仍要重新尋找來源、追問版本和重做驗證，部分負擔便轉移到下一個人。要判斷組織效率，應觀察整條工作的等待、重複確認和返工。這是由證據鏈、運行狀態與工作契約作出的分析，尚非已量化的效率結論。組織需要讓個人產物附有足以繼續工作的依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2：https://tonyxinvip.github.io/slides/ainative-2/ 。 原系列第6、13、29頁；本頁為交接成本的分析推論。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、三篇以Context、Harness和Loop描述不同設計責任。Context回答系統知道甚麼以及依據何在。Harness是執行環境與約束，回答能做甚麼、如何被限制和恢復。Loop回答結果如何經過驗證和回饋，改變下一次工作。三者有重疊，但不能彼此代替。收集大量資料不會自動產生授權機制，設置權限也不會自動帶來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2：https://tonyxinvip.github.io/slides/ainative-2/ 。辛海洋，AI Native Field Notes 3：https://tonyxinvip.github.io/slides/ainative-3/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同學接手這份導讀時，除了最後的文件，還需要知道教師實際說了甚麼、為甚麼沒有採用續寫，以及哪次修訂處理了甚麼錯誤。這三類內容分別是事實、互動與推理、行動記憶。分類沿用Ashwin Gopinath的組織記憶討論，用來檢查記錄的缺口，並非已證明有效的普遍定律。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原系列第7頁。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構擬導讀項目中，事實記憶應能指向哪份短文、哪個版本、誰提出回饋，以及回饋涉及哪個任務。教師覺得備課方便，是教師回饋，不能在下一版記錄中變成學生理解提升。候選摘要需由適當負責人確認，敏感原始資料可以限制存取，只向協作人員提供必要的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原系列第7、8頁。構擬導讀案例，非實際試驗或客戶成果。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擬情境中，團隊曾考慮加入故事續寫，但因當次目標是辨認原文描寫而未採用。若只保存最後一版導讀，下一位協作者可能再次提出相同擴充，也不知道當時的限制。保留否決理由能減少重複討論，也允許新條件出現後重開決策。否決不是永久禁令，當目標改為創作時，原理由可能不再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原系列第7頁。構擬導讀案例，非實際試驗或客戶成果。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行動記憶連接錯誤、處理與結果。構擬例子中，檢查發現一項提問依賴原文不存在的情節。負責人須先判斷其他題目或教師說明是否也依賴這個錯誤；只有影響可以隔離，才保留不受影響的部分。修正後重新核對相關內容，並在下一次檢查加入同類反例。此處的結果是內容驗證結果，不能寫成教學成效。長期是否減少同類錯誤，仍需多次任務的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原系列第15、21頁。構擬導讀案例，非實際試驗或客戶成果。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被保存、同步或召回的內容，可能仍是錯誤或過期的。經驗條目應保留來源、適用條件及需要重查的情形。當教材、受眾、模型或規則改變時，相關結論需要重新確認。這與建立組織記憶並不矛盾：保存記錄的目的包含支持修正與撤回，不是把歷史判斷固定為永久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。辛海洋，AI Native Field Notes 4：https://tonyxinvip.github.io/slides/ainative-4/ 。 第四篇第7頁。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可能把方案列為候選，內容正在審查，研發的測試版已可執行。這些狀態可以同時成立，不應簡化成一個含混的完成。共用狀態需要同一任務及版本的引用，並記錄誰能改變甚麼。共享並不要求公開所有資料，也不要求消除異議。共識不足時，狀態應明確停在待確認，而非由AI補寫一個看似一致的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原系列第8、17頁。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斷組織是否獲得能力，可以安排小範圍交接：由另一位具備相應專業和授權的同事，根據保存的材料完成同類任務。若他必須依靠原作者逐步口授，就暴露了記錄或工具的缺口。交接測試不是要求任何人取代專家，而是看必要知識、責任與支援能否持續。下一章分析產品、內容及研發如何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2：https://tonyxinvip.github.io/slides/ainative-2/ 。辛海洋，AI Native Field Notes 3：https://tonyxinvip.github.io/slides/ainative-3/ 。 第三篇第25頁。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記錄有了，誰來確認？先看產品、內容與研發對同一份導讀各自負責甚麼，再診斷這條工作流還缺哪些能力。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工作把需求、證據與投入決策連起來。教師說整理較方便，是來源事實。團隊把它解釋為可減少選材時間，是待檢驗的假設。承諾改善學生理解則需要另一些證據。AI可以整理訪談和提示矛盾，但不能把猜測提升為已批准承諾。產品負責人需保存異議並根據後續結果修訂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原系列第12–13頁。構擬導讀案例，非實際試驗或客戶成果。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工作除了起草，還要交代來源、權利、專業標準及版本。導讀中的短文、提問、教師說明和評量依據可以分別管理，但必須能找到它們的關係。當原文被更正，應能定位受影響的題目。AI生成不消除素材使用權與專業審查的要求。復用次數本身不能證明適切性，應同時觀察採用後的修改、拒絕與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原系列第16頁。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發使用AI後仍需要理解關鍵設計、依賴與副作用。驗收對象要固定到可識別版本，區分本機測試、預覽環境與正式運行。同一個AI系統生成及審查一份改動，不足以構成獨立批准。檢查可以分工，但高影響決定仍需相稱的專業審查和明確批准。失敗時應能撤回或恢復；測試是否有效，也要用正常情況與已知反例檢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原系列第14–15、19頁。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確認需求與承諾，內容確認文本和教學依據，研發確認功能與運行。三者可以各自編版本號，但必須知道本次交付用了哪份原文、哪版導讀、哪版工具，以及誰批准。共同契約把這些關係連起來。同學分工時可以兼任角色，但另一組接手後，應能從記錄辨認哪些材料可以使用、哪些仍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原系列第17頁。構擬導讀案例，非實際試驗或客戶成果。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、內容與研發的分工已經明確，現在可以診斷這條導讀工作流。L1是個人步驟提效，L2是方法可重用，L3是執行環境受治理，L4是跨角色能核對同一任務的狀態，L5是結果能更新方法。共享狀態可以保留異議。這是講者的分析框架，未經成熟度量表驗證，也不以取消人工審查作為升級標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原系列第10頁。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設小組已有可重用的導讀方法，授權限制也經過反例檢查，卻仍靠聊天追問哪個版本已審查。這時L2與L3已有部分證據，L4仍有缺口。下一步應補足版本與批准的對應記錄，再由另一組試用。內容繼續由教師審查，是專業責任安排，不能據此斷言工作流層次低。各項能力都要逐項查證，不能用一個總分掩蓋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原系列第10、19頁。構擬導讀案例，非實際試驗或客戶成果。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六類責任來自第三篇的綜合框架，描述工作責任而不是六個新增職位。目標定義與證據判斷對應Context，委託設計與例外處理對應Harness，結果責任與學習演進對應Loop。一人可以兼任多責；低風險短任務可以合併記錄，高風險或跨團隊任務則需要完整責任鏈。責任應與專業、權限、資源和可獲得的支援相稱，不能無限下放給新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原系列第18頁。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第2題引用不存在情節的錯誤。內容負責人核對文本，定位題目與教師說明的影響，再修訂相關內容。研發負責人阻止錯誤版繼續流轉，在修正後檢查版本及權限。產品負責人核實是否已交給教師，按影響決定通知、撤回或重新驗收。這些職責包含前頁的證據判斷、例外處理和結果責任。同類反例是否有效，下一步再用檢查機制的測試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原系列第18、21頁。構擬導讀案例，非實際試驗或客戶成果。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篇建議聯合觀察成果及其實際價值、人工監督與等待、總成本，以及風險與恢復。圖中只展開成本一項，並非團隊的單一總分。人工投入包括問題定義、設計、復核、返工、支援及恢復；計算前應說明觀察期間、工時估值及共用運維成本的分攤方式。這是計量口徑，不是已測得數字。分母須固定驗收層次與品質標準，合同完成不能替代實際採用或學習效果。必要監督不能為降低成本而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原系列第20頁。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沒有阻斷記錄，既可能表示上游品質好，也可能表示檢查失效。評估需加入預先知道存在問題的反例，觀察能否拒絕，再搭配對實際交付物的人工抽查。導讀測試可以加入原文沒有的句子；工程測試可以在隔離環境模擬未批准的寫入，確認系統是否拒絕。這是評估方法建議，不能因為設計了反例就宣稱系統已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原系列第19–20頁。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下學期更換模型，或把這個項目交給另一組，哪些資料不能只留在舊工具裏？原文與限制說明交代背景，反例檢查品質，方法版本說明做法，批准與恢復記錄控制行動，使用回饋提供修訂依據。前面的三類記憶區分記甚麼，這五類資產則指出哪些材料需要維護。只保存支持復現、問責與學習所需的最小材料，遵守授權和刪除要求，遷移後重新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原系列第21頁。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系列M0至M5描述實施順序，與L1至L5的能力診斷不同。先定義共同語言與基線，建立只讀證據鏈，再允許具名確認後寫回。影子階段只觀察系統的建議與誤報漏報，不自動執行高影響動作。受控行動通過驗證後，M5仍需證明資產可以遷移，而且內部負責人能獨立運行、識別失敗、恢復、修改、重新評估及停用。只有文件可匯出，不足以證明能力已轉移。進度取決於風險與證據，每階段均可縮小或暫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原系列第22–23頁；M5內部接管銜接第四篇。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內部分工和檢查都具備之後，教師是否真的用得上？最後一章回到現場，觀察採用，並檢驗另一組能否接手。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篇把注意力轉向真實工作。假設制度要求教師先選教材，系統要求先選模板，教師實際習慣從自己的資料開始。這是構擬衝突，用來說明三種記錄各有局限，並非開場真實評審中已確認的流程。現場做法也可能錯誤或不合規範，不能因為來自一線就自動採納。跨專業的需求轉譯需要找出衝突、核實原因，再由有權限的負責人確認本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原系列第4–7、10頁。構擬導讀案例，非實際試驗或客戶成果。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延續先觀察備課的選擇。假設教師跳過模板，從自己的教材開始，而且逐題重寫提問。我們還不能判斷原因是教材不合、教學目標不同，還是介面難用。小組先保存操作順序和修改痕跡，再請教師解釋。若確認問題是入口不合習慣，就先讓教師從自備材料開始，再觀察是否採用。這是構擬的觀察及決策分支，未宣稱已取得使用效果。現場工作的價值在於讓新的證據改變原有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原系列第5、8、10頁。構擬導讀案例，非實際試驗或客戶成果。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篇區分合同、系統、採用和結果驗收。對學生項目，可解釋為是否交齊約定材料、系統是否可靠可用、真實對象是否實際採用，以及預期結果是否出現。它們有關聯但不能互相代替。教育情境中的效果判斷尤其需要與學習目標相符的證據。四層是證據分類，不是另一套成熟度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原系列第13頁。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培訓和文件可以支持交接，內部能力仍要通過實際操作檢驗。原系列提出結果、運行、證據與治理三類內部責任。它們回答責任如何配置，前章六類責任回答工作中要承擔甚麼，兩者不是相互競爭的分類。小團隊可以兼任，但仍需確認負責人能解釋目標、取得必要權限、識別異常及尋求支援。外部人員可以繼續提供約定支援，內部則保留運行與停止的決定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原系列第16–18頁。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另一組在隔離副本中完成一次同類導讀，原作者不逐步口授。再有意放入與交接記錄不符的原文版本，觀察接手組能否指出受影響內容、恢復已知版本，並重新核對提問。演練保留約定支援與求助途徑，不更改正式資料。一次通過只能提供一次接管證據，長期運行仍需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原系列第17頁。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組織接管表示另一支團隊在必要工具和支援下能繼續運行。個人學習則包括對關鍵判斷的理解，以及面對新條件時能否調整。兩者相關，但不能等同。若要觀察獨立理解，可暫時取消即時代答，請學生解釋依據；若要觀察人機協作，應允許工具但改變材料、受眾或限制。採用哪種方式由學習目標決定，不能把禁用AI作為所有情境唯一的能力標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第四篇能力轉移原則的教育情境延伸，屬講者評量建議。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裏示範一段作品說明的寫法，內容仍是構擬，不可當成學生的真實經歷。候選人如果只說用了哪些工具，我無法知道哪些是他的判斷。若能交代自己查出甚麼、為甚麼修改、誰協助確認，以及仍不知道甚麼，就有了可以繼續追問的依據。實際作品應使用自己的真實記錄，清楚說明AI與他人的貢獻，保護未獲授權的資料。評估也要考慮新人獲得的時間、背景與支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來源：講者的企業經營與人才培養判斷。辛海洋，AI Native Field Notes 3：https://tonyxinvip.github.io/slides/ainative-3/ 。辛海洋，AI Native Field Notes 4：https://tonyxinvip.github.io/slides/ainative-4/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初稿和重複步驟更多交由AI完成，新人可能減少原本在這些步驟中學習的機會。這是需要觀察的風險，不能直接斷言一代人會喪失能力。我的主張是保留範圍有限但完整的工作，讓新人經歷判斷、回饋及修訂，並提供可求助的專業同事。責任隨能力和授權逐步擴大，不能用AI效率為理由取消支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是真實產品評審的匿名轉述，後續導讀過程是構擬分析。教師要完成的是一次具體備課。清楚委託讓系統獲得任務條件，可追溯記錄讓同事理解選擇，專業分工讓錯誤可檢查，現場觀察讓改動有依據，接管讓工作不依賴最初製作人。四篇連載由此連接到同一問題：一份初稿進入實際工作時，還需要哪些條件。這裏沒有宣稱整條鏈已在某個實際項目全部實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來源：講者產品評審紀錄，2026-09-20，01:42–03:31。匿名轉述，非逐字引述。轉錄中不確定的詞語未作引用，亦不據此宣稱產品效果。構擬導讀案例，非實際試驗或客戶成果。辛海洋，AI Native Field Notes 1：https://tonyxinvip.github.io/slides/ainative-1/ 。辛海洋，AI Native Field Notes 2：https://tonyxinvip.github.io/slides/ainative-2/ 。辛海洋，AI Native Field Notes 3：https://tonyxinvip.github.io/slides/ainative-3/ 。辛海洋，AI Native Field Notes 4：https://tonyxinvip.github.io/slides/ainative-4/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場講座從表達成本降低進入工作系統，再回到未來人才。我的判斷是，AI讓更多人有機會嘗試完整任務，而專業知識、可靠證據和可解釋的取捨決定嘗試能否繼續。中文傳意的作用貫穿需求、委託、交接、異議和修訂。討論可以圍繞各自專業中值得親自練習的判斷，以及第一個小項目應該交給誰使用。原四篇連載可在網站繼續閱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2：https://tonyxinvip.github.io/slides/ainative-2/ 。辛海洋，AI Native Field Notes 3：https://tonyxinvip.github.io/slides/ainative-3/ 。辛海洋，AI Native Field Notes 4：https://tonyxinvip.github.io/slides/ainative-4/ 。講者的企業經營與人才培養判斷。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25602482543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f7027d8b424042" /><Relationship Type="http://schemas.openxmlformats.org/officeDocument/2006/relationships/slideLayout" Target="/ppt/slideLayouts/slideLayout1.xml" Id="R0de21061ee2347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e21061ee2347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5fd15025e4537" /><Relationship Type="http://schemas.openxmlformats.org/officeDocument/2006/relationships/notesSlide" Target="/ppt/notesSlides/notesSlide1.xml" Id="R6937388d776d48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0d60b784248a1" /><Relationship Type="http://schemas.openxmlformats.org/officeDocument/2006/relationships/notesSlide" Target="/ppt/notesSlides/notesSlide2.xml" Id="Re062bffe3d834f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8437feb4649da" /><Relationship Type="http://schemas.openxmlformats.org/officeDocument/2006/relationships/notesSlide" Target="/ppt/notesSlides/notesSlide3.xml" Id="Rc60e69ee999b43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cee8414694ac1" /><Relationship Type="http://schemas.openxmlformats.org/officeDocument/2006/relationships/notesSlide" Target="/ppt/notesSlides/notesSlide4.xml" Id="R1cb8e48ef0fe44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4192808f54578" /><Relationship Type="http://schemas.openxmlformats.org/officeDocument/2006/relationships/notesSlide" Target="/ppt/notesSlides/notesSlide5.xml" Id="Rd3db469ec7f14f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e064795db47ed" /><Relationship Type="http://schemas.openxmlformats.org/officeDocument/2006/relationships/notesSlide" Target="/ppt/notesSlides/notesSlide6.xml" Id="R15aa69dec7704f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b7258db224e5c" /><Relationship Type="http://schemas.openxmlformats.org/officeDocument/2006/relationships/notesSlide" Target="/ppt/notesSlides/notesSlide7.xml" Id="R97497b4b03b444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b8eb4a4364300" /><Relationship Type="http://schemas.openxmlformats.org/officeDocument/2006/relationships/notesSlide" Target="/ppt/notesSlides/notesSlide8.xml" Id="R7381b5a97ddb4f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004cb6ddb4f50" /><Relationship Type="http://schemas.openxmlformats.org/officeDocument/2006/relationships/notesSlide" Target="/ppt/notesSlides/notesSlide9.xml" Id="R0f55edb4e42147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3eddf62304574" /><Relationship Type="http://schemas.openxmlformats.org/officeDocument/2006/relationships/notesSlide" Target="/ppt/notesSlides/notesSlide10.xml" Id="Rb4640648a27f45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633932bb64b91" /><Relationship Type="http://schemas.openxmlformats.org/officeDocument/2006/relationships/notesSlide" Target="/ppt/notesSlides/notesSlide11.xml" Id="Rdfcf7d873cb64f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97ecbf8854538" /><Relationship Type="http://schemas.openxmlformats.org/officeDocument/2006/relationships/notesSlide" Target="/ppt/notesSlides/notesSlide12.xml" Id="Rd81ee1d7728d49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024a5de99451c" /><Relationship Type="http://schemas.openxmlformats.org/officeDocument/2006/relationships/notesSlide" Target="/ppt/notesSlides/notesSlide13.xml" Id="R2124b66c574e41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6ec8a9e674ce5" /><Relationship Type="http://schemas.openxmlformats.org/officeDocument/2006/relationships/notesSlide" Target="/ppt/notesSlides/notesSlide14.xml" Id="Reb72429f800644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c361b754346f5" /><Relationship Type="http://schemas.openxmlformats.org/officeDocument/2006/relationships/notesSlide" Target="/ppt/notesSlides/notesSlide15.xml" Id="R6ac91c50882a46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ab3bc243c4565" /><Relationship Type="http://schemas.openxmlformats.org/officeDocument/2006/relationships/notesSlide" Target="/ppt/notesSlides/notesSlide16.xml" Id="R4728bd5c065944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bfe31f4cc4f88" /><Relationship Type="http://schemas.openxmlformats.org/officeDocument/2006/relationships/notesSlide" Target="/ppt/notesSlides/notesSlide17.xml" Id="R8113a1111e3e42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ac025bf1b4230" /><Relationship Type="http://schemas.openxmlformats.org/officeDocument/2006/relationships/notesSlide" Target="/ppt/notesSlides/notesSlide18.xml" Id="R1c4fd3ea22354f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f5a9d70b94d37" /><Relationship Type="http://schemas.openxmlformats.org/officeDocument/2006/relationships/notesSlide" Target="/ppt/notesSlides/notesSlide19.xml" Id="R45c7f0d01a1b4b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35297e5234ea8" /><Relationship Type="http://schemas.openxmlformats.org/officeDocument/2006/relationships/notesSlide" Target="/ppt/notesSlides/notesSlide20.xml" Id="R43c0dfab6ab945f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11b2c426949dd" /><Relationship Type="http://schemas.openxmlformats.org/officeDocument/2006/relationships/notesSlide" Target="/ppt/notesSlides/notesSlide21.xml" Id="R2fc4e599cb0a45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a073da27f426d" /><Relationship Type="http://schemas.openxmlformats.org/officeDocument/2006/relationships/notesSlide" Target="/ppt/notesSlides/notesSlide22.xml" Id="Rff551eb1fb4148f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792afb3bf4975" /><Relationship Type="http://schemas.openxmlformats.org/officeDocument/2006/relationships/notesSlide" Target="/ppt/notesSlides/notesSlide23.xml" Id="R34abb5ee7a864a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73ccb8a094755" /><Relationship Type="http://schemas.openxmlformats.org/officeDocument/2006/relationships/notesSlide" Target="/ppt/notesSlides/notesSlide24.xml" Id="R4be129745523447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85cd053534e63" /><Relationship Type="http://schemas.openxmlformats.org/officeDocument/2006/relationships/notesSlide" Target="/ppt/notesSlides/notesSlide25.xml" Id="R9a41b9732417465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7b9a4c42e4617" /><Relationship Type="http://schemas.openxmlformats.org/officeDocument/2006/relationships/notesSlide" Target="/ppt/notesSlides/notesSlide26.xml" Id="Rc5fa41d78c6443f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00ec164be4c5a" /><Relationship Type="http://schemas.openxmlformats.org/officeDocument/2006/relationships/notesSlide" Target="/ppt/notesSlides/notesSlide27.xml" Id="R8fd32cf4122a41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74df6bb6b451c" /><Relationship Type="http://schemas.openxmlformats.org/officeDocument/2006/relationships/notesSlide" Target="/ppt/notesSlides/notesSlide28.xml" Id="R87b06cf834ed488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7a99fcfa34c76" /><Relationship Type="http://schemas.openxmlformats.org/officeDocument/2006/relationships/notesSlide" Target="/ppt/notesSlides/notesSlide29.xml" Id="R85d2ba3659c2428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d151c804642c7" /><Relationship Type="http://schemas.openxmlformats.org/officeDocument/2006/relationships/notesSlide" Target="/ppt/notesSlides/notesSlide30.xml" Id="Rc52fea400fa4468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16d90bbd9412a" /><Relationship Type="http://schemas.openxmlformats.org/officeDocument/2006/relationships/notesSlide" Target="/ppt/notesSlides/notesSlide31.xml" Id="R2d9d7eb689da4ac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84a856c104786" /><Relationship Type="http://schemas.openxmlformats.org/officeDocument/2006/relationships/notesSlide" Target="/ppt/notesSlides/notesSlide32.xml" Id="R922ad80860e645c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a2f20a6ae45c3" /><Relationship Type="http://schemas.openxmlformats.org/officeDocument/2006/relationships/notesSlide" Target="/ppt/notesSlides/notesSlide33.xml" Id="R9c447a642b4b4ac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5053de554448b" /><Relationship Type="http://schemas.openxmlformats.org/officeDocument/2006/relationships/notesSlide" Target="/ppt/notesSlides/notesSlide34.xml" Id="R10098b48c5e1491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2f475126947e3" /><Relationship Type="http://schemas.openxmlformats.org/officeDocument/2006/relationships/notesSlide" Target="/ppt/notesSlides/notesSlide35.xml" Id="Rc529b33d9470471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3fb84195948e7" /><Relationship Type="http://schemas.openxmlformats.org/officeDocument/2006/relationships/notesSlide" Target="/ppt/notesSlides/notesSlide36.xml" Id="R8a8c9eb95bee4bd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c57138f0f423c" /><Relationship Type="http://schemas.openxmlformats.org/officeDocument/2006/relationships/notesSlide" Target="/ppt/notesSlides/notesSlide37.xml" Id="Rd90f0cd3dd6b46f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e9f6b196947d9" /><Relationship Type="http://schemas.openxmlformats.org/officeDocument/2006/relationships/notesSlide" Target="/ppt/notesSlides/notesSlide38.xml" Id="R2c66a3e3c41d4e9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90e8ff7ec4581" /><Relationship Type="http://schemas.openxmlformats.org/officeDocument/2006/relationships/notesSlide" Target="/ppt/notesSlides/notesSlide39.xml" Id="Rc399fbb7ebd1433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7d84bab7b421f" /><Relationship Type="http://schemas.openxmlformats.org/officeDocument/2006/relationships/notesSlide" Target="/ppt/notesSlides/notesSlide40.xml" Id="Rae67b003a64d477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35beadf30484d" /><Relationship Type="http://schemas.openxmlformats.org/officeDocument/2006/relationships/notesSlide" Target="/ppt/notesSlides/notesSlide41.xml" Id="R5968857ec9dd4d6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4bb9242e3497b" /><Relationship Type="http://schemas.openxmlformats.org/officeDocument/2006/relationships/notesSlide" Target="/ppt/notesSlides/notesSlide42.xml" Id="Rc01566bee36d4a6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45abe520a419c" /><Relationship Type="http://schemas.openxmlformats.org/officeDocument/2006/relationships/notesSlide" Target="/ppt/notesSlides/notesSlide43.xml" Id="R7d5524646bda4ab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0a359407b48ce" /><Relationship Type="http://schemas.openxmlformats.org/officeDocument/2006/relationships/notesSlide" Target="/ppt/notesSlides/notesSlide44.xml" Id="R8d030d128b994d5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1a8b7ee634407" /><Relationship Type="http://schemas.openxmlformats.org/officeDocument/2006/relationships/notesSlide" Target="/ppt/notesSlides/notesSlide45.xml" Id="R06a5e0ab37304f9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525bedcad4a70" /><Relationship Type="http://schemas.openxmlformats.org/officeDocument/2006/relationships/notesSlide" Target="/ppt/notesSlides/notesSlide46.xml" Id="R4ed143a042334a6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616b703bb4c5a" /><Relationship Type="http://schemas.openxmlformats.org/officeDocument/2006/relationships/notesSlide" Target="/ppt/notesSlides/notesSlide47.xml" Id="R0e3c095c1e84429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8d120bacf4f3d" /><Relationship Type="http://schemas.openxmlformats.org/officeDocument/2006/relationships/notesSlide" Target="/ppt/notesSlides/notesSlide48.xml" Id="R337156f00e9f4d9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b846630574982" /><Relationship Type="http://schemas.openxmlformats.org/officeDocument/2006/relationships/notesSlide" Target="/ppt/notesSlides/notesSlide49.xml" Id="R2387a1ca81ad4c6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567559d554cf6" /><Relationship Type="http://schemas.openxmlformats.org/officeDocument/2006/relationships/notesSlide" Target="/ppt/notesSlides/notesSlide50.xml" Id="Rdffe4aa2a43f4f6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e5853d98b40b3" /><Relationship Type="http://schemas.openxmlformats.org/officeDocument/2006/relationships/notesSlide" Target="/ppt/notesSlides/notesSlide51.xml" Id="Rf88c55771151405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d6f9f3e1548fb" /><Relationship Type="http://schemas.openxmlformats.org/officeDocument/2006/relationships/notesSlide" Target="/ppt/notesSlides/notesSlide52.xml" Id="R7911ab06c361485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c6e0690d7487f" /><Relationship Type="http://schemas.openxmlformats.org/officeDocument/2006/relationships/notesSlide" Target="/ppt/notesSlides/notesSlide53.xml" Id="R28c968f1ebec4db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b3fb000a044e7" /><Relationship Type="http://schemas.openxmlformats.org/officeDocument/2006/relationships/notesSlide" Target="/ppt/notesSlides/notesSlide54.xml" Id="R5c09b91ed5a846a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a97712b79490f" /><Relationship Type="http://schemas.openxmlformats.org/officeDocument/2006/relationships/notesSlide" Target="/ppt/notesSlides/notesSlide55.xml" Id="R5532b8e8af484c7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e8b1805f94bb3" /><Relationship Type="http://schemas.openxmlformats.org/officeDocument/2006/relationships/notesSlide" Target="/ppt/notesSlides/notesSlide56.xml" Id="R52ab365582414a1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fd85a3d4d4496" /><Relationship Type="http://schemas.openxmlformats.org/officeDocument/2006/relationships/notesSlide" Target="/ppt/notesSlides/notesSlide57.xml" Id="Rf5aaa4d4c976404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d4ce96936472e" /><Relationship Type="http://schemas.openxmlformats.org/officeDocument/2006/relationships/notesSlide" Target="/ppt/notesSlides/notesSlide58.xml" Id="Rdc1c0eee65ff41c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5fffa496c4150" /><Relationship Type="http://schemas.openxmlformats.org/officeDocument/2006/relationships/notesSlide" Target="/ppt/notesSlides/notesSlide59.xml" Id="Rc600dd017f3246c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2b2c2c0b64d2f" /><Relationship Type="http://schemas.openxmlformats.org/officeDocument/2006/relationships/notesSlide" Target="/ppt/notesSlides/notesSlide60.xml" Id="R605f1c3b739b44a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db68db4684bfd" /><Relationship Type="http://schemas.openxmlformats.org/officeDocument/2006/relationships/notesSlide" Target="/ppt/notesSlides/notesSlide61.xml" Id="Rd6062f5e6048495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978ed34084123" /><Relationship Type="http://schemas.openxmlformats.org/officeDocument/2006/relationships/notesSlide" Target="/ppt/notesSlides/notesSlide62.xml" Id="R9670ee272ae4479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3ba07291d4ccd" /><Relationship Type="http://schemas.openxmlformats.org/officeDocument/2006/relationships/notesSlide" Target="/ppt/notesSlides/notesSlide63.xml" Id="R539070d6e43e47a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64883de6c436f" /><Relationship Type="http://schemas.openxmlformats.org/officeDocument/2006/relationships/notesSlide" Target="/ppt/notesSlides/notesSlide64.xml" Id="R9ecfdd4d8a4e4cb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9584d83474738" /><Relationship Type="http://schemas.openxmlformats.org/officeDocument/2006/relationships/notesSlide" Target="/ppt/notesSlides/notesSlide65.xml" Id="Rb806244e840b49c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b51cde3834cd4" /><Relationship Type="http://schemas.openxmlformats.org/officeDocument/2006/relationships/notesSlide" Target="/ppt/notesSlides/notesSlide66.xml" Id="R7e260e6975ce4b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-text-1">
            <a:extLst xmlns:a="http://schemas.openxmlformats.org/drawingml/2006/main">
              <a:ext uri="{FF2B5EF4-FFF2-40B4-BE49-F238E27FC236}">
                <a16:creationId xmlns:a16="http://schemas.microsoft.com/office/drawing/2014/main" id="{03193F04-6097-4685-AB4E-1B00662D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香港中文大學</a:t>
            </a:r>
          </a:p>
        </p:txBody>
      </p:sp>
      <p:sp>
        <p:nvSpPr>
          <p:cNvPr id="2" name="slide-1-line-2">
            <a:extLst xmlns:a="http://schemas.openxmlformats.org/drawingml/2006/main">
              <a:ext uri="{FF2B5EF4-FFF2-40B4-BE49-F238E27FC236}">
                <a16:creationId xmlns:a16="http://schemas.microsoft.com/office/drawing/2014/main" id="{7371DAFE-CCB9-4D50-BEF3-407EE51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1-text-3">
            <a:extLst xmlns:a="http://schemas.openxmlformats.org/drawingml/2006/main">
              <a:ext uri="{FF2B5EF4-FFF2-40B4-BE49-F238E27FC236}">
                <a16:creationId xmlns:a16="http://schemas.microsoft.com/office/drawing/2014/main" id="{57C00021-DABD-4C7A-B4D1-99584B2F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4" name="slide-1-text-4">
            <a:extLst xmlns:a="http://schemas.openxmlformats.org/drawingml/2006/main">
              <a:ext uri="{FF2B5EF4-FFF2-40B4-BE49-F238E27FC236}">
                <a16:creationId xmlns:a16="http://schemas.microsoft.com/office/drawing/2014/main" id="{8F08A49E-3B97-4670-A5D6-65CAC630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1430000" cy="134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當表達成本</a:t>
            </a:r>
          </a:p>
        </p:txBody>
      </p:sp>
      <p:sp>
        <p:nvSpPr>
          <p:cNvPr id="5" name="slide-1-text-5">
            <a:extLst xmlns:a="http://schemas.openxmlformats.org/drawingml/2006/main">
              <a:ext uri="{FF2B5EF4-FFF2-40B4-BE49-F238E27FC236}">
                <a16:creationId xmlns:a16="http://schemas.microsoft.com/office/drawing/2014/main" id="{8A0EFDD3-EC09-4AD5-92F7-E075C188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9420"/>
            <a:ext cx="11430000" cy="134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降低後</a:t>
            </a:r>
          </a:p>
        </p:txBody>
      </p:sp>
      <p:sp>
        <p:nvSpPr>
          <p:cNvPr id="6" name="slide-1-text-6">
            <a:extLst xmlns:a="http://schemas.openxmlformats.org/drawingml/2006/main">
              <a:ext uri="{FF2B5EF4-FFF2-40B4-BE49-F238E27FC236}">
                <a16:creationId xmlns:a16="http://schemas.microsoft.com/office/drawing/2014/main" id="{470337E1-DDC2-4622-93D5-1344AC54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33925"/>
            <a:ext cx="114300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0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時代的中文傳意與未來人才</a:t>
            </a:r>
          </a:p>
        </p:txBody>
      </p:sp>
      <p:sp>
        <p:nvSpPr>
          <p:cNvPr id="7" name="slide-1-text-7">
            <a:extLst xmlns:a="http://schemas.openxmlformats.org/drawingml/2006/main">
              <a:ext uri="{FF2B5EF4-FFF2-40B4-BE49-F238E27FC236}">
                <a16:creationId xmlns:a16="http://schemas.microsoft.com/office/drawing/2014/main" id="{1A87963B-DE43-4A60-AD55-24C09EBF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5975"/>
            <a:ext cx="10668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8" name="slide-1-text-8">
            <a:extLst xmlns:a="http://schemas.openxmlformats.org/drawingml/2006/main">
              <a:ext uri="{FF2B5EF4-FFF2-40B4-BE49-F238E27FC236}">
                <a16:creationId xmlns:a16="http://schemas.microsoft.com/office/drawing/2014/main" id="{3E0DAEF0-5C24-4E6F-9DB3-93C93584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01 / 66</a:t>
            </a:r>
          </a:p>
        </p:txBody>
      </p:sp>
    </p:spTree>
    <p:extLst>
      <p:ext uri="{BB962C8B-B14F-4D97-AF65-F5344CB8AC3E}">
        <p14:creationId xmlns:p14="http://schemas.microsoft.com/office/powerpoint/2010/main" val="573369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ext-1">
            <a:extLst xmlns:a="http://schemas.openxmlformats.org/drawingml/2006/main">
              <a:ext uri="{FF2B5EF4-FFF2-40B4-BE49-F238E27FC236}">
                <a16:creationId xmlns:a16="http://schemas.microsoft.com/office/drawing/2014/main" id="{26030A36-7089-4184-96EB-58FB0A40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開場   真實工作片段</a:t>
            </a:r>
          </a:p>
        </p:txBody>
      </p:sp>
      <p:sp>
        <p:nvSpPr>
          <p:cNvPr id="2" name="slide-2-text-2">
            <a:extLst xmlns:a="http://schemas.openxmlformats.org/drawingml/2006/main">
              <a:ext uri="{FF2B5EF4-FFF2-40B4-BE49-F238E27FC236}">
                <a16:creationId xmlns:a16="http://schemas.microsoft.com/office/drawing/2014/main" id="{D6CBA52F-53CC-4432-B038-E83298BB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一次產品評審，從教師的入口談起</a:t>
            </a:r>
          </a:p>
        </p:txBody>
      </p:sp>
      <p:sp>
        <p:nvSpPr>
          <p:cNvPr id="3" name="slide-2-line-3">
            <a:extLst xmlns:a="http://schemas.openxmlformats.org/drawingml/2006/main">
              <a:ext uri="{FF2B5EF4-FFF2-40B4-BE49-F238E27FC236}">
                <a16:creationId xmlns:a16="http://schemas.microsoft.com/office/drawing/2014/main" id="{756CA2A6-1478-4B33-9CAC-4248AD29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-text-4">
            <a:extLst xmlns:a="http://schemas.openxmlformats.org/drawingml/2006/main">
              <a:ext uri="{FF2B5EF4-FFF2-40B4-BE49-F238E27FC236}">
                <a16:creationId xmlns:a16="http://schemas.microsoft.com/office/drawing/2014/main" id="{6C6EC9EA-9728-4981-BD53-9C8FBDBC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-text-5">
            <a:extLst xmlns:a="http://schemas.openxmlformats.org/drawingml/2006/main">
              <a:ext uri="{FF2B5EF4-FFF2-40B4-BE49-F238E27FC236}">
                <a16:creationId xmlns:a16="http://schemas.microsoft.com/office/drawing/2014/main" id="{A6BE721E-3BF6-4576-B253-9314F706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2026 年 9 月 20 日</a:t>
            </a:r>
          </a:p>
        </p:txBody>
      </p:sp>
      <p:sp>
        <p:nvSpPr>
          <p:cNvPr id="6" name="slide-2-text-6">
            <a:extLst xmlns:a="http://schemas.openxmlformats.org/drawingml/2006/main">
              <a:ext uri="{FF2B5EF4-FFF2-40B4-BE49-F238E27FC236}">
                <a16:creationId xmlns:a16="http://schemas.microsoft.com/office/drawing/2014/main" id="{D35FC555-C552-4EA2-9F55-399F7313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847725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教師從哪裏進入？</a:t>
            </a:r>
          </a:p>
        </p:txBody>
      </p:sp>
      <p:sp>
        <p:nvSpPr>
          <p:cNvPr id="7" name="slide-2-text-7">
            <a:extLst xmlns:a="http://schemas.openxmlformats.org/drawingml/2006/main">
              <a:ext uri="{FF2B5EF4-FFF2-40B4-BE49-F238E27FC236}">
                <a16:creationId xmlns:a16="http://schemas.microsoft.com/office/drawing/2014/main" id="{CE256E07-660A-43C8-BC9F-AA30370B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9516"/>
            <a:ext cx="847725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如何選學科與教材？</a:t>
            </a:r>
          </a:p>
        </p:txBody>
      </p:sp>
      <p:sp>
        <p:nvSpPr>
          <p:cNvPr id="8" name="slide-2-text-8">
            <a:extLst xmlns:a="http://schemas.openxmlformats.org/drawingml/2006/main">
              <a:ext uri="{FF2B5EF4-FFF2-40B4-BE49-F238E27FC236}">
                <a16:creationId xmlns:a16="http://schemas.microsoft.com/office/drawing/2014/main" id="{0F83F55E-0002-4487-A4D2-DC93073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4358"/>
            <a:ext cx="847725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自己的資料放在哪裏？</a:t>
            </a:r>
          </a:p>
        </p:txBody>
      </p:sp>
      <p:sp>
        <p:nvSpPr>
          <p:cNvPr id="9" name="slide-2-line-9">
            <a:extLst xmlns:a="http://schemas.openxmlformats.org/drawingml/2006/main">
              <a:ext uri="{FF2B5EF4-FFF2-40B4-BE49-F238E27FC236}">
                <a16:creationId xmlns:a16="http://schemas.microsoft.com/office/drawing/2014/main" id="{A19470AC-883B-4BF0-83CF-789E44EC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2892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5CF5"/>
            </a:solidFill>
            <a:prstDash val="solid"/>
          </a:ln>
        </p:spPr>
      </p:sp>
      <p:sp>
        <p:nvSpPr>
          <p:cNvPr id="10" name="slide-2-text-10">
            <a:extLst xmlns:a="http://schemas.openxmlformats.org/drawingml/2006/main">
              <a:ext uri="{FF2B5EF4-FFF2-40B4-BE49-F238E27FC236}">
                <a16:creationId xmlns:a16="http://schemas.microsoft.com/office/drawing/2014/main" id="{61610372-485D-4BAC-8BD0-0F0B8329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95625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討論焦點</a:t>
            </a:r>
          </a:p>
        </p:txBody>
      </p:sp>
      <p:sp>
        <p:nvSpPr>
          <p:cNvPr id="11" name="slide-2-text-11">
            <a:extLst xmlns:a="http://schemas.openxmlformats.org/drawingml/2006/main">
              <a:ext uri="{FF2B5EF4-FFF2-40B4-BE49-F238E27FC236}">
                <a16:creationId xmlns:a16="http://schemas.microsoft.com/office/drawing/2014/main" id="{4634C63D-20F3-45DE-91BC-AB08A4F0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87865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由界面的樣子</a:t>
            </a:r>
          </a:p>
        </p:txBody>
      </p:sp>
      <p:sp>
        <p:nvSpPr>
          <p:cNvPr id="12" name="slide-2-text-12">
            <a:extLst xmlns:a="http://schemas.openxmlformats.org/drawingml/2006/main">
              <a:ext uri="{FF2B5EF4-FFF2-40B4-BE49-F238E27FC236}">
                <a16:creationId xmlns:a16="http://schemas.microsoft.com/office/drawing/2014/main" id="{4B351DE4-E152-4EBE-9E40-CA62DC62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80104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轉到教師怎樣</a:t>
            </a:r>
          </a:p>
        </p:txBody>
      </p:sp>
      <p:sp>
        <p:nvSpPr>
          <p:cNvPr id="13" name="slide-2-text-13">
            <a:extLst xmlns:a="http://schemas.openxmlformats.org/drawingml/2006/main">
              <a:ext uri="{FF2B5EF4-FFF2-40B4-BE49-F238E27FC236}">
                <a16:creationId xmlns:a16="http://schemas.microsoft.com/office/drawing/2014/main" id="{50A33DBF-2CC9-4E45-882F-54530A4D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72344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完成一次備課</a:t>
            </a:r>
          </a:p>
        </p:txBody>
      </p:sp>
      <p:sp>
        <p:nvSpPr>
          <p:cNvPr id="14" name="slide-2-text-14">
            <a:extLst xmlns:a="http://schemas.openxmlformats.org/drawingml/2006/main">
              <a:ext uri="{FF2B5EF4-FFF2-40B4-BE49-F238E27FC236}">
                <a16:creationId xmlns:a16="http://schemas.microsoft.com/office/drawing/2014/main" id="{93050CFC-0E16-4C2C-80E6-2DB68611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根據講者產品評審紀錄匿名轉述，非逐字引述。</a:t>
            </a:r>
          </a:p>
        </p:txBody>
      </p:sp>
      <p:sp>
        <p:nvSpPr>
          <p:cNvPr id="15" name="slide-2-text-15">
            <a:extLst xmlns:a="http://schemas.openxmlformats.org/drawingml/2006/main">
              <a:ext uri="{FF2B5EF4-FFF2-40B4-BE49-F238E27FC236}">
                <a16:creationId xmlns:a16="http://schemas.microsoft.com/office/drawing/2014/main" id="{D1BF4ADD-21C1-46DA-9889-5D98A64B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02 / 66</a:t>
            </a:r>
          </a:p>
        </p:txBody>
      </p:sp>
    </p:spTree>
    <p:extLst>
      <p:ext uri="{BB962C8B-B14F-4D97-AF65-F5344CB8AC3E}">
        <p14:creationId xmlns:p14="http://schemas.microsoft.com/office/powerpoint/2010/main" val="798846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ext-1">
            <a:extLst xmlns:a="http://schemas.openxmlformats.org/drawingml/2006/main">
              <a:ext uri="{FF2B5EF4-FFF2-40B4-BE49-F238E27FC236}">
                <a16:creationId xmlns:a16="http://schemas.microsoft.com/office/drawing/2014/main" id="{38334032-F1DC-4421-BFDF-C624CF92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開場   需求中的省略</a:t>
            </a:r>
          </a:p>
        </p:txBody>
      </p:sp>
      <p:sp>
        <p:nvSpPr>
          <p:cNvPr id="2" name="slide-3-text-2">
            <a:extLst xmlns:a="http://schemas.openxmlformats.org/drawingml/2006/main">
              <a:ext uri="{FF2B5EF4-FFF2-40B4-BE49-F238E27FC236}">
                <a16:creationId xmlns:a16="http://schemas.microsoft.com/office/drawing/2014/main" id="{49731FCB-F0BA-450A-A34E-6AEF7F10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「生成資源」省略了一段工作</a:t>
            </a:r>
          </a:p>
        </p:txBody>
      </p:sp>
      <p:sp>
        <p:nvSpPr>
          <p:cNvPr id="3" name="slide-3-line-3">
            <a:extLst xmlns:a="http://schemas.openxmlformats.org/drawingml/2006/main">
              <a:ext uri="{FF2B5EF4-FFF2-40B4-BE49-F238E27FC236}">
                <a16:creationId xmlns:a16="http://schemas.microsoft.com/office/drawing/2014/main" id="{9A072EB8-39B9-4453-A758-AE65BD51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-text-4">
            <a:extLst xmlns:a="http://schemas.openxmlformats.org/drawingml/2006/main">
              <a:ext uri="{FF2B5EF4-FFF2-40B4-BE49-F238E27FC236}">
                <a16:creationId xmlns:a16="http://schemas.microsoft.com/office/drawing/2014/main" id="{C1E308BB-83F2-472D-99DD-F33B9657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-line-5">
            <a:extLst xmlns:a="http://schemas.openxmlformats.org/drawingml/2006/main">
              <a:ext uri="{FF2B5EF4-FFF2-40B4-BE49-F238E27FC236}">
                <a16:creationId xmlns:a16="http://schemas.microsoft.com/office/drawing/2014/main" id="{CAD92209-D235-45D1-8CF5-78389D6A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6" name="slide-3-ellipse-6">
            <a:extLst xmlns:a="http://schemas.openxmlformats.org/drawingml/2006/main">
              <a:ext uri="{FF2B5EF4-FFF2-40B4-BE49-F238E27FC236}">
                <a16:creationId xmlns:a16="http://schemas.microsoft.com/office/drawing/2014/main" id="{22DC5D0C-7551-4134-8359-B2813477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3-text-7">
            <a:extLst xmlns:a="http://schemas.openxmlformats.org/drawingml/2006/main">
              <a:ext uri="{FF2B5EF4-FFF2-40B4-BE49-F238E27FC236}">
                <a16:creationId xmlns:a16="http://schemas.microsoft.com/office/drawing/2014/main" id="{FB4FCEAA-A03E-40EF-8CB3-4EBA6173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8" name="slide-3-text-8">
            <a:extLst xmlns:a="http://schemas.openxmlformats.org/drawingml/2006/main">
              <a:ext uri="{FF2B5EF4-FFF2-40B4-BE49-F238E27FC236}">
                <a16:creationId xmlns:a16="http://schemas.microsoft.com/office/drawing/2014/main" id="{D07A3155-3877-4314-A228-D71C052A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選擇教材</a:t>
            </a:r>
          </a:p>
        </p:txBody>
      </p:sp>
      <p:sp>
        <p:nvSpPr>
          <p:cNvPr id="9" name="slide-3-ellipse-9">
            <a:extLst xmlns:a="http://schemas.openxmlformats.org/drawingml/2006/main">
              <a:ext uri="{FF2B5EF4-FFF2-40B4-BE49-F238E27FC236}">
                <a16:creationId xmlns:a16="http://schemas.microsoft.com/office/drawing/2014/main" id="{A9A4ECE9-95F6-4CB7-8354-51DBD11F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3-text-10">
            <a:extLst xmlns:a="http://schemas.openxmlformats.org/drawingml/2006/main">
              <a:ext uri="{FF2B5EF4-FFF2-40B4-BE49-F238E27FC236}">
                <a16:creationId xmlns:a16="http://schemas.microsoft.com/office/drawing/2014/main" id="{3CC996C7-61B3-444D-8C9F-3898522D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1" name="slide-3-text-11">
            <a:extLst xmlns:a="http://schemas.openxmlformats.org/drawingml/2006/main">
              <a:ext uri="{FF2B5EF4-FFF2-40B4-BE49-F238E27FC236}">
                <a16:creationId xmlns:a16="http://schemas.microsoft.com/office/drawing/2014/main" id="{CEA0D4A6-63EA-469B-977C-9DEAE9E2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補充情境</a:t>
            </a:r>
          </a:p>
        </p:txBody>
      </p:sp>
      <p:sp>
        <p:nvSpPr>
          <p:cNvPr id="12" name="slide-3-ellipse-12">
            <a:extLst xmlns:a="http://schemas.openxmlformats.org/drawingml/2006/main">
              <a:ext uri="{FF2B5EF4-FFF2-40B4-BE49-F238E27FC236}">
                <a16:creationId xmlns:a16="http://schemas.microsoft.com/office/drawing/2014/main" id="{360385AC-A865-4689-97AF-A1B94856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3-text-13">
            <a:extLst xmlns:a="http://schemas.openxmlformats.org/drawingml/2006/main">
              <a:ext uri="{FF2B5EF4-FFF2-40B4-BE49-F238E27FC236}">
                <a16:creationId xmlns:a16="http://schemas.microsoft.com/office/drawing/2014/main" id="{59F7E11B-1434-4FB4-8FDA-3BBFBA95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4" name="slide-3-text-14">
            <a:extLst xmlns:a="http://schemas.openxmlformats.org/drawingml/2006/main">
              <a:ext uri="{FF2B5EF4-FFF2-40B4-BE49-F238E27FC236}">
                <a16:creationId xmlns:a16="http://schemas.microsoft.com/office/drawing/2014/main" id="{F8501AD9-31A8-4092-A7D5-C4D3D345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生成初稿</a:t>
            </a:r>
          </a:p>
        </p:txBody>
      </p:sp>
      <p:sp>
        <p:nvSpPr>
          <p:cNvPr id="15" name="slide-3-ellipse-15">
            <a:extLst xmlns:a="http://schemas.openxmlformats.org/drawingml/2006/main">
              <a:ext uri="{FF2B5EF4-FFF2-40B4-BE49-F238E27FC236}">
                <a16:creationId xmlns:a16="http://schemas.microsoft.com/office/drawing/2014/main" id="{44307F99-4BCC-40D2-A02B-A8C141FD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lide-3-text-16">
            <a:extLst xmlns:a="http://schemas.openxmlformats.org/drawingml/2006/main">
              <a:ext uri="{FF2B5EF4-FFF2-40B4-BE49-F238E27FC236}">
                <a16:creationId xmlns:a16="http://schemas.microsoft.com/office/drawing/2014/main" id="{DEA4CFB1-7836-42AE-8CD9-9B701DC3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7" name="slide-3-text-17">
            <a:extLst xmlns:a="http://schemas.openxmlformats.org/drawingml/2006/main">
              <a:ext uri="{FF2B5EF4-FFF2-40B4-BE49-F238E27FC236}">
                <a16:creationId xmlns:a16="http://schemas.microsoft.com/office/drawing/2014/main" id="{50341E20-0E07-4BDF-A02D-25889FFC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教師修訂</a:t>
            </a:r>
          </a:p>
        </p:txBody>
      </p:sp>
      <p:sp>
        <p:nvSpPr>
          <p:cNvPr id="18" name="slide-3-text-18">
            <a:extLst xmlns:a="http://schemas.openxmlformats.org/drawingml/2006/main">
              <a:ext uri="{FF2B5EF4-FFF2-40B4-BE49-F238E27FC236}">
                <a16:creationId xmlns:a16="http://schemas.microsoft.com/office/drawing/2014/main" id="{44D8C6DB-C0AD-477A-A2D0-B697F02C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1811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每個步驟都可能改變下一步需要的資訊。</a:t>
            </a:r>
          </a:p>
        </p:txBody>
      </p:sp>
      <p:sp>
        <p:nvSpPr>
          <p:cNvPr id="19" name="slide-3-text-19">
            <a:extLst xmlns:a="http://schemas.openxmlformats.org/drawingml/2006/main">
              <a:ext uri="{FF2B5EF4-FFF2-40B4-BE49-F238E27FC236}">
                <a16:creationId xmlns:a16="http://schemas.microsoft.com/office/drawing/2014/main" id="{3D8F4C1D-0552-4E7A-8801-D915CE80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91416"/>
            <a:ext cx="11811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需求寫得完整，團隊才有機會理解同一件工作。</a:t>
            </a:r>
          </a:p>
        </p:txBody>
      </p:sp>
      <p:sp>
        <p:nvSpPr>
          <p:cNvPr id="20" name="slide-3-text-20">
            <a:extLst xmlns:a="http://schemas.openxmlformats.org/drawingml/2006/main">
              <a:ext uri="{FF2B5EF4-FFF2-40B4-BE49-F238E27FC236}">
                <a16:creationId xmlns:a16="http://schemas.microsoft.com/office/drawing/2014/main" id="{AEC183C8-BF86-41D0-A650-36721D5B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03 / 66</a:t>
            </a:r>
          </a:p>
        </p:txBody>
      </p:sp>
    </p:spTree>
    <p:extLst>
      <p:ext uri="{BB962C8B-B14F-4D97-AF65-F5344CB8AC3E}">
        <p14:creationId xmlns:p14="http://schemas.microsoft.com/office/powerpoint/2010/main" val="1381821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4-text-1">
            <a:extLst xmlns:a="http://schemas.openxmlformats.org/drawingml/2006/main">
              <a:ext uri="{FF2B5EF4-FFF2-40B4-BE49-F238E27FC236}">
                <a16:creationId xmlns:a16="http://schemas.microsoft.com/office/drawing/2014/main" id="{B9C7AF68-4744-4AD5-BA1F-3DB3533D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前導 A   問題與情境</a:t>
            </a:r>
          </a:p>
        </p:txBody>
      </p:sp>
      <p:sp>
        <p:nvSpPr>
          <p:cNvPr id="2" name="slide-4-line-2">
            <a:extLst xmlns:a="http://schemas.openxmlformats.org/drawingml/2006/main">
              <a:ext uri="{FF2B5EF4-FFF2-40B4-BE49-F238E27FC236}">
                <a16:creationId xmlns:a16="http://schemas.microsoft.com/office/drawing/2014/main" id="{8225DCC4-C2EA-4A21-97D7-0394606D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4-text-3">
            <a:extLst xmlns:a="http://schemas.openxmlformats.org/drawingml/2006/main">
              <a:ext uri="{FF2B5EF4-FFF2-40B4-BE49-F238E27FC236}">
                <a16:creationId xmlns:a16="http://schemas.microsoft.com/office/drawing/2014/main" id="{BD3509F7-8A45-4A37-87A7-656EBBA7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4" name="slide-4-text-4">
            <a:extLst xmlns:a="http://schemas.openxmlformats.org/drawingml/2006/main">
              <a:ext uri="{FF2B5EF4-FFF2-40B4-BE49-F238E27FC236}">
                <a16:creationId xmlns:a16="http://schemas.microsoft.com/office/drawing/2014/main" id="{57C8D54D-A512-4EF7-8C20-D5CBED4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181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序</a:t>
            </a:r>
          </a:p>
        </p:txBody>
      </p:sp>
      <p:sp>
        <p:nvSpPr>
          <p:cNvPr id="5" name="slide-4-text-5">
            <a:extLst xmlns:a="http://schemas.openxmlformats.org/drawingml/2006/main">
              <a:ext uri="{FF2B5EF4-FFF2-40B4-BE49-F238E27FC236}">
                <a16:creationId xmlns:a16="http://schemas.microsoft.com/office/drawing/2014/main" id="{A2F739EF-AEC3-4527-ADB3-BF9B017F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09625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一份課前導讀的委託</a:t>
            </a:r>
          </a:p>
        </p:txBody>
      </p:sp>
      <p:sp>
        <p:nvSpPr>
          <p:cNvPr id="6" name="slide-4-text-6">
            <a:extLst xmlns:a="http://schemas.openxmlformats.org/drawingml/2006/main">
              <a:ext uri="{FF2B5EF4-FFF2-40B4-BE49-F238E27FC236}">
                <a16:creationId xmlns:a16="http://schemas.microsoft.com/office/drawing/2014/main" id="{99D23744-E136-4AA7-BF06-1166E9D1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742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rPr>
              <a:t>以一位語文教師的備課任務，檢查 AI 能接到怎樣的委託。</a:t>
            </a:r>
          </a:p>
        </p:txBody>
      </p:sp>
      <p:sp>
        <p:nvSpPr>
          <p:cNvPr id="7" name="slide-4-text-7">
            <a:extLst xmlns:a="http://schemas.openxmlformats.org/drawingml/2006/main">
              <a:ext uri="{FF2B5EF4-FFF2-40B4-BE49-F238E27FC236}">
                <a16:creationId xmlns:a16="http://schemas.microsoft.com/office/drawing/2014/main" id="{A39D16AF-BF6E-4241-A22E-339FA2DF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04 / 66</a:t>
            </a:r>
          </a:p>
        </p:txBody>
      </p:sp>
    </p:spTree>
    <p:extLst>
      <p:ext uri="{BB962C8B-B14F-4D97-AF65-F5344CB8AC3E}">
        <p14:creationId xmlns:p14="http://schemas.microsoft.com/office/powerpoint/2010/main" val="1886680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5-text-1">
            <a:extLst xmlns:a="http://schemas.openxmlformats.org/drawingml/2006/main">
              <a:ext uri="{FF2B5EF4-FFF2-40B4-BE49-F238E27FC236}">
                <a16:creationId xmlns:a16="http://schemas.microsoft.com/office/drawing/2014/main" id="{12105AE3-14DF-479A-A729-4792E552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委託開始</a:t>
            </a:r>
          </a:p>
        </p:txBody>
      </p:sp>
      <p:sp>
        <p:nvSpPr>
          <p:cNvPr id="2" name="slide-5-text-2">
            <a:extLst xmlns:a="http://schemas.openxmlformats.org/drawingml/2006/main">
              <a:ext uri="{FF2B5EF4-FFF2-40B4-BE49-F238E27FC236}">
                <a16:creationId xmlns:a16="http://schemas.microsoft.com/office/drawing/2014/main" id="{5FFE744A-1C0C-4B9E-A757-2B215538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任務條件，決定初稿是否適用</a:t>
            </a:r>
          </a:p>
        </p:txBody>
      </p:sp>
      <p:sp>
        <p:nvSpPr>
          <p:cNvPr id="3" name="slide-5-line-3">
            <a:extLst xmlns:a="http://schemas.openxmlformats.org/drawingml/2006/main">
              <a:ext uri="{FF2B5EF4-FFF2-40B4-BE49-F238E27FC236}">
                <a16:creationId xmlns:a16="http://schemas.microsoft.com/office/drawing/2014/main" id="{ED825E21-018D-408F-9BD2-792EBF6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-text-4">
            <a:extLst xmlns:a="http://schemas.openxmlformats.org/drawingml/2006/main">
              <a:ext uri="{FF2B5EF4-FFF2-40B4-BE49-F238E27FC236}">
                <a16:creationId xmlns:a16="http://schemas.microsoft.com/office/drawing/2014/main" id="{23CBDD63-7C36-4FF3-83E7-191FFECC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-line-5">
            <a:extLst xmlns:a="http://schemas.openxmlformats.org/drawingml/2006/main">
              <a:ext uri="{FF2B5EF4-FFF2-40B4-BE49-F238E27FC236}">
                <a16:creationId xmlns:a16="http://schemas.microsoft.com/office/drawing/2014/main" id="{F3ABF506-92C4-4732-96F6-3F3E955E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6" name="slide-5-text-6">
            <a:extLst xmlns:a="http://schemas.openxmlformats.org/drawingml/2006/main">
              <a:ext uri="{FF2B5EF4-FFF2-40B4-BE49-F238E27FC236}">
                <a16:creationId xmlns:a16="http://schemas.microsoft.com/office/drawing/2014/main" id="{5DB7032C-CA94-4813-8208-A50EE974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334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原始委託</a:t>
            </a:r>
          </a:p>
        </p:txBody>
      </p:sp>
      <p:sp>
        <p:nvSpPr>
          <p:cNvPr id="7" name="slide-5-text-7">
            <a:extLst xmlns:a="http://schemas.openxmlformats.org/drawingml/2006/main">
              <a:ext uri="{FF2B5EF4-FFF2-40B4-BE49-F238E27FC236}">
                <a16:creationId xmlns:a16="http://schemas.microsoft.com/office/drawing/2014/main" id="{DB5689C7-FC7C-4907-BE84-7DD6814B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做一份語文</a:t>
            </a:r>
          </a:p>
        </p:txBody>
      </p:sp>
      <p:sp>
        <p:nvSpPr>
          <p:cNvPr id="8" name="slide-5-text-8">
            <a:extLst xmlns:a="http://schemas.openxmlformats.org/drawingml/2006/main">
              <a:ext uri="{FF2B5EF4-FFF2-40B4-BE49-F238E27FC236}">
                <a16:creationId xmlns:a16="http://schemas.microsoft.com/office/drawing/2014/main" id="{DC9F2179-299E-4B36-804F-95DA5AB5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8293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課前導讀</a:t>
            </a:r>
          </a:p>
        </p:txBody>
      </p:sp>
      <p:sp>
        <p:nvSpPr>
          <p:cNvPr id="9" name="slide-5-text-9">
            <a:extLst xmlns:a="http://schemas.openxmlformats.org/drawingml/2006/main">
              <a:ext uri="{FF2B5EF4-FFF2-40B4-BE49-F238E27FC236}">
                <a16:creationId xmlns:a16="http://schemas.microsoft.com/office/drawing/2014/main" id="{7C9DF1A0-DB9C-43A5-A39D-F0DDDE5F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對象、用途、時間與驗收方式</a:t>
            </a:r>
          </a:p>
        </p:txBody>
      </p:sp>
      <p:sp>
        <p:nvSpPr>
          <p:cNvPr id="10" name="slide-5-text-10">
            <a:extLst xmlns:a="http://schemas.openxmlformats.org/drawingml/2006/main">
              <a:ext uri="{FF2B5EF4-FFF2-40B4-BE49-F238E27FC236}">
                <a16:creationId xmlns:a16="http://schemas.microsoft.com/office/drawing/2014/main" id="{D0245E4E-22E5-499C-B03F-B891E472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7463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仍未確定。</a:t>
            </a:r>
          </a:p>
        </p:txBody>
      </p:sp>
      <p:sp>
        <p:nvSpPr>
          <p:cNvPr id="11" name="slide-5-text-11">
            <a:extLst xmlns:a="http://schemas.openxmlformats.org/drawingml/2006/main">
              <a:ext uri="{FF2B5EF4-FFF2-40B4-BE49-F238E27FC236}">
                <a16:creationId xmlns:a16="http://schemas.microsoft.com/office/drawing/2014/main" id="{1132CEC7-4719-4521-88DF-F99AFA33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55245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補充情境</a:t>
            </a:r>
          </a:p>
        </p:txBody>
      </p:sp>
      <p:sp>
        <p:nvSpPr>
          <p:cNvPr id="12" name="slide-5-text-12">
            <a:extLst xmlns:a="http://schemas.openxmlformats.org/drawingml/2006/main">
              <a:ext uri="{FF2B5EF4-FFF2-40B4-BE49-F238E27FC236}">
                <a16:creationId xmlns:a16="http://schemas.microsoft.com/office/drawing/2014/main" id="{080E7228-DABC-4B2E-BF31-654363F9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小學三年級學生</a:t>
            </a:r>
          </a:p>
        </p:txBody>
      </p:sp>
      <p:sp>
        <p:nvSpPr>
          <p:cNvPr id="13" name="slide-5-text-13">
            <a:extLst xmlns:a="http://schemas.openxmlformats.org/drawingml/2006/main">
              <a:ext uri="{FF2B5EF4-FFF2-40B4-BE49-F238E27FC236}">
                <a16:creationId xmlns:a16="http://schemas.microsoft.com/office/drawing/2014/main" id="{EF5C2819-054D-489F-B70C-A9886A6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8293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課前閱讀十分鐘</a:t>
            </a:r>
          </a:p>
        </p:txBody>
      </p:sp>
      <p:sp>
        <p:nvSpPr>
          <p:cNvPr id="14" name="slide-5-text-14">
            <a:extLst xmlns:a="http://schemas.openxmlformats.org/drawingml/2006/main">
              <a:ext uri="{FF2B5EF4-FFF2-40B4-BE49-F238E27FC236}">
                <a16:creationId xmlns:a16="http://schemas.microsoft.com/office/drawing/2014/main" id="{5D532737-CAA9-4368-AAE1-F438C4D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目標是辨認描寫變化的語句。</a:t>
            </a:r>
          </a:p>
        </p:txBody>
      </p:sp>
      <p:sp>
        <p:nvSpPr>
          <p:cNvPr id="15" name="slide-5-text-15">
            <a:extLst xmlns:a="http://schemas.openxmlformats.org/drawingml/2006/main">
              <a:ext uri="{FF2B5EF4-FFF2-40B4-BE49-F238E27FC236}">
                <a16:creationId xmlns:a16="http://schemas.microsoft.com/office/drawing/2014/main" id="{5CD69B23-B8BC-4DF0-94D5-85475121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7463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只依據指定短文，不加入新情節。</a:t>
            </a:r>
          </a:p>
        </p:txBody>
      </p:sp>
      <p:sp>
        <p:nvSpPr>
          <p:cNvPr id="16" name="slide-5-text-16">
            <a:extLst xmlns:a="http://schemas.openxmlformats.org/drawingml/2006/main">
              <a:ext uri="{FF2B5EF4-FFF2-40B4-BE49-F238E27FC236}">
                <a16:creationId xmlns:a16="http://schemas.microsoft.com/office/drawing/2014/main" id="{187A61E0-37A9-4BA4-BE4C-FD1843DF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構擬任務。十分鐘是設計條件，不是測得的教學效果。</a:t>
            </a:r>
          </a:p>
        </p:txBody>
      </p:sp>
      <p:sp>
        <p:nvSpPr>
          <p:cNvPr id="17" name="slide-5-text-17">
            <a:extLst xmlns:a="http://schemas.openxmlformats.org/drawingml/2006/main">
              <a:ext uri="{FF2B5EF4-FFF2-40B4-BE49-F238E27FC236}">
                <a16:creationId xmlns:a16="http://schemas.microsoft.com/office/drawing/2014/main" id="{392D8327-CA32-404B-A7E9-9B4CAA5A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05 / 66</a:t>
            </a:r>
          </a:p>
        </p:txBody>
      </p:sp>
    </p:spTree>
    <p:extLst>
      <p:ext uri="{BB962C8B-B14F-4D97-AF65-F5344CB8AC3E}">
        <p14:creationId xmlns:p14="http://schemas.microsoft.com/office/powerpoint/2010/main" val="21008659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6-text-1">
            <a:extLst xmlns:a="http://schemas.openxmlformats.org/drawingml/2006/main">
              <a:ext uri="{FF2B5EF4-FFF2-40B4-BE49-F238E27FC236}">
                <a16:creationId xmlns:a16="http://schemas.microsoft.com/office/drawing/2014/main" id="{AE1AB549-3000-4955-A2F5-CA027219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擴大探索</a:t>
            </a:r>
          </a:p>
        </p:txBody>
      </p:sp>
      <p:sp>
        <p:nvSpPr>
          <p:cNvPr id="2" name="slide-6-text-2">
            <a:extLst xmlns:a="http://schemas.openxmlformats.org/drawingml/2006/main">
              <a:ext uri="{FF2B5EF4-FFF2-40B4-BE49-F238E27FC236}">
                <a16:creationId xmlns:a16="http://schemas.microsoft.com/office/drawing/2014/main" id="{88122E47-B5A7-4376-A364-988F495D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讓本科生更早試做完整方案</a:t>
            </a:r>
          </a:p>
        </p:txBody>
      </p:sp>
      <p:sp>
        <p:nvSpPr>
          <p:cNvPr id="3" name="slide-6-line-3">
            <a:extLst xmlns:a="http://schemas.openxmlformats.org/drawingml/2006/main">
              <a:ext uri="{FF2B5EF4-FFF2-40B4-BE49-F238E27FC236}">
                <a16:creationId xmlns:a16="http://schemas.microsoft.com/office/drawing/2014/main" id="{30FAB043-DA13-4B12-8031-E80C4B96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-text-4">
            <a:extLst xmlns:a="http://schemas.openxmlformats.org/drawingml/2006/main">
              <a:ext uri="{FF2B5EF4-FFF2-40B4-BE49-F238E27FC236}">
                <a16:creationId xmlns:a16="http://schemas.microsoft.com/office/drawing/2014/main" id="{71AB8CF7-45E0-470A-BA72-0296AAAC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6-text-5">
            <a:extLst xmlns:a="http://schemas.openxmlformats.org/drawingml/2006/main">
              <a:ext uri="{FF2B5EF4-FFF2-40B4-BE49-F238E27FC236}">
                <a16:creationId xmlns:a16="http://schemas.microsoft.com/office/drawing/2014/main" id="{60F5E7AC-26FC-4B7A-8B82-7BF5D4EC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起草與改寫</a:t>
            </a:r>
          </a:p>
        </p:txBody>
      </p:sp>
      <p:sp>
        <p:nvSpPr>
          <p:cNvPr id="6" name="slide-6-line-6">
            <a:extLst xmlns:a="http://schemas.openxmlformats.org/drawingml/2006/main">
              <a:ext uri="{FF2B5EF4-FFF2-40B4-BE49-F238E27FC236}">
                <a16:creationId xmlns:a16="http://schemas.microsoft.com/office/drawing/2014/main" id="{E5CE48D4-68EC-4DCA-834A-5C8DCE02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7" name="slide-6-text-7">
            <a:extLst xmlns:a="http://schemas.openxmlformats.org/drawingml/2006/main">
              <a:ext uri="{FF2B5EF4-FFF2-40B4-BE49-F238E27FC236}">
                <a16:creationId xmlns:a16="http://schemas.microsoft.com/office/drawing/2014/main" id="{ED6A7A04-2FEA-4099-A38E-D6B65BA0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比較多種表達</a:t>
            </a:r>
          </a:p>
        </p:txBody>
      </p:sp>
      <p:sp>
        <p:nvSpPr>
          <p:cNvPr id="8" name="slide-6-text-8">
            <a:extLst xmlns:a="http://schemas.openxmlformats.org/drawingml/2006/main">
              <a:ext uri="{FF2B5EF4-FFF2-40B4-BE49-F238E27FC236}">
                <a16:creationId xmlns:a16="http://schemas.microsoft.com/office/drawing/2014/main" id="{C106AB23-4519-4867-B2AB-A55B270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導讀、提問、口頭介紹</a:t>
            </a:r>
          </a:p>
        </p:txBody>
      </p:sp>
      <p:sp>
        <p:nvSpPr>
          <p:cNvPr id="9" name="slide-6-text-9">
            <a:extLst xmlns:a="http://schemas.openxmlformats.org/drawingml/2006/main">
              <a:ext uri="{FF2B5EF4-FFF2-40B4-BE49-F238E27FC236}">
                <a16:creationId xmlns:a16="http://schemas.microsoft.com/office/drawing/2014/main" id="{3D64C528-FCC1-4502-AF16-7C52C96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都可以先做出候選稿。</a:t>
            </a:r>
          </a:p>
        </p:txBody>
      </p:sp>
      <p:sp>
        <p:nvSpPr>
          <p:cNvPr id="10" name="slide-6-text-10">
            <a:extLst xmlns:a="http://schemas.openxmlformats.org/drawingml/2006/main">
              <a:ext uri="{FF2B5EF4-FFF2-40B4-BE49-F238E27FC236}">
                <a16:creationId xmlns:a16="http://schemas.microsoft.com/office/drawing/2014/main" id="{45F347A0-331F-4FB6-8854-CCABE5B2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檢索與核對</a:t>
            </a:r>
          </a:p>
        </p:txBody>
      </p:sp>
      <p:sp>
        <p:nvSpPr>
          <p:cNvPr id="11" name="slide-6-line-11">
            <a:extLst xmlns:a="http://schemas.openxmlformats.org/drawingml/2006/main">
              <a:ext uri="{FF2B5EF4-FFF2-40B4-BE49-F238E27FC236}">
                <a16:creationId xmlns:a16="http://schemas.microsoft.com/office/drawing/2014/main" id="{E14D0D6F-1C93-4575-90A6-CE2E8BD3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2" name="slide-6-text-12">
            <a:extLst xmlns:a="http://schemas.openxmlformats.org/drawingml/2006/main">
              <a:ext uri="{FF2B5EF4-FFF2-40B4-BE49-F238E27FC236}">
                <a16:creationId xmlns:a16="http://schemas.microsoft.com/office/drawing/2014/main" id="{C0345CE1-FAA6-4748-867F-4212E6D7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查清依據與差異</a:t>
            </a:r>
          </a:p>
        </p:txBody>
      </p:sp>
      <p:sp>
        <p:nvSpPr>
          <p:cNvPr id="13" name="slide-6-text-13">
            <a:extLst xmlns:a="http://schemas.openxmlformats.org/drawingml/2006/main">
              <a:ext uri="{FF2B5EF4-FFF2-40B4-BE49-F238E27FC236}">
                <a16:creationId xmlns:a16="http://schemas.microsoft.com/office/drawing/2014/main" id="{4C2CE84D-B034-46FB-9356-498F8678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有檢索能力的系統可定位來源，</a:t>
            </a:r>
          </a:p>
        </p:txBody>
      </p:sp>
      <p:sp>
        <p:nvSpPr>
          <p:cNvPr id="14" name="slide-6-text-14">
            <a:extLst xmlns:a="http://schemas.openxmlformats.org/drawingml/2006/main">
              <a:ext uri="{FF2B5EF4-FFF2-40B4-BE49-F238E27FC236}">
                <a16:creationId xmlns:a16="http://schemas.microsoft.com/office/drawing/2014/main" id="{922ED8E1-EA1D-4A1A-8D89-D6277FBF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引用仍需回到原文確認。</a:t>
            </a:r>
          </a:p>
        </p:txBody>
      </p:sp>
      <p:sp>
        <p:nvSpPr>
          <p:cNvPr id="15" name="slide-6-text-15">
            <a:extLst xmlns:a="http://schemas.openxmlformats.org/drawingml/2006/main">
              <a:ext uri="{FF2B5EF4-FFF2-40B4-BE49-F238E27FC236}">
                <a16:creationId xmlns:a16="http://schemas.microsoft.com/office/drawing/2014/main" id="{5B418340-4ADB-4D8B-8EF6-58407DD8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工具與執行</a:t>
            </a:r>
          </a:p>
        </p:txBody>
      </p:sp>
      <p:sp>
        <p:nvSpPr>
          <p:cNvPr id="16" name="slide-6-line-16">
            <a:extLst xmlns:a="http://schemas.openxmlformats.org/drawingml/2006/main">
              <a:ext uri="{FF2B5EF4-FFF2-40B4-BE49-F238E27FC236}">
                <a16:creationId xmlns:a16="http://schemas.microsoft.com/office/drawing/2014/main" id="{7248C364-3716-455B-A257-2BA5A460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7" name="slide-6-text-17">
            <a:extLst xmlns:a="http://schemas.openxmlformats.org/drawingml/2006/main">
              <a:ext uri="{FF2B5EF4-FFF2-40B4-BE49-F238E27FC236}">
                <a16:creationId xmlns:a16="http://schemas.microsoft.com/office/drawing/2014/main" id="{2EA43AEB-98A6-4CF1-9D93-63C56294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試做可用的原型</a:t>
            </a:r>
          </a:p>
        </p:txBody>
      </p:sp>
      <p:sp>
        <p:nvSpPr>
          <p:cNvPr id="18" name="slide-6-text-18">
            <a:extLst xmlns:a="http://schemas.openxmlformats.org/drawingml/2006/main">
              <a:ext uri="{FF2B5EF4-FFF2-40B4-BE49-F238E27FC236}">
                <a16:creationId xmlns:a16="http://schemas.microsoft.com/office/drawing/2014/main" id="{739EEF73-C185-4F50-B95F-B29DAEB8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具工具權限的系統可協助製作，</a:t>
            </a:r>
          </a:p>
        </p:txBody>
      </p:sp>
      <p:sp>
        <p:nvSpPr>
          <p:cNvPr id="19" name="slide-6-text-19">
            <a:extLst xmlns:a="http://schemas.openxmlformats.org/drawingml/2006/main">
              <a:ext uri="{FF2B5EF4-FFF2-40B4-BE49-F238E27FC236}">
                <a16:creationId xmlns:a16="http://schemas.microsoft.com/office/drawing/2014/main" id="{3BB261E5-59A7-4CB9-9159-F35CDF8C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對外操作保留人工確認。</a:t>
            </a:r>
          </a:p>
        </p:txBody>
      </p:sp>
      <p:sp>
        <p:nvSpPr>
          <p:cNvPr id="20" name="slide-6-text-20">
            <a:extLst xmlns:a="http://schemas.openxmlformats.org/drawingml/2006/main">
              <a:ext uri="{FF2B5EF4-FFF2-40B4-BE49-F238E27FC236}">
                <a16:creationId xmlns:a16="http://schemas.microsoft.com/office/drawing/2014/main" id="{E917DDBA-5235-4E66-BECC-2004A3A6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能力依工具與任務而異。原型提供討論材料，效果仍需觀察。</a:t>
            </a:r>
          </a:p>
        </p:txBody>
      </p:sp>
      <p:sp>
        <p:nvSpPr>
          <p:cNvPr id="21" name="slide-6-text-21">
            <a:extLst xmlns:a="http://schemas.openxmlformats.org/drawingml/2006/main">
              <a:ext uri="{FF2B5EF4-FFF2-40B4-BE49-F238E27FC236}">
                <a16:creationId xmlns:a16="http://schemas.microsoft.com/office/drawing/2014/main" id="{2D5E1B0D-4F20-49EC-BCDE-EF6571C0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06 / 66</a:t>
            </a:r>
          </a:p>
        </p:txBody>
      </p:sp>
    </p:spTree>
    <p:extLst>
      <p:ext uri="{BB962C8B-B14F-4D97-AF65-F5344CB8AC3E}">
        <p14:creationId xmlns:p14="http://schemas.microsoft.com/office/powerpoint/2010/main" val="19462640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ext-1">
            <a:extLst xmlns:a="http://schemas.openxmlformats.org/drawingml/2006/main">
              <a:ext uri="{FF2B5EF4-FFF2-40B4-BE49-F238E27FC236}">
                <a16:creationId xmlns:a16="http://schemas.microsoft.com/office/drawing/2014/main" id="{8947F901-ACDF-4F78-85E1-F8F8C38C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說明工作</a:t>
            </a:r>
          </a:p>
        </p:txBody>
      </p:sp>
      <p:sp>
        <p:nvSpPr>
          <p:cNvPr id="2" name="slide-7-text-2">
            <a:extLst xmlns:a="http://schemas.openxmlformats.org/drawingml/2006/main">
              <a:ext uri="{FF2B5EF4-FFF2-40B4-BE49-F238E27FC236}">
                <a16:creationId xmlns:a16="http://schemas.microsoft.com/office/drawing/2014/main" id="{D3688B0B-39C9-4C6C-BAA6-D70AF26E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委託需要可供檢查的條件</a:t>
            </a:r>
          </a:p>
        </p:txBody>
      </p:sp>
      <p:sp>
        <p:nvSpPr>
          <p:cNvPr id="3" name="slide-7-line-3">
            <a:extLst xmlns:a="http://schemas.openxmlformats.org/drawingml/2006/main">
              <a:ext uri="{FF2B5EF4-FFF2-40B4-BE49-F238E27FC236}">
                <a16:creationId xmlns:a16="http://schemas.microsoft.com/office/drawing/2014/main" id="{27145158-BE18-4722-9C74-6454B3D6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7-text-4">
            <a:extLst xmlns:a="http://schemas.openxmlformats.org/drawingml/2006/main">
              <a:ext uri="{FF2B5EF4-FFF2-40B4-BE49-F238E27FC236}">
                <a16:creationId xmlns:a16="http://schemas.microsoft.com/office/drawing/2014/main" id="{4B5AF67B-8454-4C26-8FA1-59F26D76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7-text-5">
            <a:extLst xmlns:a="http://schemas.openxmlformats.org/drawingml/2006/main">
              <a:ext uri="{FF2B5EF4-FFF2-40B4-BE49-F238E27FC236}">
                <a16:creationId xmlns:a16="http://schemas.microsoft.com/office/drawing/2014/main" id="{E2690D9D-8FDE-49A9-911F-DC82E72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輸入</a:t>
            </a:r>
          </a:p>
        </p:txBody>
      </p:sp>
      <p:sp>
        <p:nvSpPr>
          <p:cNvPr id="6" name="slide-7-text-6">
            <a:extLst xmlns:a="http://schemas.openxmlformats.org/drawingml/2006/main">
              <a:ext uri="{FF2B5EF4-FFF2-40B4-BE49-F238E27FC236}">
                <a16:creationId xmlns:a16="http://schemas.microsoft.com/office/drawing/2014/main" id="{1D291DF0-1420-441E-93EA-AAA4CC11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67000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指定短文、年級、閱讀目的</a:t>
            </a:r>
          </a:p>
        </p:txBody>
      </p:sp>
      <p:sp>
        <p:nvSpPr>
          <p:cNvPr id="7" name="slide-7-line-7">
            <a:extLst xmlns:a="http://schemas.openxmlformats.org/drawingml/2006/main">
              <a:ext uri="{FF2B5EF4-FFF2-40B4-BE49-F238E27FC236}">
                <a16:creationId xmlns:a16="http://schemas.microsoft.com/office/drawing/2014/main" id="{2B80B566-196B-4C94-9D8C-0F375445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7-text-8">
            <a:extLst xmlns:a="http://schemas.openxmlformats.org/drawingml/2006/main">
              <a:ext uri="{FF2B5EF4-FFF2-40B4-BE49-F238E27FC236}">
                <a16:creationId xmlns:a16="http://schemas.microsoft.com/office/drawing/2014/main" id="{85113377-B0BE-4494-84A6-5D09681F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產出</a:t>
            </a:r>
          </a:p>
        </p:txBody>
      </p:sp>
      <p:sp>
        <p:nvSpPr>
          <p:cNvPr id="9" name="slide-7-text-9">
            <a:extLst xmlns:a="http://schemas.openxmlformats.org/drawingml/2006/main">
              <a:ext uri="{FF2B5EF4-FFF2-40B4-BE49-F238E27FC236}">
                <a16:creationId xmlns:a16="http://schemas.microsoft.com/office/drawing/2014/main" id="{561A6483-171B-44C0-8389-0D5FE07E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14725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三個提問及一段教師說明</a:t>
            </a:r>
          </a:p>
        </p:txBody>
      </p:sp>
      <p:sp>
        <p:nvSpPr>
          <p:cNvPr id="10" name="slide-7-line-10">
            <a:extLst xmlns:a="http://schemas.openxmlformats.org/drawingml/2006/main">
              <a:ext uri="{FF2B5EF4-FFF2-40B4-BE49-F238E27FC236}">
                <a16:creationId xmlns:a16="http://schemas.microsoft.com/office/drawing/2014/main" id="{5CC055CC-5D9C-4666-B7A7-772290B7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7-text-11">
            <a:extLst xmlns:a="http://schemas.openxmlformats.org/drawingml/2006/main">
              <a:ext uri="{FF2B5EF4-FFF2-40B4-BE49-F238E27FC236}">
                <a16:creationId xmlns:a16="http://schemas.microsoft.com/office/drawing/2014/main" id="{C88AFDF1-E59E-4283-B39F-0DA79F2C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檢查</a:t>
            </a:r>
          </a:p>
        </p:txBody>
      </p:sp>
      <p:sp>
        <p:nvSpPr>
          <p:cNvPr id="12" name="slide-7-text-12">
            <a:extLst xmlns:a="http://schemas.openxmlformats.org/drawingml/2006/main">
              <a:ext uri="{FF2B5EF4-FFF2-40B4-BE49-F238E27FC236}">
                <a16:creationId xmlns:a16="http://schemas.microsoft.com/office/drawing/2014/main" id="{6BDFCC82-394C-4B4D-9177-7EAD6DF6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每個提問都能回到原文找到依據</a:t>
            </a:r>
          </a:p>
        </p:txBody>
      </p:sp>
      <p:sp>
        <p:nvSpPr>
          <p:cNvPr id="13" name="slide-7-line-13">
            <a:extLst xmlns:a="http://schemas.openxmlformats.org/drawingml/2006/main">
              <a:ext uri="{FF2B5EF4-FFF2-40B4-BE49-F238E27FC236}">
                <a16:creationId xmlns:a16="http://schemas.microsoft.com/office/drawing/2014/main" id="{84FF3235-6A08-4277-8DD6-378B23C2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7-text-14">
            <a:extLst xmlns:a="http://schemas.openxmlformats.org/drawingml/2006/main">
              <a:ext uri="{FF2B5EF4-FFF2-40B4-BE49-F238E27FC236}">
                <a16:creationId xmlns:a16="http://schemas.microsoft.com/office/drawing/2014/main" id="{00776850-DB60-4E2F-A013-E236F313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邊界</a:t>
            </a:r>
          </a:p>
        </p:txBody>
      </p:sp>
      <p:sp>
        <p:nvSpPr>
          <p:cNvPr id="15" name="slide-7-text-15">
            <a:extLst xmlns:a="http://schemas.openxmlformats.org/drawingml/2006/main">
              <a:ext uri="{FF2B5EF4-FFF2-40B4-BE49-F238E27FC236}">
                <a16:creationId xmlns:a16="http://schemas.microsoft.com/office/drawing/2014/main" id="{A4392507-61A1-4006-A053-C241DA4D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10175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不補寫故事，不預先提供標準答案</a:t>
            </a:r>
          </a:p>
        </p:txBody>
      </p:sp>
      <p:sp>
        <p:nvSpPr>
          <p:cNvPr id="16" name="slide-7-line-16">
            <a:extLst xmlns:a="http://schemas.openxmlformats.org/drawingml/2006/main">
              <a:ext uri="{FF2B5EF4-FFF2-40B4-BE49-F238E27FC236}">
                <a16:creationId xmlns:a16="http://schemas.microsoft.com/office/drawing/2014/main" id="{4D96D71E-3400-4582-B34E-FEAE7AEB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7-text-17">
            <a:extLst xmlns:a="http://schemas.openxmlformats.org/drawingml/2006/main">
              <a:ext uri="{FF2B5EF4-FFF2-40B4-BE49-F238E27FC236}">
                <a16:creationId xmlns:a16="http://schemas.microsoft.com/office/drawing/2014/main" id="{16F95F0B-186A-4038-BF93-FE2DF49B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07 / 66</a:t>
            </a:r>
          </a:p>
        </p:txBody>
      </p:sp>
    </p:spTree>
    <p:extLst>
      <p:ext uri="{BB962C8B-B14F-4D97-AF65-F5344CB8AC3E}">
        <p14:creationId xmlns:p14="http://schemas.microsoft.com/office/powerpoint/2010/main" val="690271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8-text-1">
            <a:extLst xmlns:a="http://schemas.openxmlformats.org/drawingml/2006/main">
              <a:ext uri="{FF2B5EF4-FFF2-40B4-BE49-F238E27FC236}">
                <a16:creationId xmlns:a16="http://schemas.microsoft.com/office/drawing/2014/main" id="{F35E3288-B5B7-4CA3-A8EC-F8D125AF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現場示範   對象與用途</a:t>
            </a:r>
          </a:p>
        </p:txBody>
      </p:sp>
      <p:sp>
        <p:nvSpPr>
          <p:cNvPr id="2" name="slide-8-text-2">
            <a:extLst xmlns:a="http://schemas.openxmlformats.org/drawingml/2006/main">
              <a:ext uri="{FF2B5EF4-FFF2-40B4-BE49-F238E27FC236}">
                <a16:creationId xmlns:a16="http://schemas.microsoft.com/office/drawing/2014/main" id="{070B6002-8C72-4BF3-9313-63D2FB52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示範一：同一短文，不同委託</a:t>
            </a:r>
          </a:p>
        </p:txBody>
      </p:sp>
      <p:sp>
        <p:nvSpPr>
          <p:cNvPr id="3" name="slide-8-line-3">
            <a:extLst xmlns:a="http://schemas.openxmlformats.org/drawingml/2006/main">
              <a:ext uri="{FF2B5EF4-FFF2-40B4-BE49-F238E27FC236}">
                <a16:creationId xmlns:a16="http://schemas.microsoft.com/office/drawing/2014/main" id="{684FF367-FF88-4ABF-BD70-28A9E321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8-text-4">
            <a:extLst xmlns:a="http://schemas.openxmlformats.org/drawingml/2006/main">
              <a:ext uri="{FF2B5EF4-FFF2-40B4-BE49-F238E27FC236}">
                <a16:creationId xmlns:a16="http://schemas.microsoft.com/office/drawing/2014/main" id="{96477759-9898-45BB-B5B8-6B196663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8-text-5">
            <a:extLst xmlns:a="http://schemas.openxmlformats.org/drawingml/2006/main">
              <a:ext uri="{FF2B5EF4-FFF2-40B4-BE49-F238E27FC236}">
                <a16:creationId xmlns:a16="http://schemas.microsoft.com/office/drawing/2014/main" id="{70A1425C-4859-4471-84F5-6990B31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原創示例短文《窗邊的樹》</a:t>
            </a:r>
          </a:p>
        </p:txBody>
      </p:sp>
      <p:sp>
        <p:nvSpPr>
          <p:cNvPr id="6" name="slide-8-text-6">
            <a:extLst xmlns:a="http://schemas.openxmlformats.org/drawingml/2006/main">
              <a:ext uri="{FF2B5EF4-FFF2-40B4-BE49-F238E27FC236}">
                <a16:creationId xmlns:a16="http://schemas.microsoft.com/office/drawing/2014/main" id="{B0F4823A-E478-4682-A4B9-FC7599E6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早晨，小晴推開窗，看見樹葉上停着幾滴雨水。</a:t>
            </a:r>
          </a:p>
        </p:txBody>
      </p:sp>
      <p:sp>
        <p:nvSpPr>
          <p:cNvPr id="7" name="slide-8-text-7">
            <a:extLst xmlns:a="http://schemas.openxmlformats.org/drawingml/2006/main">
              <a:ext uri="{FF2B5EF4-FFF2-40B4-BE49-F238E27FC236}">
                <a16:creationId xmlns:a16="http://schemas.microsoft.com/office/drawing/2014/main" id="{11107371-DA59-4810-93AE-F8E6F611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9961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風一吹，雨水落在窗台。午後，陽光照進來，</a:t>
            </a:r>
          </a:p>
        </p:txBody>
      </p:sp>
      <p:sp>
        <p:nvSpPr>
          <p:cNvPr id="8" name="slide-8-text-8">
            <a:extLst xmlns:a="http://schemas.openxmlformats.org/drawingml/2006/main">
              <a:ext uri="{FF2B5EF4-FFF2-40B4-BE49-F238E27FC236}">
                <a16:creationId xmlns:a16="http://schemas.microsoft.com/office/drawing/2014/main" id="{DF47B1C6-4D01-483C-A225-571BCFD0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8598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窗台乾了，樹影慢慢移到書桌旁。</a:t>
            </a:r>
          </a:p>
        </p:txBody>
      </p:sp>
      <p:sp>
        <p:nvSpPr>
          <p:cNvPr id="9" name="slide-8-text-9">
            <a:extLst xmlns:a="http://schemas.openxmlformats.org/drawingml/2006/main">
              <a:ext uri="{FF2B5EF4-FFF2-40B4-BE49-F238E27FC236}">
                <a16:creationId xmlns:a16="http://schemas.microsoft.com/office/drawing/2014/main" id="{E06C62D8-48BB-4A51-88E1-472D9300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7234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她把椅子挪近窗邊，繼續讀那本沒有讀完的書。</a:t>
            </a:r>
          </a:p>
        </p:txBody>
      </p:sp>
      <p:sp>
        <p:nvSpPr>
          <p:cNvPr id="10" name="slide-8-line-10">
            <a:extLst xmlns:a="http://schemas.openxmlformats.org/drawingml/2006/main">
              <a:ext uri="{FF2B5EF4-FFF2-40B4-BE49-F238E27FC236}">
                <a16:creationId xmlns:a16="http://schemas.microsoft.com/office/drawing/2014/main" id="{CEA9ED24-7E74-4159-91F1-B01043D6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07296"/>
            </a:solidFill>
            <a:prstDash val="solid"/>
          </a:ln>
        </p:spPr>
      </p:sp>
      <p:sp>
        <p:nvSpPr>
          <p:cNvPr id="11" name="slide-8-text-11">
            <a:extLst xmlns:a="http://schemas.openxmlformats.org/drawingml/2006/main">
              <a:ext uri="{FF2B5EF4-FFF2-40B4-BE49-F238E27FC236}">
                <a16:creationId xmlns:a16="http://schemas.microsoft.com/office/drawing/2014/main" id="{90532C27-80D3-48AD-B746-DEAEC9FA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190625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兩次都使用相同短文。第二次補充對象、用途與不可改變的事實。</a:t>
            </a:r>
          </a:p>
        </p:txBody>
      </p:sp>
      <p:sp>
        <p:nvSpPr>
          <p:cNvPr id="12" name="slide-8-text-12">
            <a:extLst xmlns:a="http://schemas.openxmlformats.org/drawingml/2006/main">
              <a:ext uri="{FF2B5EF4-FFF2-40B4-BE49-F238E27FC236}">
                <a16:creationId xmlns:a16="http://schemas.microsoft.com/office/drawing/2014/main" id="{4DDF5876-97BA-4569-8372-19010904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短文與離線對照稿均為講座示例，不代表實際模型效果。</a:t>
            </a:r>
          </a:p>
        </p:txBody>
      </p:sp>
      <p:sp>
        <p:nvSpPr>
          <p:cNvPr id="13" name="slide-8-text-13">
            <a:extLst xmlns:a="http://schemas.openxmlformats.org/drawingml/2006/main">
              <a:ext uri="{FF2B5EF4-FFF2-40B4-BE49-F238E27FC236}">
                <a16:creationId xmlns:a16="http://schemas.microsoft.com/office/drawing/2014/main" id="{2AD33A2A-1699-419D-9C14-E28EE872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08 / 66</a:t>
            </a:r>
          </a:p>
        </p:txBody>
      </p:sp>
    </p:spTree>
    <p:extLst>
      <p:ext uri="{BB962C8B-B14F-4D97-AF65-F5344CB8AC3E}">
        <p14:creationId xmlns:p14="http://schemas.microsoft.com/office/powerpoint/2010/main" val="19336494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ext-1">
            <a:extLst xmlns:a="http://schemas.openxmlformats.org/drawingml/2006/main">
              <a:ext uri="{FF2B5EF4-FFF2-40B4-BE49-F238E27FC236}">
                <a16:creationId xmlns:a16="http://schemas.microsoft.com/office/drawing/2014/main" id="{D35BEFB8-3DD3-46E5-9099-15BC6940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示範一   離線對照稿</a:t>
            </a:r>
          </a:p>
        </p:txBody>
      </p:sp>
      <p:sp>
        <p:nvSpPr>
          <p:cNvPr id="2" name="slide-9-text-2">
            <a:extLst xmlns:a="http://schemas.openxmlformats.org/drawingml/2006/main">
              <a:ext uri="{FF2B5EF4-FFF2-40B4-BE49-F238E27FC236}">
                <a16:creationId xmlns:a16="http://schemas.microsoft.com/office/drawing/2014/main" id="{AC62EFD2-CA59-47F3-BAFF-FF079624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情境改變了提問的具體程度</a:t>
            </a:r>
          </a:p>
        </p:txBody>
      </p:sp>
      <p:sp>
        <p:nvSpPr>
          <p:cNvPr id="3" name="slide-9-line-3">
            <a:extLst xmlns:a="http://schemas.openxmlformats.org/drawingml/2006/main">
              <a:ext uri="{FF2B5EF4-FFF2-40B4-BE49-F238E27FC236}">
                <a16:creationId xmlns:a16="http://schemas.microsoft.com/office/drawing/2014/main" id="{52078231-F264-4A1C-A86F-C314648A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9-text-4">
            <a:extLst xmlns:a="http://schemas.openxmlformats.org/drawingml/2006/main">
              <a:ext uri="{FF2B5EF4-FFF2-40B4-BE49-F238E27FC236}">
                <a16:creationId xmlns:a16="http://schemas.microsoft.com/office/drawing/2014/main" id="{58185D36-4762-4A6D-B6BF-935AEAF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9-line-5">
            <a:extLst xmlns:a="http://schemas.openxmlformats.org/drawingml/2006/main">
              <a:ext uri="{FF2B5EF4-FFF2-40B4-BE49-F238E27FC236}">
                <a16:creationId xmlns:a16="http://schemas.microsoft.com/office/drawing/2014/main" id="{B8A5E6C9-2950-44D7-8FF3-F8C97C0E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6" name="slide-9-text-6">
            <a:extLst xmlns:a="http://schemas.openxmlformats.org/drawingml/2006/main">
              <a:ext uri="{FF2B5EF4-FFF2-40B4-BE49-F238E27FC236}">
                <a16:creationId xmlns:a16="http://schemas.microsoft.com/office/drawing/2014/main" id="{E5793011-4253-416A-A2AE-4476B808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334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條件不足的示例</a:t>
            </a:r>
          </a:p>
        </p:txBody>
      </p:sp>
      <p:sp>
        <p:nvSpPr>
          <p:cNvPr id="7" name="slide-9-text-7">
            <a:extLst xmlns:a="http://schemas.openxmlformats.org/drawingml/2006/main">
              <a:ext uri="{FF2B5EF4-FFF2-40B4-BE49-F238E27FC236}">
                <a16:creationId xmlns:a16="http://schemas.microsoft.com/office/drawing/2014/main" id="{6DA29D7D-95FB-4062-98F1-429838A3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談談這篇文章</a:t>
            </a:r>
          </a:p>
        </p:txBody>
      </p:sp>
      <p:sp>
        <p:nvSpPr>
          <p:cNvPr id="8" name="slide-9-text-8">
            <a:extLst xmlns:a="http://schemas.openxmlformats.org/drawingml/2006/main">
              <a:ext uri="{FF2B5EF4-FFF2-40B4-BE49-F238E27FC236}">
                <a16:creationId xmlns:a16="http://schemas.microsoft.com/office/drawing/2014/main" id="{84A4E4A4-28F3-4431-96CB-6155AD80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8293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帶來的人生啟示</a:t>
            </a:r>
          </a:p>
        </p:txBody>
      </p:sp>
      <p:sp>
        <p:nvSpPr>
          <p:cNvPr id="9" name="slide-9-text-9">
            <a:extLst xmlns:a="http://schemas.openxmlformats.org/drawingml/2006/main">
              <a:ext uri="{FF2B5EF4-FFF2-40B4-BE49-F238E27FC236}">
                <a16:creationId xmlns:a16="http://schemas.microsoft.com/office/drawing/2014/main" id="{53554453-F234-487B-AEDC-5223477E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問題沒有指定文本依據，</a:t>
            </a:r>
          </a:p>
        </p:txBody>
      </p:sp>
      <p:sp>
        <p:nvSpPr>
          <p:cNvPr id="10" name="slide-9-text-10">
            <a:extLst xmlns:a="http://schemas.openxmlformats.org/drawingml/2006/main">
              <a:ext uri="{FF2B5EF4-FFF2-40B4-BE49-F238E27FC236}">
                <a16:creationId xmlns:a16="http://schemas.microsoft.com/office/drawing/2014/main" id="{5E243F13-C6EE-4BB0-8178-2023B2EB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7463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也未對應本次閱讀目的。</a:t>
            </a:r>
          </a:p>
        </p:txBody>
      </p:sp>
      <p:sp>
        <p:nvSpPr>
          <p:cNvPr id="11" name="slide-9-text-11">
            <a:extLst xmlns:a="http://schemas.openxmlformats.org/drawingml/2006/main">
              <a:ext uri="{FF2B5EF4-FFF2-40B4-BE49-F238E27FC236}">
                <a16:creationId xmlns:a16="http://schemas.microsoft.com/office/drawing/2014/main" id="{EB3C5E6B-C618-4575-B283-1DBC853A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55245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依委託修訂的示例</a:t>
            </a:r>
          </a:p>
        </p:txBody>
      </p:sp>
      <p:sp>
        <p:nvSpPr>
          <p:cNvPr id="12" name="slide-9-text-12">
            <a:extLst xmlns:a="http://schemas.openxmlformats.org/drawingml/2006/main">
              <a:ext uri="{FF2B5EF4-FFF2-40B4-BE49-F238E27FC236}">
                <a16:creationId xmlns:a16="http://schemas.microsoft.com/office/drawing/2014/main" id="{F38DCE01-A547-43F1-B61A-C9F724C6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找出早晨與午後</a:t>
            </a:r>
          </a:p>
        </p:txBody>
      </p:sp>
      <p:sp>
        <p:nvSpPr>
          <p:cNvPr id="13" name="slide-9-text-13">
            <a:extLst xmlns:a="http://schemas.openxmlformats.org/drawingml/2006/main">
              <a:ext uri="{FF2B5EF4-FFF2-40B4-BE49-F238E27FC236}">
                <a16:creationId xmlns:a16="http://schemas.microsoft.com/office/drawing/2014/main" id="{E3309D48-3BDB-4D59-8B37-597612E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8293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景物改變的語句</a:t>
            </a:r>
          </a:p>
        </p:txBody>
      </p:sp>
      <p:sp>
        <p:nvSpPr>
          <p:cNvPr id="14" name="slide-9-text-14">
            <a:extLst xmlns:a="http://schemas.openxmlformats.org/drawingml/2006/main">
              <a:ext uri="{FF2B5EF4-FFF2-40B4-BE49-F238E27FC236}">
                <a16:creationId xmlns:a16="http://schemas.microsoft.com/office/drawing/2014/main" id="{16A9BAC1-222E-4664-9773-AF2F1E6A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哪些變化由原文直接說明？</a:t>
            </a:r>
          </a:p>
        </p:txBody>
      </p:sp>
      <p:sp>
        <p:nvSpPr>
          <p:cNvPr id="15" name="slide-9-text-15">
            <a:extLst xmlns:a="http://schemas.openxmlformats.org/drawingml/2006/main">
              <a:ext uri="{FF2B5EF4-FFF2-40B4-BE49-F238E27FC236}">
                <a16:creationId xmlns:a16="http://schemas.microsoft.com/office/drawing/2014/main" id="{F3E62DE3-FA13-4D30-8118-CD53620B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7463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哪些只是讀者的推測？</a:t>
            </a:r>
          </a:p>
        </p:txBody>
      </p:sp>
      <p:sp>
        <p:nvSpPr>
          <p:cNvPr id="16" name="slide-9-text-16">
            <a:extLst xmlns:a="http://schemas.openxmlformats.org/drawingml/2006/main">
              <a:ext uri="{FF2B5EF4-FFF2-40B4-BE49-F238E27FC236}">
                <a16:creationId xmlns:a16="http://schemas.microsoft.com/office/drawing/2014/main" id="{EFC52D01-F772-4379-B8B1-77A2E850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本講座預先準備的對照稿，非模型實測輸出。</a:t>
            </a:r>
          </a:p>
        </p:txBody>
      </p:sp>
      <p:sp>
        <p:nvSpPr>
          <p:cNvPr id="17" name="slide-9-text-17">
            <a:extLst xmlns:a="http://schemas.openxmlformats.org/drawingml/2006/main">
              <a:ext uri="{FF2B5EF4-FFF2-40B4-BE49-F238E27FC236}">
                <a16:creationId xmlns:a16="http://schemas.microsoft.com/office/drawing/2014/main" id="{F69EEFF0-E966-4719-A521-39AE76BF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09 / 66</a:t>
            </a:r>
          </a:p>
        </p:txBody>
      </p:sp>
    </p:spTree>
    <p:extLst>
      <p:ext uri="{BB962C8B-B14F-4D97-AF65-F5344CB8AC3E}">
        <p14:creationId xmlns:p14="http://schemas.microsoft.com/office/powerpoint/2010/main" val="77164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0-text-1">
            <a:extLst xmlns:a="http://schemas.openxmlformats.org/drawingml/2006/main">
              <a:ext uri="{FF2B5EF4-FFF2-40B4-BE49-F238E27FC236}">
                <a16:creationId xmlns:a16="http://schemas.microsoft.com/office/drawing/2014/main" id="{024E2202-509E-4144-B763-D4BCB679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如何開始</a:t>
            </a:r>
          </a:p>
        </p:txBody>
      </p:sp>
      <p:sp>
        <p:nvSpPr>
          <p:cNvPr id="2" name="slide-10-text-2">
            <a:extLst xmlns:a="http://schemas.openxmlformats.org/drawingml/2006/main">
              <a:ext uri="{FF2B5EF4-FFF2-40B4-BE49-F238E27FC236}">
                <a16:creationId xmlns:a16="http://schemas.microsoft.com/office/drawing/2014/main" id="{D9810450-5753-4CFD-8906-DF41D229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第一步，限定一次具體備課</a:t>
            </a:r>
          </a:p>
        </p:txBody>
      </p:sp>
      <p:sp>
        <p:nvSpPr>
          <p:cNvPr id="3" name="slide-10-line-3">
            <a:extLst xmlns:a="http://schemas.openxmlformats.org/drawingml/2006/main">
              <a:ext uri="{FF2B5EF4-FFF2-40B4-BE49-F238E27FC236}">
                <a16:creationId xmlns:a16="http://schemas.microsoft.com/office/drawing/2014/main" id="{3558D400-0B64-4718-A141-BC42D0B5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0-text-4">
            <a:extLst xmlns:a="http://schemas.openxmlformats.org/drawingml/2006/main">
              <a:ext uri="{FF2B5EF4-FFF2-40B4-BE49-F238E27FC236}">
                <a16:creationId xmlns:a16="http://schemas.microsoft.com/office/drawing/2014/main" id="{3484D917-B1D6-47B1-AB77-8757B51E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10-text-5">
            <a:extLst xmlns:a="http://schemas.openxmlformats.org/drawingml/2006/main">
              <a:ext uri="{FF2B5EF4-FFF2-40B4-BE49-F238E27FC236}">
                <a16:creationId xmlns:a16="http://schemas.microsoft.com/office/drawing/2014/main" id="{1A60403E-93A3-4DD9-84F3-6D95A772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9525000" cy="113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6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一次備課</a:t>
            </a:r>
          </a:p>
        </p:txBody>
      </p:sp>
      <p:sp>
        <p:nvSpPr>
          <p:cNvPr id="6" name="slide-10-text-6">
            <a:extLst xmlns:a="http://schemas.openxmlformats.org/drawingml/2006/main">
              <a:ext uri="{FF2B5EF4-FFF2-40B4-BE49-F238E27FC236}">
                <a16:creationId xmlns:a16="http://schemas.microsoft.com/office/drawing/2014/main" id="{E235DD77-62A0-443D-9924-AE96A321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190625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觀察教師如何選材料、修改提問、決定是否採用。</a:t>
            </a:r>
          </a:p>
        </p:txBody>
      </p:sp>
      <p:sp>
        <p:nvSpPr>
          <p:cNvPr id="7" name="slide-10-text-7">
            <a:extLst xmlns:a="http://schemas.openxmlformats.org/drawingml/2006/main">
              <a:ext uri="{FF2B5EF4-FFF2-40B4-BE49-F238E27FC236}">
                <a16:creationId xmlns:a16="http://schemas.microsoft.com/office/drawing/2014/main" id="{09194207-1E84-4D5B-9978-2A8D8B22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1906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先取得能支持下一步投入的資訊，</a:t>
            </a:r>
          </a:p>
        </p:txBody>
      </p:sp>
      <p:sp>
        <p:nvSpPr>
          <p:cNvPr id="8" name="slide-10-text-8">
            <a:extLst xmlns:a="http://schemas.openxmlformats.org/drawingml/2006/main">
              <a:ext uri="{FF2B5EF4-FFF2-40B4-BE49-F238E27FC236}">
                <a16:creationId xmlns:a16="http://schemas.microsoft.com/office/drawing/2014/main" id="{0FA1B520-D0B7-4DEE-8CE0-56BFA8C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2115"/>
            <a:ext cx="11906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再決定是否擴展到更多教材與使用者。</a:t>
            </a:r>
          </a:p>
        </p:txBody>
      </p:sp>
      <p:sp>
        <p:nvSpPr>
          <p:cNvPr id="9" name="slide-10-text-9">
            <a:extLst xmlns:a="http://schemas.openxmlformats.org/drawingml/2006/main">
              <a:ext uri="{FF2B5EF4-FFF2-40B4-BE49-F238E27FC236}">
                <a16:creationId xmlns:a16="http://schemas.microsoft.com/office/drawing/2014/main" id="{BFCA8BF5-5E15-401C-B1CB-DE4B7B8B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試用可以發現問題。單次正面回饋仍不足以證明普遍效果。</a:t>
            </a:r>
          </a:p>
        </p:txBody>
      </p:sp>
      <p:sp>
        <p:nvSpPr>
          <p:cNvPr id="10" name="slide-10-text-10">
            <a:extLst xmlns:a="http://schemas.openxmlformats.org/drawingml/2006/main">
              <a:ext uri="{FF2B5EF4-FFF2-40B4-BE49-F238E27FC236}">
                <a16:creationId xmlns:a16="http://schemas.microsoft.com/office/drawing/2014/main" id="{F4766D2A-E84E-4877-B9B7-1C8E83E7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10 / 66</a:t>
            </a:r>
          </a:p>
        </p:txBody>
      </p:sp>
    </p:spTree>
    <p:extLst>
      <p:ext uri="{BB962C8B-B14F-4D97-AF65-F5344CB8AC3E}">
        <p14:creationId xmlns:p14="http://schemas.microsoft.com/office/powerpoint/2010/main" val="48542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1-text-1">
            <a:extLst xmlns:a="http://schemas.openxmlformats.org/drawingml/2006/main">
              <a:ext uri="{FF2B5EF4-FFF2-40B4-BE49-F238E27FC236}">
                <a16:creationId xmlns:a16="http://schemas.microsoft.com/office/drawing/2014/main" id="{6FB8D362-0AC0-460A-ACCE-4DBE6D5F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前導 B   證據與中文傳意</a:t>
            </a:r>
          </a:p>
        </p:txBody>
      </p:sp>
      <p:sp>
        <p:nvSpPr>
          <p:cNvPr id="2" name="slide-11-line-2">
            <a:extLst xmlns:a="http://schemas.openxmlformats.org/drawingml/2006/main">
              <a:ext uri="{FF2B5EF4-FFF2-40B4-BE49-F238E27FC236}">
                <a16:creationId xmlns:a16="http://schemas.microsoft.com/office/drawing/2014/main" id="{E89EC8D9-D55E-4A72-AAEB-2B31C4FA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11-text-3">
            <a:extLst xmlns:a="http://schemas.openxmlformats.org/drawingml/2006/main">
              <a:ext uri="{FF2B5EF4-FFF2-40B4-BE49-F238E27FC236}">
                <a16:creationId xmlns:a16="http://schemas.microsoft.com/office/drawing/2014/main" id="{E80B6C90-0FA6-4271-8897-B919524D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4" name="slide-11-text-4">
            <a:extLst xmlns:a="http://schemas.openxmlformats.org/drawingml/2006/main">
              <a:ext uri="{FF2B5EF4-FFF2-40B4-BE49-F238E27FC236}">
                <a16:creationId xmlns:a16="http://schemas.microsoft.com/office/drawing/2014/main" id="{B7AF7007-3F9C-4F6A-BF60-080B5244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181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序</a:t>
            </a:r>
          </a:p>
        </p:txBody>
      </p:sp>
      <p:sp>
        <p:nvSpPr>
          <p:cNvPr id="5" name="slide-11-text-5">
            <a:extLst xmlns:a="http://schemas.openxmlformats.org/drawingml/2006/main">
              <a:ext uri="{FF2B5EF4-FFF2-40B4-BE49-F238E27FC236}">
                <a16:creationId xmlns:a16="http://schemas.microsoft.com/office/drawing/2014/main" id="{A45531E1-B9A4-4AA4-BDE5-906F752F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09625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一句話的承諾</a:t>
            </a:r>
          </a:p>
        </p:txBody>
      </p:sp>
      <p:sp>
        <p:nvSpPr>
          <p:cNvPr id="6" name="slide-11-text-6">
            <a:extLst xmlns:a="http://schemas.openxmlformats.org/drawingml/2006/main">
              <a:ext uri="{FF2B5EF4-FFF2-40B4-BE49-F238E27FC236}">
                <a16:creationId xmlns:a16="http://schemas.microsoft.com/office/drawing/2014/main" id="{A8D1BBE5-CDE1-46E2-A4A2-9864A2E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742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rPr>
              <a:t>導讀完成之後，介紹它的語言會影響他人對效果的期待。</a:t>
            </a:r>
          </a:p>
        </p:txBody>
      </p:sp>
      <p:sp>
        <p:nvSpPr>
          <p:cNvPr id="7" name="slide-11-text-7">
            <a:extLst xmlns:a="http://schemas.openxmlformats.org/drawingml/2006/main">
              <a:ext uri="{FF2B5EF4-FFF2-40B4-BE49-F238E27FC236}">
                <a16:creationId xmlns:a16="http://schemas.microsoft.com/office/drawing/2014/main" id="{5DA636BA-465F-42A6-AF72-296E9D2C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11 / 66</a:t>
            </a:r>
          </a:p>
        </p:txBody>
      </p:sp>
    </p:spTree>
    <p:extLst>
      <p:ext uri="{BB962C8B-B14F-4D97-AF65-F5344CB8AC3E}">
        <p14:creationId xmlns:p14="http://schemas.microsoft.com/office/powerpoint/2010/main" val="3302679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2-text-1">
            <a:extLst xmlns:a="http://schemas.openxmlformats.org/drawingml/2006/main">
              <a:ext uri="{FF2B5EF4-FFF2-40B4-BE49-F238E27FC236}">
                <a16:creationId xmlns:a16="http://schemas.microsoft.com/office/drawing/2014/main" id="{6C9D5D25-3B59-4771-AB75-E811E661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現場示範   證據與承諾</a:t>
            </a:r>
          </a:p>
        </p:txBody>
      </p:sp>
      <p:sp>
        <p:nvSpPr>
          <p:cNvPr id="2" name="slide-12-text-2">
            <a:extLst xmlns:a="http://schemas.openxmlformats.org/drawingml/2006/main">
              <a:ext uri="{FF2B5EF4-FFF2-40B4-BE49-F238E27FC236}">
                <a16:creationId xmlns:a16="http://schemas.microsoft.com/office/drawing/2014/main" id="{E4543909-CCDF-4CF8-96F6-4567C690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示範二：新資料要求重新判斷</a:t>
            </a:r>
          </a:p>
        </p:txBody>
      </p:sp>
      <p:sp>
        <p:nvSpPr>
          <p:cNvPr id="3" name="slide-12-line-3">
            <a:extLst xmlns:a="http://schemas.openxmlformats.org/drawingml/2006/main">
              <a:ext uri="{FF2B5EF4-FFF2-40B4-BE49-F238E27FC236}">
                <a16:creationId xmlns:a16="http://schemas.microsoft.com/office/drawing/2014/main" id="{5AFBCB80-004E-4160-9935-710E1049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2-text-4">
            <a:extLst xmlns:a="http://schemas.openxmlformats.org/drawingml/2006/main">
              <a:ext uri="{FF2B5EF4-FFF2-40B4-BE49-F238E27FC236}">
                <a16:creationId xmlns:a16="http://schemas.microsoft.com/office/drawing/2014/main" id="{4F30708F-9FDE-4E7D-8332-20DA24C6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12-text-5">
            <a:extLst xmlns:a="http://schemas.openxmlformats.org/drawingml/2006/main">
              <a:ext uri="{FF2B5EF4-FFF2-40B4-BE49-F238E27FC236}">
                <a16:creationId xmlns:a16="http://schemas.microsoft.com/office/drawing/2014/main" id="{D6C2465E-B0C8-4BC6-ACA8-6B50437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待審主張</a:t>
            </a:r>
          </a:p>
        </p:txBody>
      </p:sp>
      <p:sp>
        <p:nvSpPr>
          <p:cNvPr id="6" name="slide-12-text-6">
            <a:extLst xmlns:a="http://schemas.openxmlformats.org/drawingml/2006/main">
              <a:ext uri="{FF2B5EF4-FFF2-40B4-BE49-F238E27FC236}">
                <a16:creationId xmlns:a16="http://schemas.microsoft.com/office/drawing/2014/main" id="{8E364975-1828-4788-B986-8962E2B3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7477125" cy="75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這份導讀能提升</a:t>
            </a:r>
          </a:p>
        </p:txBody>
      </p:sp>
      <p:sp>
        <p:nvSpPr>
          <p:cNvPr id="7" name="slide-12-text-7">
            <a:extLst xmlns:a="http://schemas.openxmlformats.org/drawingml/2006/main">
              <a:ext uri="{FF2B5EF4-FFF2-40B4-BE49-F238E27FC236}">
                <a16:creationId xmlns:a16="http://schemas.microsoft.com/office/drawing/2014/main" id="{AC3E6FA8-4BB8-4E79-9EF1-8FDB2893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9629"/>
            <a:ext cx="7477125" cy="75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學生的閱讀理解</a:t>
            </a:r>
          </a:p>
        </p:txBody>
      </p:sp>
      <p:sp>
        <p:nvSpPr>
          <p:cNvPr id="8" name="slide-12-line-8">
            <a:extLst xmlns:a="http://schemas.openxmlformats.org/drawingml/2006/main">
              <a:ext uri="{FF2B5EF4-FFF2-40B4-BE49-F238E27FC236}">
                <a16:creationId xmlns:a16="http://schemas.microsoft.com/office/drawing/2014/main" id="{8093A810-0BAC-4822-A15E-4CCD0BCC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81275"/>
            <a:ext cx="0" cy="3076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9" name="slide-12-text-9">
            <a:extLst xmlns:a="http://schemas.openxmlformats.org/drawingml/2006/main">
              <a:ext uri="{FF2B5EF4-FFF2-40B4-BE49-F238E27FC236}">
                <a16:creationId xmlns:a16="http://schemas.microsoft.com/office/drawing/2014/main" id="{87A622BE-E626-4442-8C22-88EBD5F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38425"/>
            <a:ext cx="3333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構擬資料</a:t>
            </a:r>
          </a:p>
        </p:txBody>
      </p:sp>
      <p:sp>
        <p:nvSpPr>
          <p:cNvPr id="10" name="slide-12-text-10">
            <a:extLst xmlns:a="http://schemas.openxmlformats.org/drawingml/2006/main">
              <a:ext uri="{FF2B5EF4-FFF2-40B4-BE49-F238E27FC236}">
                <a16:creationId xmlns:a16="http://schemas.microsoft.com/office/drawing/2014/main" id="{5262AC12-042D-45EA-A1C5-6D2430CE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71825"/>
            <a:ext cx="33337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教師認為整理較方便。</a:t>
            </a:r>
          </a:p>
        </p:txBody>
      </p:sp>
      <p:sp>
        <p:nvSpPr>
          <p:cNvPr id="11" name="slide-12-text-11">
            <a:extLst xmlns:a="http://schemas.openxmlformats.org/drawingml/2006/main">
              <a:ext uri="{FF2B5EF4-FFF2-40B4-BE49-F238E27FC236}">
                <a16:creationId xmlns:a16="http://schemas.microsoft.com/office/drawing/2014/main" id="{5915E3F4-B5C8-4465-A4FD-BC289DAB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4065"/>
            <a:ext cx="33337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尚未收集學生作答。</a:t>
            </a:r>
          </a:p>
        </p:txBody>
      </p:sp>
      <p:sp>
        <p:nvSpPr>
          <p:cNvPr id="12" name="slide-12-text-12">
            <a:extLst xmlns:a="http://schemas.openxmlformats.org/drawingml/2006/main">
              <a:ext uri="{FF2B5EF4-FFF2-40B4-BE49-F238E27FC236}">
                <a16:creationId xmlns:a16="http://schemas.microsoft.com/office/drawing/2014/main" id="{6A2FD26E-26E5-42B3-99ED-89D191BE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6304"/>
            <a:ext cx="33337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未作比較或後續追蹤。</a:t>
            </a:r>
          </a:p>
        </p:txBody>
      </p:sp>
      <p:sp>
        <p:nvSpPr>
          <p:cNvPr id="13" name="slide-12-text-13">
            <a:extLst xmlns:a="http://schemas.openxmlformats.org/drawingml/2006/main">
              <a:ext uri="{FF2B5EF4-FFF2-40B4-BE49-F238E27FC236}">
                <a16:creationId xmlns:a16="http://schemas.microsoft.com/office/drawing/2014/main" id="{8002E79C-C3E1-4036-B96A-38CC1B73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構擬回饋與待審主張。演示檢查推論，不展示教學成效。</a:t>
            </a:r>
          </a:p>
        </p:txBody>
      </p:sp>
      <p:sp>
        <p:nvSpPr>
          <p:cNvPr id="14" name="slide-12-text-14">
            <a:extLst xmlns:a="http://schemas.openxmlformats.org/drawingml/2006/main">
              <a:ext uri="{FF2B5EF4-FFF2-40B4-BE49-F238E27FC236}">
                <a16:creationId xmlns:a16="http://schemas.microsoft.com/office/drawing/2014/main" id="{68E9CFDC-B28F-4927-B2B0-2FD3C8A5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12 / 66</a:t>
            </a:r>
          </a:p>
        </p:txBody>
      </p:sp>
    </p:spTree>
    <p:extLst>
      <p:ext uri="{BB962C8B-B14F-4D97-AF65-F5344CB8AC3E}">
        <p14:creationId xmlns:p14="http://schemas.microsoft.com/office/powerpoint/2010/main" val="9917448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13-text-1">
            <a:extLst xmlns:a="http://schemas.openxmlformats.org/drawingml/2006/main">
              <a:ext uri="{FF2B5EF4-FFF2-40B4-BE49-F238E27FC236}">
                <a16:creationId xmlns:a16="http://schemas.microsoft.com/office/drawing/2014/main" id="{9B17ABF7-2F42-4E74-B918-32D01A9A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示範二   離線修訂稿</a:t>
            </a:r>
          </a:p>
        </p:txBody>
      </p:sp>
      <p:sp>
        <p:nvSpPr>
          <p:cNvPr id="2" name="slide-13-text-2">
            <a:extLst xmlns:a="http://schemas.openxmlformats.org/drawingml/2006/main">
              <a:ext uri="{FF2B5EF4-FFF2-40B4-BE49-F238E27FC236}">
                <a16:creationId xmlns:a16="http://schemas.microsoft.com/office/drawing/2014/main" id="{CF20FEF3-FE42-4BCD-97B1-F0609472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方便備課，尚不能推出學習提升</a:t>
            </a:r>
          </a:p>
        </p:txBody>
      </p:sp>
      <p:sp>
        <p:nvSpPr>
          <p:cNvPr id="3" name="slide-13-line-3">
            <a:extLst xmlns:a="http://schemas.openxmlformats.org/drawingml/2006/main">
              <a:ext uri="{FF2B5EF4-FFF2-40B4-BE49-F238E27FC236}">
                <a16:creationId xmlns:a16="http://schemas.microsoft.com/office/drawing/2014/main" id="{36DC798F-DD3A-4DEA-B4A4-08755F91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3-text-4">
            <a:extLst xmlns:a="http://schemas.openxmlformats.org/drawingml/2006/main">
              <a:ext uri="{FF2B5EF4-FFF2-40B4-BE49-F238E27FC236}">
                <a16:creationId xmlns:a16="http://schemas.microsoft.com/office/drawing/2014/main" id="{6B4C50A2-608E-442D-8669-2F936F86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13-text-5">
            <a:extLst xmlns:a="http://schemas.openxmlformats.org/drawingml/2006/main">
              <a:ext uri="{FF2B5EF4-FFF2-40B4-BE49-F238E27FC236}">
                <a16:creationId xmlns:a16="http://schemas.microsoft.com/office/drawing/2014/main" id="{F07FCBFD-2040-4307-95D8-DF6972B9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根據現有資料可以說明</a:t>
            </a:r>
          </a:p>
        </p:txBody>
      </p:sp>
      <p:sp>
        <p:nvSpPr>
          <p:cNvPr id="6" name="slide-13-text-6">
            <a:extLst xmlns:a="http://schemas.openxmlformats.org/drawingml/2006/main">
              <a:ext uri="{FF2B5EF4-FFF2-40B4-BE49-F238E27FC236}">
                <a16:creationId xmlns:a16="http://schemas.microsoft.com/office/drawing/2014/main" id="{1F4BB15C-A967-4739-9D19-B3689887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20015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這份導讀可供教師備課時參考。</a:t>
            </a:r>
          </a:p>
        </p:txBody>
      </p:sp>
      <p:sp>
        <p:nvSpPr>
          <p:cNvPr id="7" name="slide-13-text-7">
            <a:extLst xmlns:a="http://schemas.openxmlformats.org/drawingml/2006/main">
              <a:ext uri="{FF2B5EF4-FFF2-40B4-BE49-F238E27FC236}">
                <a16:creationId xmlns:a16="http://schemas.microsoft.com/office/drawing/2014/main" id="{4877C806-9137-45E7-8488-BC4EF31B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169"/>
            <a:ext cx="120015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構擬試用回饋提到整理材料較方便。</a:t>
            </a:r>
          </a:p>
        </p:txBody>
      </p:sp>
      <p:sp>
        <p:nvSpPr>
          <p:cNvPr id="8" name="slide-13-text-8">
            <a:extLst xmlns:a="http://schemas.openxmlformats.org/drawingml/2006/main">
              <a:ext uri="{FF2B5EF4-FFF2-40B4-BE49-F238E27FC236}">
                <a16:creationId xmlns:a16="http://schemas.microsoft.com/office/drawing/2014/main" id="{568B3E5E-8498-41BF-B3D0-656FB176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仍待檢驗</a:t>
            </a:r>
          </a:p>
        </p:txBody>
      </p:sp>
      <p:sp>
        <p:nvSpPr>
          <p:cNvPr id="9" name="slide-13-text-9">
            <a:extLst xmlns:a="http://schemas.openxmlformats.org/drawingml/2006/main">
              <a:ext uri="{FF2B5EF4-FFF2-40B4-BE49-F238E27FC236}">
                <a16:creationId xmlns:a16="http://schemas.microsoft.com/office/drawing/2014/main" id="{A35605FF-0B68-41AD-9E1B-97DC421D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2001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對學生閱讀理解的影響尚未評估。</a:t>
            </a:r>
          </a:p>
        </p:txBody>
      </p:sp>
      <p:sp>
        <p:nvSpPr>
          <p:cNvPr id="10" name="slide-13-text-10">
            <a:extLst xmlns:a="http://schemas.openxmlformats.org/drawingml/2006/main">
              <a:ext uri="{FF2B5EF4-FFF2-40B4-BE49-F238E27FC236}">
                <a16:creationId xmlns:a16="http://schemas.microsoft.com/office/drawing/2014/main" id="{5ADD3019-201A-4B15-A80C-9385810D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966"/>
            <a:ext cx="12001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下一步需要觀察學生能否依據短文解釋自己的回答。</a:t>
            </a:r>
          </a:p>
        </p:txBody>
      </p:sp>
      <p:sp>
        <p:nvSpPr>
          <p:cNvPr id="11" name="slide-13-text-11">
            <a:extLst xmlns:a="http://schemas.openxmlformats.org/drawingml/2006/main">
              <a:ext uri="{FF2B5EF4-FFF2-40B4-BE49-F238E27FC236}">
                <a16:creationId xmlns:a16="http://schemas.microsoft.com/office/drawing/2014/main" id="{00A31CE5-4F45-4402-B493-4253D890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本講座預先準備的修訂示例，非研究發現或真實產品宣傳。</a:t>
            </a:r>
          </a:p>
        </p:txBody>
      </p:sp>
      <p:sp>
        <p:nvSpPr>
          <p:cNvPr id="12" name="slide-13-text-12">
            <a:extLst xmlns:a="http://schemas.openxmlformats.org/drawingml/2006/main">
              <a:ext uri="{FF2B5EF4-FFF2-40B4-BE49-F238E27FC236}">
                <a16:creationId xmlns:a16="http://schemas.microsoft.com/office/drawing/2014/main" id="{02B79573-82BE-4EAC-8C98-D672C3CD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13 / 66</a:t>
            </a:r>
          </a:p>
        </p:txBody>
      </p:sp>
    </p:spTree>
    <p:extLst>
      <p:ext uri="{BB962C8B-B14F-4D97-AF65-F5344CB8AC3E}">
        <p14:creationId xmlns:p14="http://schemas.microsoft.com/office/powerpoint/2010/main" val="8197740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4-text-1">
            <a:extLst xmlns:a="http://schemas.openxmlformats.org/drawingml/2006/main">
              <a:ext uri="{FF2B5EF4-FFF2-40B4-BE49-F238E27FC236}">
                <a16:creationId xmlns:a16="http://schemas.microsoft.com/office/drawing/2014/main" id="{A237E967-5DFA-4985-AFA4-82E316DE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表達中的判斷</a:t>
            </a:r>
          </a:p>
        </p:txBody>
      </p:sp>
      <p:sp>
        <p:nvSpPr>
          <p:cNvPr id="2" name="slide-14-text-2">
            <a:extLst xmlns:a="http://schemas.openxmlformats.org/drawingml/2006/main">
              <a:ext uri="{FF2B5EF4-FFF2-40B4-BE49-F238E27FC236}">
                <a16:creationId xmlns:a16="http://schemas.microsoft.com/office/drawing/2014/main" id="{D13C569D-FE9A-450C-8AD3-13C4E33F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幾個中文詞語，界定了證據的範圍</a:t>
            </a:r>
          </a:p>
        </p:txBody>
      </p:sp>
      <p:sp>
        <p:nvSpPr>
          <p:cNvPr id="3" name="slide-14-line-3">
            <a:extLst xmlns:a="http://schemas.openxmlformats.org/drawingml/2006/main">
              <a:ext uri="{FF2B5EF4-FFF2-40B4-BE49-F238E27FC236}">
                <a16:creationId xmlns:a16="http://schemas.microsoft.com/office/drawing/2014/main" id="{5EA6D63E-08C4-4CA2-942A-9D103A91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4-text-4">
            <a:extLst xmlns:a="http://schemas.openxmlformats.org/drawingml/2006/main">
              <a:ext uri="{FF2B5EF4-FFF2-40B4-BE49-F238E27FC236}">
                <a16:creationId xmlns:a16="http://schemas.microsoft.com/office/drawing/2014/main" id="{B4509002-15E4-49AC-9338-25C8229E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14-text-5">
            <a:extLst xmlns:a="http://schemas.openxmlformats.org/drawingml/2006/main">
              <a:ext uri="{FF2B5EF4-FFF2-40B4-BE49-F238E27FC236}">
                <a16:creationId xmlns:a16="http://schemas.microsoft.com/office/drawing/2014/main" id="{1A9CDAE8-E946-418F-9606-F4822E08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47875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誰的觀察</a:t>
            </a:r>
          </a:p>
        </p:txBody>
      </p:sp>
      <p:sp>
        <p:nvSpPr>
          <p:cNvPr id="6" name="slide-14-text-6">
            <a:extLst xmlns:a="http://schemas.openxmlformats.org/drawingml/2006/main">
              <a:ext uri="{FF2B5EF4-FFF2-40B4-BE49-F238E27FC236}">
                <a16:creationId xmlns:a16="http://schemas.microsoft.com/office/drawing/2014/main" id="{9CDB86C7-6096-4A3F-A9B9-F52E75C8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5572125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教師認為</a:t>
            </a:r>
          </a:p>
        </p:txBody>
      </p:sp>
      <p:sp>
        <p:nvSpPr>
          <p:cNvPr id="7" name="slide-14-text-7">
            <a:extLst xmlns:a="http://schemas.openxmlformats.org/drawingml/2006/main">
              <a:ext uri="{FF2B5EF4-FFF2-40B4-BE49-F238E27FC236}">
                <a16:creationId xmlns:a16="http://schemas.microsoft.com/office/drawing/2014/main" id="{D4A96904-F0AB-43E2-9838-21931B5E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3429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主觀回饋的來源</a:t>
            </a:r>
          </a:p>
        </p:txBody>
      </p:sp>
      <p:sp>
        <p:nvSpPr>
          <p:cNvPr id="8" name="slide-14-line-8">
            <a:extLst xmlns:a="http://schemas.openxmlformats.org/drawingml/2006/main">
              <a:ext uri="{FF2B5EF4-FFF2-40B4-BE49-F238E27FC236}">
                <a16:creationId xmlns:a16="http://schemas.microsoft.com/office/drawing/2014/main" id="{2990C551-8C94-4FF1-804D-9DD410EC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9" name="slide-14-text-9">
            <a:extLst xmlns:a="http://schemas.openxmlformats.org/drawingml/2006/main">
              <a:ext uri="{FF2B5EF4-FFF2-40B4-BE49-F238E27FC236}">
                <a16:creationId xmlns:a16="http://schemas.microsoft.com/office/drawing/2014/main" id="{4E7B1164-8983-4227-BED9-A5B32B67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047875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在哪個範圍</a:t>
            </a:r>
          </a:p>
        </p:txBody>
      </p:sp>
      <p:sp>
        <p:nvSpPr>
          <p:cNvPr id="10" name="slide-14-text-10">
            <a:extLst xmlns:a="http://schemas.openxmlformats.org/drawingml/2006/main">
              <a:ext uri="{FF2B5EF4-FFF2-40B4-BE49-F238E27FC236}">
                <a16:creationId xmlns:a16="http://schemas.microsoft.com/office/drawing/2014/main" id="{55A0A3C6-C6A0-4EF0-A55E-40FFE49F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00475"/>
            <a:ext cx="5572125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整理材料較方便</a:t>
            </a:r>
          </a:p>
        </p:txBody>
      </p:sp>
      <p:sp>
        <p:nvSpPr>
          <p:cNvPr id="11" name="slide-14-text-11">
            <a:extLst xmlns:a="http://schemas.openxmlformats.org/drawingml/2006/main">
              <a:ext uri="{FF2B5EF4-FFF2-40B4-BE49-F238E27FC236}">
                <a16:creationId xmlns:a16="http://schemas.microsoft.com/office/drawing/2014/main" id="{159D12D7-CB27-4C90-9F84-20520104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76675"/>
            <a:ext cx="3429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指向備課工作</a:t>
            </a:r>
          </a:p>
        </p:txBody>
      </p:sp>
      <p:sp>
        <p:nvSpPr>
          <p:cNvPr id="12" name="slide-14-line-12">
            <a:extLst xmlns:a="http://schemas.openxmlformats.org/drawingml/2006/main">
              <a:ext uri="{FF2B5EF4-FFF2-40B4-BE49-F238E27FC236}">
                <a16:creationId xmlns:a16="http://schemas.microsoft.com/office/drawing/2014/main" id="{74031EA5-F440-44C7-994E-7CBEC55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3" name="slide-14-text-13">
            <a:extLst xmlns:a="http://schemas.openxmlformats.org/drawingml/2006/main">
              <a:ext uri="{FF2B5EF4-FFF2-40B4-BE49-F238E27FC236}">
                <a16:creationId xmlns:a16="http://schemas.microsoft.com/office/drawing/2014/main" id="{D3796ADC-03B5-4891-873D-952C2355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2047875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哪些仍未知</a:t>
            </a:r>
          </a:p>
        </p:txBody>
      </p:sp>
      <p:sp>
        <p:nvSpPr>
          <p:cNvPr id="14" name="slide-14-text-14">
            <a:extLst xmlns:a="http://schemas.openxmlformats.org/drawingml/2006/main">
              <a:ext uri="{FF2B5EF4-FFF2-40B4-BE49-F238E27FC236}">
                <a16:creationId xmlns:a16="http://schemas.microsoft.com/office/drawing/2014/main" id="{76BBBA5B-99C6-4680-8B0B-C3141395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33950"/>
            <a:ext cx="5572125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尚未評估</a:t>
            </a:r>
          </a:p>
        </p:txBody>
      </p:sp>
      <p:sp>
        <p:nvSpPr>
          <p:cNvPr id="15" name="slide-14-text-15">
            <a:extLst xmlns:a="http://schemas.openxmlformats.org/drawingml/2006/main">
              <a:ext uri="{FF2B5EF4-FFF2-40B4-BE49-F238E27FC236}">
                <a16:creationId xmlns:a16="http://schemas.microsoft.com/office/drawing/2014/main" id="{B8578062-8F9A-445E-AC89-9F8D84AE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0150"/>
            <a:ext cx="3429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不能宣稱學習提升</a:t>
            </a:r>
          </a:p>
        </p:txBody>
      </p:sp>
      <p:sp>
        <p:nvSpPr>
          <p:cNvPr id="16" name="slide-14-line-16">
            <a:extLst xmlns:a="http://schemas.openxmlformats.org/drawingml/2006/main">
              <a:ext uri="{FF2B5EF4-FFF2-40B4-BE49-F238E27FC236}">
                <a16:creationId xmlns:a16="http://schemas.microsoft.com/office/drawing/2014/main" id="{E1D12C9C-7E78-49D2-8367-6DC06277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14-text-17">
            <a:extLst xmlns:a="http://schemas.openxmlformats.org/drawingml/2006/main">
              <a:ext uri="{FF2B5EF4-FFF2-40B4-BE49-F238E27FC236}">
                <a16:creationId xmlns:a16="http://schemas.microsoft.com/office/drawing/2014/main" id="{66AB6525-F0F3-4B9E-B319-751BF97C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14 / 66</a:t>
            </a:r>
          </a:p>
        </p:txBody>
      </p:sp>
    </p:spTree>
    <p:extLst>
      <p:ext uri="{BB962C8B-B14F-4D97-AF65-F5344CB8AC3E}">
        <p14:creationId xmlns:p14="http://schemas.microsoft.com/office/powerpoint/2010/main" val="19296509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5-text-1">
            <a:extLst xmlns:a="http://schemas.openxmlformats.org/drawingml/2006/main">
              <a:ext uri="{FF2B5EF4-FFF2-40B4-BE49-F238E27FC236}">
                <a16:creationId xmlns:a16="http://schemas.microsoft.com/office/drawing/2014/main" id="{DA805259-34E8-4D60-B1F9-917E0D1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判斷的基礎</a:t>
            </a:r>
          </a:p>
        </p:txBody>
      </p:sp>
      <p:sp>
        <p:nvSpPr>
          <p:cNvPr id="2" name="slide-15-text-2">
            <a:extLst xmlns:a="http://schemas.openxmlformats.org/drawingml/2006/main">
              <a:ext uri="{FF2B5EF4-FFF2-40B4-BE49-F238E27FC236}">
                <a16:creationId xmlns:a16="http://schemas.microsoft.com/office/drawing/2014/main" id="{7B5A3F5B-D926-4E76-B807-5CDA5DCB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專業知識決定該追問甚麼</a:t>
            </a:r>
          </a:p>
        </p:txBody>
      </p:sp>
      <p:sp>
        <p:nvSpPr>
          <p:cNvPr id="3" name="slide-15-line-3">
            <a:extLst xmlns:a="http://schemas.openxmlformats.org/drawingml/2006/main">
              <a:ext uri="{FF2B5EF4-FFF2-40B4-BE49-F238E27FC236}">
                <a16:creationId xmlns:a16="http://schemas.microsoft.com/office/drawing/2014/main" id="{D0B1AB8B-966C-4AAF-9406-7F81239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5-text-4">
            <a:extLst xmlns:a="http://schemas.openxmlformats.org/drawingml/2006/main">
              <a:ext uri="{FF2B5EF4-FFF2-40B4-BE49-F238E27FC236}">
                <a16:creationId xmlns:a16="http://schemas.microsoft.com/office/drawing/2014/main" id="{2F18CCED-5145-4F87-AA62-BDE7D2FD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15-text-5">
            <a:extLst xmlns:a="http://schemas.openxmlformats.org/drawingml/2006/main">
              <a:ext uri="{FF2B5EF4-FFF2-40B4-BE49-F238E27FC236}">
                <a16:creationId xmlns:a16="http://schemas.microsoft.com/office/drawing/2014/main" id="{E2C0283E-73D8-4F8B-BE7D-D4ACFE1E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190625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「效果」指的是甚麼？</a:t>
            </a:r>
          </a:p>
        </p:txBody>
      </p:sp>
      <p:sp>
        <p:nvSpPr>
          <p:cNvPr id="6" name="slide-15-text-6">
            <a:extLst xmlns:a="http://schemas.openxmlformats.org/drawingml/2006/main">
              <a:ext uri="{FF2B5EF4-FFF2-40B4-BE49-F238E27FC236}">
                <a16:creationId xmlns:a16="http://schemas.microsoft.com/office/drawing/2014/main" id="{10C5DD74-F066-42C1-966E-98C9FEEF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19062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教育：方便備課，與學生理解是不同結果。</a:t>
            </a:r>
          </a:p>
        </p:txBody>
      </p:sp>
      <p:sp>
        <p:nvSpPr>
          <p:cNvPr id="7" name="slide-15-text-7">
            <a:extLst xmlns:a="http://schemas.openxmlformats.org/drawingml/2006/main">
              <a:ext uri="{FF2B5EF4-FFF2-40B4-BE49-F238E27FC236}">
                <a16:creationId xmlns:a16="http://schemas.microsoft.com/office/drawing/2014/main" id="{3B49D922-7620-4CDA-AD70-9F9B7C90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0466"/>
            <a:ext cx="119062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商業：表示喜歡，與願意持續使用是不同證據。</a:t>
            </a:r>
          </a:p>
        </p:txBody>
      </p:sp>
      <p:sp>
        <p:nvSpPr>
          <p:cNvPr id="8" name="slide-15-text-8">
            <a:extLst xmlns:a="http://schemas.openxmlformats.org/drawingml/2006/main">
              <a:ext uri="{FF2B5EF4-FFF2-40B4-BE49-F238E27FC236}">
                <a16:creationId xmlns:a16="http://schemas.microsoft.com/office/drawing/2014/main" id="{173F93EC-52AC-4E75-BAF1-2264DEE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3282"/>
            <a:ext cx="119062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科學：同時出現的變化，仍需檢查因果解釋。</a:t>
            </a:r>
          </a:p>
        </p:txBody>
      </p:sp>
      <p:sp>
        <p:nvSpPr>
          <p:cNvPr id="9" name="slide-15-text-9">
            <a:extLst xmlns:a="http://schemas.openxmlformats.org/drawingml/2006/main">
              <a:ext uri="{FF2B5EF4-FFF2-40B4-BE49-F238E27FC236}">
                <a16:creationId xmlns:a16="http://schemas.microsoft.com/office/drawing/2014/main" id="{019FC8D8-1CE8-48B2-A9FD-9163CA38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跨學科類比。各領域需依其專業標準判斷。</a:t>
            </a:r>
          </a:p>
        </p:txBody>
      </p:sp>
      <p:sp>
        <p:nvSpPr>
          <p:cNvPr id="10" name="slide-15-text-10">
            <a:extLst xmlns:a="http://schemas.openxmlformats.org/drawingml/2006/main">
              <a:ext uri="{FF2B5EF4-FFF2-40B4-BE49-F238E27FC236}">
                <a16:creationId xmlns:a16="http://schemas.microsoft.com/office/drawing/2014/main" id="{6F99528F-076E-403C-A013-FDD87E7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15 / 66</a:t>
            </a:r>
          </a:p>
        </p:txBody>
      </p:sp>
    </p:spTree>
    <p:extLst>
      <p:ext uri="{BB962C8B-B14F-4D97-AF65-F5344CB8AC3E}">
        <p14:creationId xmlns:p14="http://schemas.microsoft.com/office/powerpoint/2010/main" val="20530727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16-text-1">
            <a:extLst xmlns:a="http://schemas.openxmlformats.org/drawingml/2006/main">
              <a:ext uri="{FF2B5EF4-FFF2-40B4-BE49-F238E27FC236}">
                <a16:creationId xmlns:a16="http://schemas.microsoft.com/office/drawing/2014/main" id="{89C9F63F-DF9A-4097-B84E-AC2FA3AD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協調共同理解</a:t>
            </a:r>
          </a:p>
        </p:txBody>
      </p:sp>
      <p:sp>
        <p:nvSpPr>
          <p:cNvPr id="2" name="slide-16-text-2">
            <a:extLst xmlns:a="http://schemas.openxmlformats.org/drawingml/2006/main">
              <a:ext uri="{FF2B5EF4-FFF2-40B4-BE49-F238E27FC236}">
                <a16:creationId xmlns:a16="http://schemas.microsoft.com/office/drawing/2014/main" id="{CDFD5A85-ADB2-469F-9F18-DCDA6B1D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不同角色，需要不同的說明</a:t>
            </a:r>
          </a:p>
        </p:txBody>
      </p:sp>
      <p:sp>
        <p:nvSpPr>
          <p:cNvPr id="3" name="slide-16-line-3">
            <a:extLst xmlns:a="http://schemas.openxmlformats.org/drawingml/2006/main">
              <a:ext uri="{FF2B5EF4-FFF2-40B4-BE49-F238E27FC236}">
                <a16:creationId xmlns:a16="http://schemas.microsoft.com/office/drawing/2014/main" id="{3495E165-B9C0-4DE6-8DD0-1806FFC7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6-text-4">
            <a:extLst xmlns:a="http://schemas.openxmlformats.org/drawingml/2006/main">
              <a:ext uri="{FF2B5EF4-FFF2-40B4-BE49-F238E27FC236}">
                <a16:creationId xmlns:a16="http://schemas.microsoft.com/office/drawing/2014/main" id="{90D85588-78A1-45F6-BE44-34A8BC7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16-text-5">
            <a:extLst xmlns:a="http://schemas.openxmlformats.org/drawingml/2006/main">
              <a:ext uri="{FF2B5EF4-FFF2-40B4-BE49-F238E27FC236}">
                <a16:creationId xmlns:a16="http://schemas.microsoft.com/office/drawing/2014/main" id="{62157FCB-A771-46BA-87CF-1DC7E0F8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對教師</a:t>
            </a:r>
          </a:p>
        </p:txBody>
      </p:sp>
      <p:sp>
        <p:nvSpPr>
          <p:cNvPr id="6" name="slide-16-line-6">
            <a:extLst xmlns:a="http://schemas.openxmlformats.org/drawingml/2006/main">
              <a:ext uri="{FF2B5EF4-FFF2-40B4-BE49-F238E27FC236}">
                <a16:creationId xmlns:a16="http://schemas.microsoft.com/office/drawing/2014/main" id="{4B9AABB7-51BB-4115-A07D-9AC99B6A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16-text-7">
            <a:extLst xmlns:a="http://schemas.openxmlformats.org/drawingml/2006/main">
              <a:ext uri="{FF2B5EF4-FFF2-40B4-BE49-F238E27FC236}">
                <a16:creationId xmlns:a16="http://schemas.microsoft.com/office/drawing/2014/main" id="{175B0B54-9310-42E0-8958-C70875F7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說明如何使用</a:t>
            </a:r>
          </a:p>
        </p:txBody>
      </p:sp>
      <p:sp>
        <p:nvSpPr>
          <p:cNvPr id="8" name="slide-16-text-8">
            <a:extLst xmlns:a="http://schemas.openxmlformats.org/drawingml/2006/main">
              <a:ext uri="{FF2B5EF4-FFF2-40B4-BE49-F238E27FC236}">
                <a16:creationId xmlns:a16="http://schemas.microsoft.com/office/drawing/2014/main" id="{F2D025DB-338C-45D4-B90F-2DA9093D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適用的學生與課文。</a:t>
            </a:r>
          </a:p>
        </p:txBody>
      </p:sp>
      <p:sp>
        <p:nvSpPr>
          <p:cNvPr id="9" name="slide-16-text-9">
            <a:extLst xmlns:a="http://schemas.openxmlformats.org/drawingml/2006/main">
              <a:ext uri="{FF2B5EF4-FFF2-40B4-BE49-F238E27FC236}">
                <a16:creationId xmlns:a16="http://schemas.microsoft.com/office/drawing/2014/main" id="{F9BBF729-B79F-46C9-BA27-82C293D2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需要教師再作哪些調整。</a:t>
            </a:r>
          </a:p>
        </p:txBody>
      </p:sp>
      <p:sp>
        <p:nvSpPr>
          <p:cNvPr id="10" name="slide-16-text-10">
            <a:extLst xmlns:a="http://schemas.openxmlformats.org/drawingml/2006/main">
              <a:ext uri="{FF2B5EF4-FFF2-40B4-BE49-F238E27FC236}">
                <a16:creationId xmlns:a16="http://schemas.microsoft.com/office/drawing/2014/main" id="{677F1671-A979-4797-A7FE-99DE048D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對協作者</a:t>
            </a:r>
          </a:p>
        </p:txBody>
      </p:sp>
      <p:sp>
        <p:nvSpPr>
          <p:cNvPr id="11" name="slide-16-line-11">
            <a:extLst xmlns:a="http://schemas.openxmlformats.org/drawingml/2006/main">
              <a:ext uri="{FF2B5EF4-FFF2-40B4-BE49-F238E27FC236}">
                <a16:creationId xmlns:a16="http://schemas.microsoft.com/office/drawing/2014/main" id="{546286A0-2D19-47B5-A868-25AC0382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2" name="slide-16-text-12">
            <a:extLst xmlns:a="http://schemas.openxmlformats.org/drawingml/2006/main">
              <a:ext uri="{FF2B5EF4-FFF2-40B4-BE49-F238E27FC236}">
                <a16:creationId xmlns:a16="http://schemas.microsoft.com/office/drawing/2014/main" id="{37BEE206-953B-4241-867F-5E7B6789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說明如何製作</a:t>
            </a:r>
          </a:p>
        </p:txBody>
      </p:sp>
      <p:sp>
        <p:nvSpPr>
          <p:cNvPr id="13" name="slide-16-text-13">
            <a:extLst xmlns:a="http://schemas.openxmlformats.org/drawingml/2006/main">
              <a:ext uri="{FF2B5EF4-FFF2-40B4-BE49-F238E27FC236}">
                <a16:creationId xmlns:a16="http://schemas.microsoft.com/office/drawing/2014/main" id="{80A2E953-D260-41ED-B156-3F5B3DF8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輸入材料、產出形式。</a:t>
            </a:r>
          </a:p>
        </p:txBody>
      </p:sp>
      <p:sp>
        <p:nvSpPr>
          <p:cNvPr id="14" name="slide-16-text-14">
            <a:extLst xmlns:a="http://schemas.openxmlformats.org/drawingml/2006/main">
              <a:ext uri="{FF2B5EF4-FFF2-40B4-BE49-F238E27FC236}">
                <a16:creationId xmlns:a16="http://schemas.microsoft.com/office/drawing/2014/main" id="{8690766C-AD6C-4978-9301-738564F8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檢查依據與需要確認的地方。</a:t>
            </a:r>
          </a:p>
        </p:txBody>
      </p:sp>
      <p:sp>
        <p:nvSpPr>
          <p:cNvPr id="15" name="slide-16-text-15">
            <a:extLst xmlns:a="http://schemas.openxmlformats.org/drawingml/2006/main">
              <a:ext uri="{FF2B5EF4-FFF2-40B4-BE49-F238E27FC236}">
                <a16:creationId xmlns:a16="http://schemas.microsoft.com/office/drawing/2014/main" id="{40268059-2647-4DC5-A5F6-9256BE27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對負責人</a:t>
            </a:r>
          </a:p>
        </p:txBody>
      </p:sp>
      <p:sp>
        <p:nvSpPr>
          <p:cNvPr id="16" name="slide-16-line-16">
            <a:extLst xmlns:a="http://schemas.openxmlformats.org/drawingml/2006/main">
              <a:ext uri="{FF2B5EF4-FFF2-40B4-BE49-F238E27FC236}">
                <a16:creationId xmlns:a16="http://schemas.microsoft.com/office/drawing/2014/main" id="{FF287BBD-B5C9-4813-AEA5-BD3B92F6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7" name="slide-16-text-17">
            <a:extLst xmlns:a="http://schemas.openxmlformats.org/drawingml/2006/main">
              <a:ext uri="{FF2B5EF4-FFF2-40B4-BE49-F238E27FC236}">
                <a16:creationId xmlns:a16="http://schemas.microsoft.com/office/drawing/2014/main" id="{4168E812-BFB4-4FFC-A81B-59BDD61E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說明承諾到哪裏</a:t>
            </a:r>
          </a:p>
        </p:txBody>
      </p:sp>
      <p:sp>
        <p:nvSpPr>
          <p:cNvPr id="18" name="slide-16-text-18">
            <a:extLst xmlns:a="http://schemas.openxmlformats.org/drawingml/2006/main">
              <a:ext uri="{FF2B5EF4-FFF2-40B4-BE49-F238E27FC236}">
                <a16:creationId xmlns:a16="http://schemas.microsoft.com/office/drawing/2014/main" id="{40DC41E7-B6D0-4FCC-891C-D35E6A8B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已完成的工作。</a:t>
            </a:r>
          </a:p>
        </p:txBody>
      </p:sp>
      <p:sp>
        <p:nvSpPr>
          <p:cNvPr id="19" name="slide-16-text-19">
            <a:extLst xmlns:a="http://schemas.openxmlformats.org/drawingml/2006/main">
              <a:ext uri="{FF2B5EF4-FFF2-40B4-BE49-F238E27FC236}">
                <a16:creationId xmlns:a16="http://schemas.microsoft.com/office/drawing/2014/main" id="{BDE57F30-BC99-47EC-B20F-BC302785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未知、風險及下一步驗證。</a:t>
            </a:r>
          </a:p>
        </p:txBody>
      </p:sp>
      <p:sp>
        <p:nvSpPr>
          <p:cNvPr id="20" name="slide-16-text-20">
            <a:extLst xmlns:a="http://schemas.openxmlformats.org/drawingml/2006/main">
              <a:ext uri="{FF2B5EF4-FFF2-40B4-BE49-F238E27FC236}">
                <a16:creationId xmlns:a16="http://schemas.microsoft.com/office/drawing/2014/main" id="{A509F670-9E1D-4FF0-840B-4515DCA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受眾改變，可以調整解釋方式。核心事實與承諾保持一致。</a:t>
            </a:r>
          </a:p>
        </p:txBody>
      </p:sp>
      <p:sp>
        <p:nvSpPr>
          <p:cNvPr id="21" name="slide-16-text-21">
            <a:extLst xmlns:a="http://schemas.openxmlformats.org/drawingml/2006/main">
              <a:ext uri="{FF2B5EF4-FFF2-40B4-BE49-F238E27FC236}">
                <a16:creationId xmlns:a16="http://schemas.microsoft.com/office/drawing/2014/main" id="{7EAE213E-3DCE-403D-A937-438A19B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16 / 66</a:t>
            </a:r>
          </a:p>
        </p:txBody>
      </p:sp>
    </p:spTree>
    <p:extLst>
      <p:ext uri="{BB962C8B-B14F-4D97-AF65-F5344CB8AC3E}">
        <p14:creationId xmlns:p14="http://schemas.microsoft.com/office/powerpoint/2010/main" val="19057625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7-text-1">
            <a:extLst xmlns:a="http://schemas.openxmlformats.org/drawingml/2006/main">
              <a:ext uri="{FF2B5EF4-FFF2-40B4-BE49-F238E27FC236}">
                <a16:creationId xmlns:a16="http://schemas.microsoft.com/office/drawing/2014/main" id="{0E0B600A-3BBA-46F0-8F9B-5737E664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表達與工作</a:t>
            </a:r>
          </a:p>
        </p:txBody>
      </p:sp>
      <p:sp>
        <p:nvSpPr>
          <p:cNvPr id="2" name="slide-17-text-2">
            <a:extLst xmlns:a="http://schemas.openxmlformats.org/drawingml/2006/main">
              <a:ext uri="{FF2B5EF4-FFF2-40B4-BE49-F238E27FC236}">
                <a16:creationId xmlns:a16="http://schemas.microsoft.com/office/drawing/2014/main" id="{71A6F15B-BB92-4AD9-AFE4-652BD59D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委託的寫法，會改變團隊的工作</a:t>
            </a:r>
          </a:p>
        </p:txBody>
      </p:sp>
      <p:sp>
        <p:nvSpPr>
          <p:cNvPr id="3" name="slide-17-line-3">
            <a:extLst xmlns:a="http://schemas.openxmlformats.org/drawingml/2006/main">
              <a:ext uri="{FF2B5EF4-FFF2-40B4-BE49-F238E27FC236}">
                <a16:creationId xmlns:a16="http://schemas.microsoft.com/office/drawing/2014/main" id="{839D0732-2825-4B46-BB64-3DAFF792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7-text-4">
            <a:extLst xmlns:a="http://schemas.openxmlformats.org/drawingml/2006/main">
              <a:ext uri="{FF2B5EF4-FFF2-40B4-BE49-F238E27FC236}">
                <a16:creationId xmlns:a16="http://schemas.microsoft.com/office/drawing/2014/main" id="{90A281B0-BE93-4531-9965-900E12AA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17-text-5">
            <a:extLst xmlns:a="http://schemas.openxmlformats.org/drawingml/2006/main">
              <a:ext uri="{FF2B5EF4-FFF2-40B4-BE49-F238E27FC236}">
                <a16:creationId xmlns:a16="http://schemas.microsoft.com/office/drawing/2014/main" id="{2136E086-0C00-46DB-A046-7B5AC9FE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17-line-6">
            <a:extLst xmlns:a="http://schemas.openxmlformats.org/drawingml/2006/main">
              <a:ext uri="{FF2B5EF4-FFF2-40B4-BE49-F238E27FC236}">
                <a16:creationId xmlns:a16="http://schemas.microsoft.com/office/drawing/2014/main" id="{277642CD-4215-4E66-A13F-C048FAD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17-text-7">
            <a:extLst xmlns:a="http://schemas.openxmlformats.org/drawingml/2006/main">
              <a:ext uri="{FF2B5EF4-FFF2-40B4-BE49-F238E27FC236}">
                <a16:creationId xmlns:a16="http://schemas.microsoft.com/office/drawing/2014/main" id="{DD786FDB-106F-4E7A-9294-241FF21D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</a:t>
            </a:r>
          </a:p>
        </p:txBody>
      </p:sp>
      <p:sp>
        <p:nvSpPr>
          <p:cNvPr id="8" name="slide-17-text-8">
            <a:extLst xmlns:a="http://schemas.openxmlformats.org/drawingml/2006/main">
              <a:ext uri="{FF2B5EF4-FFF2-40B4-BE49-F238E27FC236}">
                <a16:creationId xmlns:a16="http://schemas.microsoft.com/office/drawing/2014/main" id="{40087003-6392-4DDB-853E-66843BC6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讓另一個人知道</a:t>
            </a:r>
          </a:p>
        </p:txBody>
      </p:sp>
      <p:sp>
        <p:nvSpPr>
          <p:cNvPr id="9" name="slide-17-text-9">
            <a:extLst xmlns:a="http://schemas.openxmlformats.org/drawingml/2006/main">
              <a:ext uri="{FF2B5EF4-FFF2-40B4-BE49-F238E27FC236}">
                <a16:creationId xmlns:a16="http://schemas.microsoft.com/office/drawing/2014/main" id="{60539870-E2E0-4E53-8F7F-711896F5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具體要完成甚麼</a:t>
            </a:r>
          </a:p>
        </p:txBody>
      </p:sp>
      <p:sp>
        <p:nvSpPr>
          <p:cNvPr id="10" name="slide-17-line-10">
            <a:extLst xmlns:a="http://schemas.openxmlformats.org/drawingml/2006/main">
              <a:ext uri="{FF2B5EF4-FFF2-40B4-BE49-F238E27FC236}">
                <a16:creationId xmlns:a16="http://schemas.microsoft.com/office/drawing/2014/main" id="{721E615A-1B41-405F-B272-C69440F5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17-text-11">
            <a:extLst xmlns:a="http://schemas.openxmlformats.org/drawingml/2006/main">
              <a:ext uri="{FF2B5EF4-FFF2-40B4-BE49-F238E27FC236}">
                <a16:creationId xmlns:a16="http://schemas.microsoft.com/office/drawing/2014/main" id="{FD7B671F-D94B-4D42-A4A3-20855AD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17-line-12">
            <a:extLst xmlns:a="http://schemas.openxmlformats.org/drawingml/2006/main">
              <a:ext uri="{FF2B5EF4-FFF2-40B4-BE49-F238E27FC236}">
                <a16:creationId xmlns:a16="http://schemas.microsoft.com/office/drawing/2014/main" id="{210258AD-9E79-4687-A56A-917ECC9D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17-text-13">
            <a:extLst xmlns:a="http://schemas.openxmlformats.org/drawingml/2006/main">
              <a:ext uri="{FF2B5EF4-FFF2-40B4-BE49-F238E27FC236}">
                <a16:creationId xmlns:a16="http://schemas.microsoft.com/office/drawing/2014/main" id="{F210C3BB-83AE-4513-B2DE-C75801C0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證據</a:t>
            </a:r>
          </a:p>
        </p:txBody>
      </p:sp>
      <p:sp>
        <p:nvSpPr>
          <p:cNvPr id="14" name="slide-17-text-14">
            <a:extLst xmlns:a="http://schemas.openxmlformats.org/drawingml/2006/main">
              <a:ext uri="{FF2B5EF4-FFF2-40B4-BE49-F238E27FC236}">
                <a16:creationId xmlns:a16="http://schemas.microsoft.com/office/drawing/2014/main" id="{BDE19169-26AA-49D2-8BDF-F3A2952C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讓對方判斷</a:t>
            </a:r>
          </a:p>
        </p:txBody>
      </p:sp>
      <p:sp>
        <p:nvSpPr>
          <p:cNvPr id="15" name="slide-17-text-15">
            <a:extLst xmlns:a="http://schemas.openxmlformats.org/drawingml/2006/main">
              <a:ext uri="{FF2B5EF4-FFF2-40B4-BE49-F238E27FC236}">
                <a16:creationId xmlns:a16="http://schemas.microsoft.com/office/drawing/2014/main" id="{A00AE18E-FD58-4E9A-8DEF-371855A5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結論依據在哪裏</a:t>
            </a:r>
          </a:p>
        </p:txBody>
      </p:sp>
      <p:sp>
        <p:nvSpPr>
          <p:cNvPr id="16" name="slide-17-line-16">
            <a:extLst xmlns:a="http://schemas.openxmlformats.org/drawingml/2006/main">
              <a:ext uri="{FF2B5EF4-FFF2-40B4-BE49-F238E27FC236}">
                <a16:creationId xmlns:a16="http://schemas.microsoft.com/office/drawing/2014/main" id="{E7FA6A98-2FA6-4599-A14F-3B08494E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17-text-17">
            <a:extLst xmlns:a="http://schemas.openxmlformats.org/drawingml/2006/main">
              <a:ext uri="{FF2B5EF4-FFF2-40B4-BE49-F238E27FC236}">
                <a16:creationId xmlns:a16="http://schemas.microsoft.com/office/drawing/2014/main" id="{60E8DFB9-AB4F-4891-828F-CA7525A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17-line-18">
            <a:extLst xmlns:a="http://schemas.openxmlformats.org/drawingml/2006/main">
              <a:ext uri="{FF2B5EF4-FFF2-40B4-BE49-F238E27FC236}">
                <a16:creationId xmlns:a16="http://schemas.microsoft.com/office/drawing/2014/main" id="{C526DD3B-25D5-4AD0-B21F-AE9EBD28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17-text-19">
            <a:extLst xmlns:a="http://schemas.openxmlformats.org/drawingml/2006/main">
              <a:ext uri="{FF2B5EF4-FFF2-40B4-BE49-F238E27FC236}">
                <a16:creationId xmlns:a16="http://schemas.microsoft.com/office/drawing/2014/main" id="{AD5CDF07-4B8F-4E58-9009-57CF7055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承諾</a:t>
            </a:r>
          </a:p>
        </p:txBody>
      </p:sp>
      <p:sp>
        <p:nvSpPr>
          <p:cNvPr id="20" name="slide-17-text-20">
            <a:extLst xmlns:a="http://schemas.openxmlformats.org/drawingml/2006/main">
              <a:ext uri="{FF2B5EF4-FFF2-40B4-BE49-F238E27FC236}">
                <a16:creationId xmlns:a16="http://schemas.microsoft.com/office/drawing/2014/main" id="{F09F99D9-489F-4D14-8200-A7C044AC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交代已確認範圍</a:t>
            </a:r>
          </a:p>
        </p:txBody>
      </p:sp>
      <p:sp>
        <p:nvSpPr>
          <p:cNvPr id="21" name="slide-17-text-21">
            <a:extLst xmlns:a="http://schemas.openxmlformats.org/drawingml/2006/main">
              <a:ext uri="{FF2B5EF4-FFF2-40B4-BE49-F238E27FC236}">
                <a16:creationId xmlns:a16="http://schemas.microsoft.com/office/drawing/2014/main" id="{74B0E09D-D5E4-4DEA-A9C6-8196CD10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及需要重新確認之處</a:t>
            </a:r>
          </a:p>
        </p:txBody>
      </p:sp>
      <p:sp>
        <p:nvSpPr>
          <p:cNvPr id="22" name="slide-17-text-22">
            <a:extLst xmlns:a="http://schemas.openxmlformats.org/drawingml/2006/main">
              <a:ext uri="{FF2B5EF4-FFF2-40B4-BE49-F238E27FC236}">
                <a16:creationId xmlns:a16="http://schemas.microsoft.com/office/drawing/2014/main" id="{435D824A-6719-45E8-B973-7B306465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同一份文字，會影響後續的分工、驗收與責任。</a:t>
            </a:r>
          </a:p>
        </p:txBody>
      </p:sp>
      <p:sp>
        <p:nvSpPr>
          <p:cNvPr id="23" name="slide-17-text-23">
            <a:extLst xmlns:a="http://schemas.openxmlformats.org/drawingml/2006/main">
              <a:ext uri="{FF2B5EF4-FFF2-40B4-BE49-F238E27FC236}">
                <a16:creationId xmlns:a16="http://schemas.microsoft.com/office/drawing/2014/main" id="{EDE1E910-2186-4E43-93D2-6242D2C3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17 / 66</a:t>
            </a:r>
          </a:p>
        </p:txBody>
      </p:sp>
    </p:spTree>
    <p:extLst>
      <p:ext uri="{BB962C8B-B14F-4D97-AF65-F5344CB8AC3E}">
        <p14:creationId xmlns:p14="http://schemas.microsoft.com/office/powerpoint/2010/main" val="17043866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18-text-1">
            <a:extLst xmlns:a="http://schemas.openxmlformats.org/drawingml/2006/main">
              <a:ext uri="{FF2B5EF4-FFF2-40B4-BE49-F238E27FC236}">
                <a16:creationId xmlns:a16="http://schemas.microsoft.com/office/drawing/2014/main" id="{3FF9C04E-62C5-4252-BD6F-32EB90F9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企業家的視角</a:t>
            </a:r>
          </a:p>
        </p:txBody>
      </p:sp>
      <p:sp>
        <p:nvSpPr>
          <p:cNvPr id="2" name="slide-18-text-2">
            <a:extLst xmlns:a="http://schemas.openxmlformats.org/drawingml/2006/main">
              <a:ext uri="{FF2B5EF4-FFF2-40B4-BE49-F238E27FC236}">
                <a16:creationId xmlns:a16="http://schemas.microsoft.com/office/drawing/2014/main" id="{8260899C-1CB7-40C6-BB82-5F83D06E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生成變快後，注意力仍然有限</a:t>
            </a:r>
          </a:p>
        </p:txBody>
      </p:sp>
      <p:sp>
        <p:nvSpPr>
          <p:cNvPr id="3" name="slide-18-line-3">
            <a:extLst xmlns:a="http://schemas.openxmlformats.org/drawingml/2006/main">
              <a:ext uri="{FF2B5EF4-FFF2-40B4-BE49-F238E27FC236}">
                <a16:creationId xmlns:a16="http://schemas.microsoft.com/office/drawing/2014/main" id="{6240206F-679B-4CD2-9668-A18BC629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8-text-4">
            <a:extLst xmlns:a="http://schemas.openxmlformats.org/drawingml/2006/main">
              <a:ext uri="{FF2B5EF4-FFF2-40B4-BE49-F238E27FC236}">
                <a16:creationId xmlns:a16="http://schemas.microsoft.com/office/drawing/2014/main" id="{F37097D2-577D-4CEB-B649-F3E4C53C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18-text-5">
            <a:extLst xmlns:a="http://schemas.openxmlformats.org/drawingml/2006/main">
              <a:ext uri="{FF2B5EF4-FFF2-40B4-BE49-F238E27FC236}">
                <a16:creationId xmlns:a16="http://schemas.microsoft.com/office/drawing/2014/main" id="{71843B78-F7FA-4D3B-B869-7E725D17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20396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方案可以增加，值得投入的問題仍需選擇</a:t>
            </a:r>
          </a:p>
        </p:txBody>
      </p:sp>
      <p:sp>
        <p:nvSpPr>
          <p:cNvPr id="6" name="slide-18-text-6">
            <a:extLst xmlns:a="http://schemas.openxmlformats.org/drawingml/2006/main">
              <a:ext uri="{FF2B5EF4-FFF2-40B4-BE49-F238E27FC236}">
                <a16:creationId xmlns:a16="http://schemas.microsoft.com/office/drawing/2014/main" id="{409BED09-9B29-41F0-B331-314FE79B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較容易增加</a:t>
            </a:r>
          </a:p>
        </p:txBody>
      </p:sp>
      <p:sp>
        <p:nvSpPr>
          <p:cNvPr id="7" name="slide-18-line-7">
            <a:extLst xmlns:a="http://schemas.openxmlformats.org/drawingml/2006/main">
              <a:ext uri="{FF2B5EF4-FFF2-40B4-BE49-F238E27FC236}">
                <a16:creationId xmlns:a16="http://schemas.microsoft.com/office/drawing/2014/main" id="{13D980B6-1962-4268-9ED7-8899B1B7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8" name="slide-18-text-8">
            <a:extLst xmlns:a="http://schemas.openxmlformats.org/drawingml/2006/main">
              <a:ext uri="{FF2B5EF4-FFF2-40B4-BE49-F238E27FC236}">
                <a16:creationId xmlns:a16="http://schemas.microsoft.com/office/drawing/2014/main" id="{CF33C58E-333B-4E90-B35A-616D4C30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5724525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候選文案、初稿和原型</a:t>
            </a:r>
          </a:p>
        </p:txBody>
      </p:sp>
      <p:sp>
        <p:nvSpPr>
          <p:cNvPr id="9" name="slide-18-text-9">
            <a:extLst xmlns:a="http://schemas.openxmlformats.org/drawingml/2006/main">
              <a:ext uri="{FF2B5EF4-FFF2-40B4-BE49-F238E27FC236}">
                <a16:creationId xmlns:a16="http://schemas.microsoft.com/office/drawing/2014/main" id="{3098D1D4-8000-44F4-B911-20F1E3BE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95625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仍需投入</a:t>
            </a:r>
          </a:p>
        </p:txBody>
      </p:sp>
      <p:sp>
        <p:nvSpPr>
          <p:cNvPr id="10" name="slide-18-line-10">
            <a:extLst xmlns:a="http://schemas.openxmlformats.org/drawingml/2006/main">
              <a:ext uri="{FF2B5EF4-FFF2-40B4-BE49-F238E27FC236}">
                <a16:creationId xmlns:a16="http://schemas.microsoft.com/office/drawing/2014/main" id="{0DCC2DE9-E3FE-4CF2-9DB1-2B0CD320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52825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18-text-11">
            <a:extLst xmlns:a="http://schemas.openxmlformats.org/drawingml/2006/main">
              <a:ext uri="{FF2B5EF4-FFF2-40B4-BE49-F238E27FC236}">
                <a16:creationId xmlns:a16="http://schemas.microsoft.com/office/drawing/2014/main" id="{9E462B5D-2F63-430F-AE9F-50BAC87E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76675"/>
            <a:ext cx="5724525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理解使用者、核對證據、承擔維護</a:t>
            </a:r>
          </a:p>
        </p:txBody>
      </p:sp>
      <p:sp>
        <p:nvSpPr>
          <p:cNvPr id="12" name="slide-18-text-12">
            <a:extLst xmlns:a="http://schemas.openxmlformats.org/drawingml/2006/main">
              <a:ext uri="{FF2B5EF4-FFF2-40B4-BE49-F238E27FC236}">
                <a16:creationId xmlns:a16="http://schemas.microsoft.com/office/drawing/2014/main" id="{912DA97D-A2F0-46A3-947D-A0876A56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部分步驟的成本降低，不保證整個項目的成本同步降低。</a:t>
            </a:r>
          </a:p>
        </p:txBody>
      </p:sp>
      <p:sp>
        <p:nvSpPr>
          <p:cNvPr id="13" name="slide-18-text-13">
            <a:extLst xmlns:a="http://schemas.openxmlformats.org/drawingml/2006/main">
              <a:ext uri="{FF2B5EF4-FFF2-40B4-BE49-F238E27FC236}">
                <a16:creationId xmlns:a16="http://schemas.microsoft.com/office/drawing/2014/main" id="{257E6F4F-62B3-43F8-91D7-78A8F45F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18 / 66</a:t>
            </a:r>
          </a:p>
        </p:txBody>
      </p:sp>
    </p:spTree>
    <p:extLst>
      <p:ext uri="{BB962C8B-B14F-4D97-AF65-F5344CB8AC3E}">
        <p14:creationId xmlns:p14="http://schemas.microsoft.com/office/powerpoint/2010/main" val="1226519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9-text-1">
            <a:extLst xmlns:a="http://schemas.openxmlformats.org/drawingml/2006/main">
              <a:ext uri="{FF2B5EF4-FFF2-40B4-BE49-F238E27FC236}">
                <a16:creationId xmlns:a16="http://schemas.microsoft.com/office/drawing/2014/main" id="{3B6AE5BA-E956-42D7-BD8F-5FA082BA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企業家的取捨</a:t>
            </a:r>
          </a:p>
        </p:txBody>
      </p:sp>
      <p:sp>
        <p:nvSpPr>
          <p:cNvPr id="2" name="slide-19-text-2">
            <a:extLst xmlns:a="http://schemas.openxmlformats.org/drawingml/2006/main">
              <a:ext uri="{FF2B5EF4-FFF2-40B4-BE49-F238E27FC236}">
                <a16:creationId xmlns:a16="http://schemas.microsoft.com/office/drawing/2014/main" id="{BB1FFB47-A54E-47DB-9B30-5A8ED1C2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下一筆投入：增加模板，還是觀察備課？</a:t>
            </a:r>
          </a:p>
        </p:txBody>
      </p:sp>
      <p:sp>
        <p:nvSpPr>
          <p:cNvPr id="3" name="slide-19-line-3">
            <a:extLst xmlns:a="http://schemas.openxmlformats.org/drawingml/2006/main">
              <a:ext uri="{FF2B5EF4-FFF2-40B4-BE49-F238E27FC236}">
                <a16:creationId xmlns:a16="http://schemas.microsoft.com/office/drawing/2014/main" id="{68863625-4FDE-4B51-A394-02BF992E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9-text-4">
            <a:extLst xmlns:a="http://schemas.openxmlformats.org/drawingml/2006/main">
              <a:ext uri="{FF2B5EF4-FFF2-40B4-BE49-F238E27FC236}">
                <a16:creationId xmlns:a16="http://schemas.microsoft.com/office/drawing/2014/main" id="{C1C08634-E635-4573-B9CA-CAC9110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19-text-5">
            <a:extLst xmlns:a="http://schemas.openxmlformats.org/drawingml/2006/main">
              <a:ext uri="{FF2B5EF4-FFF2-40B4-BE49-F238E27FC236}">
                <a16:creationId xmlns:a16="http://schemas.microsoft.com/office/drawing/2014/main" id="{A01FD28F-7CB3-4347-8642-F70B5669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增加模板</a:t>
            </a:r>
          </a:p>
        </p:txBody>
      </p:sp>
      <p:sp>
        <p:nvSpPr>
          <p:cNvPr id="6" name="slide-19-line-6">
            <a:extLst xmlns:a="http://schemas.openxmlformats.org/drawingml/2006/main">
              <a:ext uri="{FF2B5EF4-FFF2-40B4-BE49-F238E27FC236}">
                <a16:creationId xmlns:a16="http://schemas.microsoft.com/office/drawing/2014/main" id="{F002CA2C-4B8B-4F88-A2F3-6A10A141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19-text-7">
            <a:extLst xmlns:a="http://schemas.openxmlformats.org/drawingml/2006/main">
              <a:ext uri="{FF2B5EF4-FFF2-40B4-BE49-F238E27FC236}">
                <a16:creationId xmlns:a16="http://schemas.microsoft.com/office/drawing/2014/main" id="{116938A3-77D7-4503-9250-5C088205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擴大可選範圍</a:t>
            </a:r>
          </a:p>
        </p:txBody>
      </p:sp>
      <p:sp>
        <p:nvSpPr>
          <p:cNvPr id="8" name="slide-19-text-8">
            <a:extLst xmlns:a="http://schemas.openxmlformats.org/drawingml/2006/main">
              <a:ext uri="{FF2B5EF4-FFF2-40B4-BE49-F238E27FC236}">
                <a16:creationId xmlns:a16="http://schemas.microsoft.com/office/drawing/2014/main" id="{EE96B711-87A4-485F-B702-9B613CFF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8115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尚不清楚教師會用哪一種</a:t>
            </a:r>
          </a:p>
        </p:txBody>
      </p:sp>
      <p:sp>
        <p:nvSpPr>
          <p:cNvPr id="9" name="slide-19-text-9">
            <a:extLst xmlns:a="http://schemas.openxmlformats.org/drawingml/2006/main">
              <a:ext uri="{FF2B5EF4-FFF2-40B4-BE49-F238E27FC236}">
                <a16:creationId xmlns:a16="http://schemas.microsoft.com/office/drawing/2014/main" id="{49FAADCD-F183-40A1-B63B-A76F09C3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813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先觀察備課</a:t>
            </a:r>
          </a:p>
        </p:txBody>
      </p:sp>
      <p:sp>
        <p:nvSpPr>
          <p:cNvPr id="10" name="slide-19-line-10">
            <a:extLst xmlns:a="http://schemas.openxmlformats.org/drawingml/2006/main">
              <a:ext uri="{FF2B5EF4-FFF2-40B4-BE49-F238E27FC236}">
                <a16:creationId xmlns:a16="http://schemas.microsoft.com/office/drawing/2014/main" id="{39E8275C-563A-43B7-A849-29B23810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19-text-11">
            <a:extLst xmlns:a="http://schemas.openxmlformats.org/drawingml/2006/main">
              <a:ext uri="{FF2B5EF4-FFF2-40B4-BE49-F238E27FC236}">
                <a16:creationId xmlns:a16="http://schemas.microsoft.com/office/drawing/2014/main" id="{3457DCAA-929D-491D-A909-6AF78322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62350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辨認備課受阻的環節</a:t>
            </a:r>
          </a:p>
        </p:txBody>
      </p:sp>
      <p:sp>
        <p:nvSpPr>
          <p:cNvPr id="12" name="slide-19-text-12">
            <a:extLst xmlns:a="http://schemas.openxmlformats.org/drawingml/2006/main">
              <a:ext uri="{FF2B5EF4-FFF2-40B4-BE49-F238E27FC236}">
                <a16:creationId xmlns:a16="http://schemas.microsoft.com/office/drawing/2014/main" id="{DF646C23-4CA0-4FF5-A04E-C8E9938D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68115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代價是本輪少做一些功能</a:t>
            </a:r>
          </a:p>
        </p:txBody>
      </p:sp>
      <p:sp>
        <p:nvSpPr>
          <p:cNvPr id="13" name="slide-19-text-13">
            <a:extLst xmlns:a="http://schemas.openxmlformats.org/drawingml/2006/main">
              <a:ext uri="{FF2B5EF4-FFF2-40B4-BE49-F238E27FC236}">
                <a16:creationId xmlns:a16="http://schemas.microsoft.com/office/drawing/2014/main" id="{3866361A-0984-4752-8EAF-D4496B9F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20396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若記錄已顯示需求清楚、只缺模板，就改為擴充。</a:t>
            </a:r>
          </a:p>
        </p:txBody>
      </p:sp>
      <p:sp>
        <p:nvSpPr>
          <p:cNvPr id="14" name="slide-19-text-14">
            <a:extLst xmlns:a="http://schemas.openxmlformats.org/drawingml/2006/main">
              <a:ext uri="{FF2B5EF4-FFF2-40B4-BE49-F238E27FC236}">
                <a16:creationId xmlns:a16="http://schemas.microsoft.com/office/drawing/2014/main" id="{79443878-490D-4F25-8235-2B16C6E6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構擬投入決策。選擇需要前提，也需要改變決定的條件。</a:t>
            </a:r>
          </a:p>
        </p:txBody>
      </p:sp>
      <p:sp>
        <p:nvSpPr>
          <p:cNvPr id="15" name="slide-19-text-15">
            <a:extLst xmlns:a="http://schemas.openxmlformats.org/drawingml/2006/main">
              <a:ext uri="{FF2B5EF4-FFF2-40B4-BE49-F238E27FC236}">
                <a16:creationId xmlns:a16="http://schemas.microsoft.com/office/drawing/2014/main" id="{113CFFE8-A535-487B-8FA4-DFFEEB1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19 / 66</a:t>
            </a:r>
          </a:p>
        </p:txBody>
      </p:sp>
    </p:spTree>
    <p:extLst>
      <p:ext uri="{BB962C8B-B14F-4D97-AF65-F5344CB8AC3E}">
        <p14:creationId xmlns:p14="http://schemas.microsoft.com/office/powerpoint/2010/main" val="6491444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0-text-1">
            <a:extLst xmlns:a="http://schemas.openxmlformats.org/drawingml/2006/main">
              <a:ext uri="{FF2B5EF4-FFF2-40B4-BE49-F238E27FC236}">
                <a16:creationId xmlns:a16="http://schemas.microsoft.com/office/drawing/2014/main" id="{3D8A6D8A-7FA4-4E1E-A454-52E704E5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企業家的用人判斷</a:t>
            </a:r>
          </a:p>
        </p:txBody>
      </p:sp>
      <p:sp>
        <p:nvSpPr>
          <p:cNvPr id="2" name="slide-20-text-2">
            <a:extLst xmlns:a="http://schemas.openxmlformats.org/drawingml/2006/main">
              <a:ext uri="{FF2B5EF4-FFF2-40B4-BE49-F238E27FC236}">
                <a16:creationId xmlns:a16="http://schemas.microsoft.com/office/drawing/2014/main" id="{11D26E72-B68A-4DD5-A466-553D7AB9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作品中的取捨，提供更多判斷依據</a:t>
            </a:r>
          </a:p>
        </p:txBody>
      </p:sp>
      <p:sp>
        <p:nvSpPr>
          <p:cNvPr id="3" name="slide-20-line-3">
            <a:extLst xmlns:a="http://schemas.openxmlformats.org/drawingml/2006/main">
              <a:ext uri="{FF2B5EF4-FFF2-40B4-BE49-F238E27FC236}">
                <a16:creationId xmlns:a16="http://schemas.microsoft.com/office/drawing/2014/main" id="{399C151F-5118-4EDC-8379-EB8A4A70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0-text-4">
            <a:extLst xmlns:a="http://schemas.openxmlformats.org/drawingml/2006/main">
              <a:ext uri="{FF2B5EF4-FFF2-40B4-BE49-F238E27FC236}">
                <a16:creationId xmlns:a16="http://schemas.microsoft.com/office/drawing/2014/main" id="{AC379A2C-02D4-4DAA-8D97-8570073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0-text-5">
            <a:extLst xmlns:a="http://schemas.openxmlformats.org/drawingml/2006/main">
              <a:ext uri="{FF2B5EF4-FFF2-40B4-BE49-F238E27FC236}">
                <a16:creationId xmlns:a16="http://schemas.microsoft.com/office/drawing/2014/main" id="{43EA72C1-979C-4917-B0BE-A4F40A0B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只有完成畫面</a:t>
            </a:r>
          </a:p>
        </p:txBody>
      </p:sp>
      <p:sp>
        <p:nvSpPr>
          <p:cNvPr id="6" name="slide-20-line-6">
            <a:extLst xmlns:a="http://schemas.openxmlformats.org/drawingml/2006/main">
              <a:ext uri="{FF2B5EF4-FFF2-40B4-BE49-F238E27FC236}">
                <a16:creationId xmlns:a16="http://schemas.microsoft.com/office/drawing/2014/main" id="{B4F94395-476C-48B2-8067-DF2C06ED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20-text-7">
            <a:extLst xmlns:a="http://schemas.openxmlformats.org/drawingml/2006/main">
              <a:ext uri="{FF2B5EF4-FFF2-40B4-BE49-F238E27FC236}">
                <a16:creationId xmlns:a16="http://schemas.microsoft.com/office/drawing/2014/main" id="{8FE30A3A-141E-4CF9-BF09-A28A79A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72452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能描述做出了甚麼</a:t>
            </a:r>
          </a:p>
        </p:txBody>
      </p:sp>
      <p:sp>
        <p:nvSpPr>
          <p:cNvPr id="8" name="slide-20-text-8">
            <a:extLst xmlns:a="http://schemas.openxmlformats.org/drawingml/2006/main">
              <a:ext uri="{FF2B5EF4-FFF2-40B4-BE49-F238E27FC236}">
                <a16:creationId xmlns:a16="http://schemas.microsoft.com/office/drawing/2014/main" id="{E341CB00-AABA-4CB9-9BF9-F747EE9A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9642"/>
            <a:ext cx="572452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尚未呈現判斷的過程</a:t>
            </a:r>
          </a:p>
        </p:txBody>
      </p:sp>
      <p:sp>
        <p:nvSpPr>
          <p:cNvPr id="9" name="slide-20-text-9">
            <a:extLst xmlns:a="http://schemas.openxmlformats.org/drawingml/2006/main">
              <a:ext uri="{FF2B5EF4-FFF2-40B4-BE49-F238E27FC236}">
                <a16:creationId xmlns:a16="http://schemas.microsoft.com/office/drawing/2014/main" id="{E633B53E-4428-472E-BD1F-0472EE0E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保留關鍵取捨</a:t>
            </a:r>
          </a:p>
        </p:txBody>
      </p:sp>
      <p:sp>
        <p:nvSpPr>
          <p:cNvPr id="10" name="slide-20-line-10">
            <a:extLst xmlns:a="http://schemas.openxmlformats.org/drawingml/2006/main">
              <a:ext uri="{FF2B5EF4-FFF2-40B4-BE49-F238E27FC236}">
                <a16:creationId xmlns:a16="http://schemas.microsoft.com/office/drawing/2014/main" id="{4C89611E-030C-445F-88F6-834D9BCD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20-text-11">
            <a:extLst xmlns:a="http://schemas.openxmlformats.org/drawingml/2006/main">
              <a:ext uri="{FF2B5EF4-FFF2-40B4-BE49-F238E27FC236}">
                <a16:creationId xmlns:a16="http://schemas.microsoft.com/office/drawing/2014/main" id="{61234E65-8A93-4636-B313-F21382B1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43300"/>
            <a:ext cx="572452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能說明放棄過甚麼</a:t>
            </a:r>
          </a:p>
        </p:txBody>
      </p:sp>
      <p:sp>
        <p:nvSpPr>
          <p:cNvPr id="12" name="slide-20-text-12">
            <a:extLst xmlns:a="http://schemas.openxmlformats.org/drawingml/2006/main">
              <a:ext uri="{FF2B5EF4-FFF2-40B4-BE49-F238E27FC236}">
                <a16:creationId xmlns:a16="http://schemas.microsoft.com/office/drawing/2014/main" id="{68BBB07D-0807-4884-B3AE-BFC95208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89642"/>
            <a:ext cx="572452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以及哪項證據改變了方案</a:t>
            </a:r>
          </a:p>
        </p:txBody>
      </p:sp>
      <p:sp>
        <p:nvSpPr>
          <p:cNvPr id="13" name="slide-20-text-13">
            <a:extLst xmlns:a="http://schemas.openxmlformats.org/drawingml/2006/main">
              <a:ext uri="{FF2B5EF4-FFF2-40B4-BE49-F238E27FC236}">
                <a16:creationId xmlns:a16="http://schemas.microsoft.com/office/drawing/2014/main" id="{16DE3790-C1B3-498F-BF2A-12A07FBD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構擬比較。作品討論是判斷線索，不能取代完整、公平的評估。</a:t>
            </a:r>
          </a:p>
        </p:txBody>
      </p:sp>
      <p:sp>
        <p:nvSpPr>
          <p:cNvPr id="14" name="slide-20-text-14">
            <a:extLst xmlns:a="http://schemas.openxmlformats.org/drawingml/2006/main">
              <a:ext uri="{FF2B5EF4-FFF2-40B4-BE49-F238E27FC236}">
                <a16:creationId xmlns:a16="http://schemas.microsoft.com/office/drawing/2014/main" id="{CDDE1C1E-78BD-41B3-B99D-A5CD5433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20 / 66</a:t>
            </a:r>
          </a:p>
        </p:txBody>
      </p:sp>
    </p:spTree>
    <p:extLst>
      <p:ext uri="{BB962C8B-B14F-4D97-AF65-F5344CB8AC3E}">
        <p14:creationId xmlns:p14="http://schemas.microsoft.com/office/powerpoint/2010/main" val="4962461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1-text-1">
            <a:extLst xmlns:a="http://schemas.openxmlformats.org/drawingml/2006/main">
              <a:ext uri="{FF2B5EF4-FFF2-40B4-BE49-F238E27FC236}">
                <a16:creationId xmlns:a16="http://schemas.microsoft.com/office/drawing/2014/main" id="{C89A10EA-480C-4F15-B761-256CE6AB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前段小結</a:t>
            </a:r>
          </a:p>
        </p:txBody>
      </p:sp>
      <p:sp>
        <p:nvSpPr>
          <p:cNvPr id="2" name="slide-21-text-2">
            <a:extLst xmlns:a="http://schemas.openxmlformats.org/drawingml/2006/main">
              <a:ext uri="{FF2B5EF4-FFF2-40B4-BE49-F238E27FC236}">
                <a16:creationId xmlns:a16="http://schemas.microsoft.com/office/drawing/2014/main" id="{7A315799-A2AD-441C-9720-7FA42582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未來人才需要把表達接到行動</a:t>
            </a:r>
          </a:p>
        </p:txBody>
      </p:sp>
      <p:sp>
        <p:nvSpPr>
          <p:cNvPr id="3" name="slide-21-line-3">
            <a:extLst xmlns:a="http://schemas.openxmlformats.org/drawingml/2006/main">
              <a:ext uri="{FF2B5EF4-FFF2-40B4-BE49-F238E27FC236}">
                <a16:creationId xmlns:a16="http://schemas.microsoft.com/office/drawing/2014/main" id="{6E9B15EB-B25E-4594-AFE3-3AE8222E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1-text-4">
            <a:extLst xmlns:a="http://schemas.openxmlformats.org/drawingml/2006/main">
              <a:ext uri="{FF2B5EF4-FFF2-40B4-BE49-F238E27FC236}">
                <a16:creationId xmlns:a16="http://schemas.microsoft.com/office/drawing/2014/main" id="{6A51C4CD-CEA7-469E-926C-F475C7F6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1-text-5">
            <a:extLst xmlns:a="http://schemas.openxmlformats.org/drawingml/2006/main">
              <a:ext uri="{FF2B5EF4-FFF2-40B4-BE49-F238E27FC236}">
                <a16:creationId xmlns:a16="http://schemas.microsoft.com/office/drawing/2014/main" id="{D9C4F742-23B1-4675-8610-8F1153BB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2039600" cy="803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一份可靠的說明</a:t>
            </a:r>
          </a:p>
        </p:txBody>
      </p:sp>
      <p:sp>
        <p:nvSpPr>
          <p:cNvPr id="6" name="slide-21-text-6">
            <a:extLst xmlns:a="http://schemas.openxmlformats.org/drawingml/2006/main">
              <a:ext uri="{FF2B5EF4-FFF2-40B4-BE49-F238E27FC236}">
                <a16:creationId xmlns:a16="http://schemas.microsoft.com/office/drawing/2014/main" id="{9A4B382D-F48A-4497-A32A-8C7F96D4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631"/>
            <a:ext cx="12039600" cy="803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應讓下一個人能夠開始工作</a:t>
            </a:r>
          </a:p>
        </p:txBody>
      </p:sp>
      <p:sp>
        <p:nvSpPr>
          <p:cNvPr id="7" name="slide-21-text-7">
            <a:extLst xmlns:a="http://schemas.openxmlformats.org/drawingml/2006/main">
              <a:ext uri="{FF2B5EF4-FFF2-40B4-BE49-F238E27FC236}">
                <a16:creationId xmlns:a16="http://schemas.microsoft.com/office/drawing/2014/main" id="{567E4CD4-F93B-4AC6-96A2-1A78FAAE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203960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你的小組要把這份導讀交給教師，還缺甚麼？</a:t>
            </a:r>
          </a:p>
        </p:txBody>
      </p:sp>
      <p:sp>
        <p:nvSpPr>
          <p:cNvPr id="8" name="slide-21-text-8">
            <a:extLst xmlns:a="http://schemas.openxmlformats.org/drawingml/2006/main">
              <a:ext uri="{FF2B5EF4-FFF2-40B4-BE49-F238E27FC236}">
                <a16:creationId xmlns:a16="http://schemas.microsoft.com/office/drawing/2014/main" id="{83499473-4D60-49CB-BB55-64F6DDBD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能力的成長，需要專業學習與實際合作共同支持。</a:t>
            </a:r>
          </a:p>
        </p:txBody>
      </p:sp>
      <p:sp>
        <p:nvSpPr>
          <p:cNvPr id="9" name="slide-21-text-9">
            <a:extLst xmlns:a="http://schemas.openxmlformats.org/drawingml/2006/main">
              <a:ext uri="{FF2B5EF4-FFF2-40B4-BE49-F238E27FC236}">
                <a16:creationId xmlns:a16="http://schemas.microsoft.com/office/drawing/2014/main" id="{5435C46C-DD4C-424D-86E9-AD0F4501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21 / 66</a:t>
            </a:r>
          </a:p>
        </p:txBody>
      </p:sp>
    </p:spTree>
    <p:extLst>
      <p:ext uri="{BB962C8B-B14F-4D97-AF65-F5344CB8AC3E}">
        <p14:creationId xmlns:p14="http://schemas.microsoft.com/office/powerpoint/2010/main" val="10008120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22-text-1">
            <a:extLst xmlns:a="http://schemas.openxmlformats.org/drawingml/2006/main">
              <a:ext uri="{FF2B5EF4-FFF2-40B4-BE49-F238E27FC236}">
                <a16:creationId xmlns:a16="http://schemas.microsoft.com/office/drawing/2014/main" id="{4157EB02-FBDE-4398-815F-0B9BFF3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由中文傳意進入 AI NATIVE</a:t>
            </a:r>
          </a:p>
        </p:txBody>
      </p:sp>
      <p:sp>
        <p:nvSpPr>
          <p:cNvPr id="2" name="slide-22-text-2">
            <a:extLst xmlns:a="http://schemas.openxmlformats.org/drawingml/2006/main">
              <a:ext uri="{FF2B5EF4-FFF2-40B4-BE49-F238E27FC236}">
                <a16:creationId xmlns:a16="http://schemas.microsoft.com/office/drawing/2014/main" id="{076299D0-B3FD-4638-9467-CBB5526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一份委託進入團隊之後</a:t>
            </a:r>
          </a:p>
        </p:txBody>
      </p:sp>
      <p:sp>
        <p:nvSpPr>
          <p:cNvPr id="3" name="slide-22-line-3">
            <a:extLst xmlns:a="http://schemas.openxmlformats.org/drawingml/2006/main">
              <a:ext uri="{FF2B5EF4-FFF2-40B4-BE49-F238E27FC236}">
                <a16:creationId xmlns:a16="http://schemas.microsoft.com/office/drawing/2014/main" id="{4779A0A7-5709-4C1E-AD15-ED11C3A8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2-text-4">
            <a:extLst xmlns:a="http://schemas.openxmlformats.org/drawingml/2006/main">
              <a:ext uri="{FF2B5EF4-FFF2-40B4-BE49-F238E27FC236}">
                <a16:creationId xmlns:a16="http://schemas.microsoft.com/office/drawing/2014/main" id="{A2C5F45C-BB5F-4537-A50A-160F4629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2-text-5">
            <a:extLst xmlns:a="http://schemas.openxmlformats.org/drawingml/2006/main">
              <a:ext uri="{FF2B5EF4-FFF2-40B4-BE49-F238E27FC236}">
                <a16:creationId xmlns:a16="http://schemas.microsoft.com/office/drawing/2014/main" id="{CB0B0CFE-B759-4659-891A-948D4E3E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22-line-6">
            <a:extLst xmlns:a="http://schemas.openxmlformats.org/drawingml/2006/main">
              <a:ext uri="{FF2B5EF4-FFF2-40B4-BE49-F238E27FC236}">
                <a16:creationId xmlns:a16="http://schemas.microsoft.com/office/drawing/2014/main" id="{CEAC9C5C-0A75-4340-B797-80F17A22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7" name="slide-22-text-7">
            <a:extLst xmlns:a="http://schemas.openxmlformats.org/drawingml/2006/main">
              <a:ext uri="{FF2B5EF4-FFF2-40B4-BE49-F238E27FC236}">
                <a16:creationId xmlns:a16="http://schemas.microsoft.com/office/drawing/2014/main" id="{BAB65237-670B-479E-83C6-2FD777A0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工作</a:t>
            </a:r>
          </a:p>
        </p:txBody>
      </p:sp>
      <p:sp>
        <p:nvSpPr>
          <p:cNvPr id="8" name="slide-22-text-8">
            <a:extLst xmlns:a="http://schemas.openxmlformats.org/drawingml/2006/main">
              <a:ext uri="{FF2B5EF4-FFF2-40B4-BE49-F238E27FC236}">
                <a16:creationId xmlns:a16="http://schemas.microsoft.com/office/drawing/2014/main" id="{BCEC522B-CA1D-4810-93A9-C2BCA970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AI 如何完成</a:t>
            </a:r>
          </a:p>
        </p:txBody>
      </p:sp>
      <p:sp>
        <p:nvSpPr>
          <p:cNvPr id="9" name="slide-22-text-9">
            <a:extLst xmlns:a="http://schemas.openxmlformats.org/drawingml/2006/main">
              <a:ext uri="{FF2B5EF4-FFF2-40B4-BE49-F238E27FC236}">
                <a16:creationId xmlns:a16="http://schemas.microsoft.com/office/drawing/2014/main" id="{8F07431F-08F2-4BB0-8ACA-DB3D296C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一項任務</a:t>
            </a:r>
          </a:p>
        </p:txBody>
      </p:sp>
      <p:sp>
        <p:nvSpPr>
          <p:cNvPr id="10" name="slide-22-line-10">
            <a:extLst xmlns:a="http://schemas.openxmlformats.org/drawingml/2006/main">
              <a:ext uri="{FF2B5EF4-FFF2-40B4-BE49-F238E27FC236}">
                <a16:creationId xmlns:a16="http://schemas.microsoft.com/office/drawing/2014/main" id="{C2F8B2A1-5538-409F-9318-A4A90E2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11" name="slide-22-text-11">
            <a:extLst xmlns:a="http://schemas.openxmlformats.org/drawingml/2006/main">
              <a:ext uri="{FF2B5EF4-FFF2-40B4-BE49-F238E27FC236}">
                <a16:creationId xmlns:a16="http://schemas.microsoft.com/office/drawing/2014/main" id="{B2C2D2E6-2993-43B5-9A8C-380E8770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22-line-12">
            <a:extLst xmlns:a="http://schemas.openxmlformats.org/drawingml/2006/main">
              <a:ext uri="{FF2B5EF4-FFF2-40B4-BE49-F238E27FC236}">
                <a16:creationId xmlns:a16="http://schemas.microsoft.com/office/drawing/2014/main" id="{D4443B38-90AA-42BF-974B-971ABE49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3" name="slide-22-text-13">
            <a:extLst xmlns:a="http://schemas.openxmlformats.org/drawingml/2006/main">
              <a:ext uri="{FF2B5EF4-FFF2-40B4-BE49-F238E27FC236}">
                <a16:creationId xmlns:a16="http://schemas.microsoft.com/office/drawing/2014/main" id="{D5658EA6-3729-422F-A4ED-898D5BC3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組織</a:t>
            </a:r>
          </a:p>
        </p:txBody>
      </p:sp>
      <p:sp>
        <p:nvSpPr>
          <p:cNvPr id="14" name="slide-22-text-14">
            <a:extLst xmlns:a="http://schemas.openxmlformats.org/drawingml/2006/main">
              <a:ext uri="{FF2B5EF4-FFF2-40B4-BE49-F238E27FC236}">
                <a16:creationId xmlns:a16="http://schemas.microsoft.com/office/drawing/2014/main" id="{2A4EF641-88A7-44AA-B687-09C4DBCD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同事如何沿用</a:t>
            </a:r>
          </a:p>
        </p:txBody>
      </p:sp>
      <p:sp>
        <p:nvSpPr>
          <p:cNvPr id="15" name="slide-22-text-15">
            <a:extLst xmlns:a="http://schemas.openxmlformats.org/drawingml/2006/main">
              <a:ext uri="{FF2B5EF4-FFF2-40B4-BE49-F238E27FC236}">
                <a16:creationId xmlns:a16="http://schemas.microsoft.com/office/drawing/2014/main" id="{FD7DC143-0670-40CA-8237-B44D8924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已有的經驗</a:t>
            </a:r>
          </a:p>
        </p:txBody>
      </p:sp>
      <p:sp>
        <p:nvSpPr>
          <p:cNvPr id="16" name="slide-22-line-16">
            <a:extLst xmlns:a="http://schemas.openxmlformats.org/drawingml/2006/main">
              <a:ext uri="{FF2B5EF4-FFF2-40B4-BE49-F238E27FC236}">
                <a16:creationId xmlns:a16="http://schemas.microsoft.com/office/drawing/2014/main" id="{FA5AB2CB-E51B-425F-A521-FF8312C4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17" name="slide-22-text-17">
            <a:extLst xmlns:a="http://schemas.openxmlformats.org/drawingml/2006/main">
              <a:ext uri="{FF2B5EF4-FFF2-40B4-BE49-F238E27FC236}">
                <a16:creationId xmlns:a16="http://schemas.microsoft.com/office/drawing/2014/main" id="{2AEC4E8B-CAD4-4F0F-967D-7ADF92BD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22-line-18">
            <a:extLst xmlns:a="http://schemas.openxmlformats.org/drawingml/2006/main">
              <a:ext uri="{FF2B5EF4-FFF2-40B4-BE49-F238E27FC236}">
                <a16:creationId xmlns:a16="http://schemas.microsoft.com/office/drawing/2014/main" id="{08B9F112-CC5F-4DE1-9B94-5253DF8E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9" name="slide-22-text-19">
            <a:extLst xmlns:a="http://schemas.openxmlformats.org/drawingml/2006/main">
              <a:ext uri="{FF2B5EF4-FFF2-40B4-BE49-F238E27FC236}">
                <a16:creationId xmlns:a16="http://schemas.microsoft.com/office/drawing/2014/main" id="{FBC19449-01FA-4073-95F6-84CEADC1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團隊</a:t>
            </a:r>
          </a:p>
        </p:txBody>
      </p:sp>
      <p:sp>
        <p:nvSpPr>
          <p:cNvPr id="20" name="slide-22-text-20">
            <a:extLst xmlns:a="http://schemas.openxmlformats.org/drawingml/2006/main">
              <a:ext uri="{FF2B5EF4-FFF2-40B4-BE49-F238E27FC236}">
                <a16:creationId xmlns:a16="http://schemas.microsoft.com/office/drawing/2014/main" id="{941D81ED-9008-46E3-A0BA-B66F75E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不同專業如何</a:t>
            </a:r>
          </a:p>
        </p:txBody>
      </p:sp>
      <p:sp>
        <p:nvSpPr>
          <p:cNvPr id="21" name="slide-22-text-21">
            <a:extLst xmlns:a="http://schemas.openxmlformats.org/drawingml/2006/main">
              <a:ext uri="{FF2B5EF4-FFF2-40B4-BE49-F238E27FC236}">
                <a16:creationId xmlns:a16="http://schemas.microsoft.com/office/drawing/2014/main" id="{DA8EBA60-9129-422B-A94D-606287EC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共同負責</a:t>
            </a:r>
          </a:p>
        </p:txBody>
      </p:sp>
      <p:sp>
        <p:nvSpPr>
          <p:cNvPr id="22" name="slide-22-line-22">
            <a:extLst xmlns:a="http://schemas.openxmlformats.org/drawingml/2006/main">
              <a:ext uri="{FF2B5EF4-FFF2-40B4-BE49-F238E27FC236}">
                <a16:creationId xmlns:a16="http://schemas.microsoft.com/office/drawing/2014/main" id="{BB13E4EF-5C8F-4F36-A910-69C80D50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23" name="slide-22-text-23">
            <a:extLst xmlns:a="http://schemas.openxmlformats.org/drawingml/2006/main">
              <a:ext uri="{FF2B5EF4-FFF2-40B4-BE49-F238E27FC236}">
                <a16:creationId xmlns:a16="http://schemas.microsoft.com/office/drawing/2014/main" id="{31052A9D-E654-49AE-AC04-432D248D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22-line-24">
            <a:extLst xmlns:a="http://schemas.openxmlformats.org/drawingml/2006/main">
              <a:ext uri="{FF2B5EF4-FFF2-40B4-BE49-F238E27FC236}">
                <a16:creationId xmlns:a16="http://schemas.microsoft.com/office/drawing/2014/main" id="{E5975A72-ED6F-4144-838E-672D2C9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25" name="slide-22-text-25">
            <a:extLst xmlns:a="http://schemas.openxmlformats.org/drawingml/2006/main">
              <a:ext uri="{FF2B5EF4-FFF2-40B4-BE49-F238E27FC236}">
                <a16:creationId xmlns:a16="http://schemas.microsoft.com/office/drawing/2014/main" id="{F0C81C36-3DE9-4BD1-BB19-9E42762F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現場</a:t>
            </a:r>
          </a:p>
        </p:txBody>
      </p:sp>
      <p:sp>
        <p:nvSpPr>
          <p:cNvPr id="26" name="slide-22-text-26">
            <a:extLst xmlns:a="http://schemas.openxmlformats.org/drawingml/2006/main">
              <a:ext uri="{FF2B5EF4-FFF2-40B4-BE49-F238E27FC236}">
                <a16:creationId xmlns:a16="http://schemas.microsoft.com/office/drawing/2014/main" id="{42E34177-6776-4C6A-9F65-0B2F6D8E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交付後由誰</a:t>
            </a:r>
          </a:p>
        </p:txBody>
      </p:sp>
      <p:sp>
        <p:nvSpPr>
          <p:cNvPr id="27" name="slide-22-text-27">
            <a:extLst xmlns:a="http://schemas.openxmlformats.org/drawingml/2006/main">
              <a:ext uri="{FF2B5EF4-FFF2-40B4-BE49-F238E27FC236}">
                <a16:creationId xmlns:a16="http://schemas.microsoft.com/office/drawing/2014/main" id="{5CC2E132-6814-4353-B2B2-C222529C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運行與改進</a:t>
            </a:r>
          </a:p>
        </p:txBody>
      </p:sp>
      <p:sp>
        <p:nvSpPr>
          <p:cNvPr id="28" name="slide-22-text-28">
            <a:extLst xmlns:a="http://schemas.openxmlformats.org/drawingml/2006/main">
              <a:ext uri="{FF2B5EF4-FFF2-40B4-BE49-F238E27FC236}">
                <a16:creationId xmlns:a16="http://schemas.microsoft.com/office/drawing/2014/main" id="{6C182DC5-A666-4A5C-A628-F9005C7C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22 / 66</a:t>
            </a:r>
          </a:p>
        </p:txBody>
      </p:sp>
    </p:spTree>
    <p:extLst>
      <p:ext uri="{BB962C8B-B14F-4D97-AF65-F5344CB8AC3E}">
        <p14:creationId xmlns:p14="http://schemas.microsoft.com/office/powerpoint/2010/main" val="1035530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23-text-1">
            <a:extLst xmlns:a="http://schemas.openxmlformats.org/drawingml/2006/main">
              <a:ext uri="{FF2B5EF4-FFF2-40B4-BE49-F238E27FC236}">
                <a16:creationId xmlns:a16="http://schemas.microsoft.com/office/drawing/2014/main" id="{C507FB17-614D-4081-84BF-F684269F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  01</a:t>
            </a:r>
          </a:p>
        </p:txBody>
      </p:sp>
      <p:sp>
        <p:nvSpPr>
          <p:cNvPr id="2" name="slide-23-line-2">
            <a:extLst xmlns:a="http://schemas.openxmlformats.org/drawingml/2006/main">
              <a:ext uri="{FF2B5EF4-FFF2-40B4-BE49-F238E27FC236}">
                <a16:creationId xmlns:a16="http://schemas.microsoft.com/office/drawing/2014/main" id="{836C37E2-4384-4D56-A050-B52AD537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23-text-3">
            <a:extLst xmlns:a="http://schemas.openxmlformats.org/drawingml/2006/main">
              <a:ext uri="{FF2B5EF4-FFF2-40B4-BE49-F238E27FC236}">
                <a16:creationId xmlns:a16="http://schemas.microsoft.com/office/drawing/2014/main" id="{0D8E7298-9CF0-4DD6-97DC-6CD74C54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4" name="slide-23-text-4">
            <a:extLst xmlns:a="http://schemas.openxmlformats.org/drawingml/2006/main">
              <a:ext uri="{FF2B5EF4-FFF2-40B4-BE49-F238E27FC236}">
                <a16:creationId xmlns:a16="http://schemas.microsoft.com/office/drawing/2014/main" id="{30E80FEA-BFD1-4A04-8181-94596517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476500" cy="191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slide-23-text-5">
            <a:extLst xmlns:a="http://schemas.openxmlformats.org/drawingml/2006/main">
              <a:ext uri="{FF2B5EF4-FFF2-40B4-BE49-F238E27FC236}">
                <a16:creationId xmlns:a16="http://schemas.microsoft.com/office/drawing/2014/main" id="{9114C69B-1D10-40E5-B445-C792D554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85725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如何完成一項工作</a:t>
            </a:r>
          </a:p>
        </p:txBody>
      </p:sp>
      <p:sp>
        <p:nvSpPr>
          <p:cNvPr id="6" name="slide-23-text-6">
            <a:extLst xmlns:a="http://schemas.openxmlformats.org/drawingml/2006/main">
              <a:ext uri="{FF2B5EF4-FFF2-40B4-BE49-F238E27FC236}">
                <a16:creationId xmlns:a16="http://schemas.microsoft.com/office/drawing/2014/main" id="{618F029F-C92D-4491-9C42-295CED58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833437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從聊天機器人到 AI Worker</a:t>
            </a:r>
          </a:p>
        </p:txBody>
      </p:sp>
      <p:sp>
        <p:nvSpPr>
          <p:cNvPr id="7" name="slide-23-text-7">
            <a:extLst xmlns:a="http://schemas.openxmlformats.org/drawingml/2006/main">
              <a:ext uri="{FF2B5EF4-FFF2-40B4-BE49-F238E27FC236}">
                <a16:creationId xmlns:a16="http://schemas.microsoft.com/office/drawing/2014/main" id="{C221CECE-2FC1-4665-9E4A-559E2733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導讀初稿之外，還有哪些工作條件？</a:t>
            </a:r>
          </a:p>
        </p:txBody>
      </p:sp>
      <p:sp>
        <p:nvSpPr>
          <p:cNvPr id="8" name="slide-23-text-8">
            <a:extLst xmlns:a="http://schemas.openxmlformats.org/drawingml/2006/main">
              <a:ext uri="{FF2B5EF4-FFF2-40B4-BE49-F238E27FC236}">
                <a16:creationId xmlns:a16="http://schemas.microsoft.com/office/drawing/2014/main" id="{94C3AAA6-B96E-45CD-9237-991F1129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23 / 66</a:t>
            </a:r>
          </a:p>
        </p:txBody>
      </p:sp>
    </p:spTree>
    <p:extLst>
      <p:ext uri="{BB962C8B-B14F-4D97-AF65-F5344CB8AC3E}">
        <p14:creationId xmlns:p14="http://schemas.microsoft.com/office/powerpoint/2010/main" val="20561563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4-text-1">
            <a:extLst xmlns:a="http://schemas.openxmlformats.org/drawingml/2006/main">
              <a:ext uri="{FF2B5EF4-FFF2-40B4-BE49-F238E27FC236}">
                <a16:creationId xmlns:a16="http://schemas.microsoft.com/office/drawing/2014/main" id="{4D16ED89-6570-4F37-98B0-4C772066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AI WORKER</a:t>
            </a:r>
          </a:p>
        </p:txBody>
      </p:sp>
      <p:sp>
        <p:nvSpPr>
          <p:cNvPr id="2" name="slide-24-text-2">
            <a:extLst xmlns:a="http://schemas.openxmlformats.org/drawingml/2006/main">
              <a:ext uri="{FF2B5EF4-FFF2-40B4-BE49-F238E27FC236}">
                <a16:creationId xmlns:a16="http://schemas.microsoft.com/office/drawing/2014/main" id="{C3A83C3F-B8C4-4879-8374-7F6E3A50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回答一句話與完成一項任務</a:t>
            </a:r>
          </a:p>
        </p:txBody>
      </p:sp>
      <p:sp>
        <p:nvSpPr>
          <p:cNvPr id="3" name="slide-24-line-3">
            <a:extLst xmlns:a="http://schemas.openxmlformats.org/drawingml/2006/main">
              <a:ext uri="{FF2B5EF4-FFF2-40B4-BE49-F238E27FC236}">
                <a16:creationId xmlns:a16="http://schemas.microsoft.com/office/drawing/2014/main" id="{071945C4-EAC7-497C-896E-4A691A76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4-text-4">
            <a:extLst xmlns:a="http://schemas.openxmlformats.org/drawingml/2006/main">
              <a:ext uri="{FF2B5EF4-FFF2-40B4-BE49-F238E27FC236}">
                <a16:creationId xmlns:a16="http://schemas.microsoft.com/office/drawing/2014/main" id="{0C6DD849-AA16-485F-806F-90401AB3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4-text-5">
            <a:extLst xmlns:a="http://schemas.openxmlformats.org/drawingml/2006/main">
              <a:ext uri="{FF2B5EF4-FFF2-40B4-BE49-F238E27FC236}">
                <a16:creationId xmlns:a16="http://schemas.microsoft.com/office/drawing/2014/main" id="{A255C501-CD77-4E82-9F08-6DCFE65F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對話輸出</a:t>
            </a:r>
          </a:p>
        </p:txBody>
      </p:sp>
      <p:sp>
        <p:nvSpPr>
          <p:cNvPr id="6" name="slide-24-line-6">
            <a:extLst xmlns:a="http://schemas.openxmlformats.org/drawingml/2006/main">
              <a:ext uri="{FF2B5EF4-FFF2-40B4-BE49-F238E27FC236}">
                <a16:creationId xmlns:a16="http://schemas.microsoft.com/office/drawing/2014/main" id="{F4CA9CAA-1009-4E42-AA7F-2C75329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24-text-7">
            <a:extLst xmlns:a="http://schemas.openxmlformats.org/drawingml/2006/main">
              <a:ext uri="{FF2B5EF4-FFF2-40B4-BE49-F238E27FC236}">
                <a16:creationId xmlns:a16="http://schemas.microsoft.com/office/drawing/2014/main" id="{5BD501EB-5CBA-49C4-8983-4AA9CCDE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回答如何設計導讀</a:t>
            </a:r>
          </a:p>
        </p:txBody>
      </p:sp>
      <p:sp>
        <p:nvSpPr>
          <p:cNvPr id="8" name="slide-24-text-8">
            <a:extLst xmlns:a="http://schemas.openxmlformats.org/drawingml/2006/main">
              <a:ext uri="{FF2B5EF4-FFF2-40B4-BE49-F238E27FC236}">
                <a16:creationId xmlns:a16="http://schemas.microsoft.com/office/drawing/2014/main" id="{F4E6A9EE-35F4-47AC-8E07-48FDE095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611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對話結束時留下建議</a:t>
            </a:r>
          </a:p>
        </p:txBody>
      </p:sp>
      <p:sp>
        <p:nvSpPr>
          <p:cNvPr id="9" name="slide-24-text-9">
            <a:extLst xmlns:a="http://schemas.openxmlformats.org/drawingml/2006/main">
              <a:ext uri="{FF2B5EF4-FFF2-40B4-BE49-F238E27FC236}">
                <a16:creationId xmlns:a16="http://schemas.microsoft.com/office/drawing/2014/main" id="{A09510D8-D96C-4FB3-80BF-CEF5643A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任務執行</a:t>
            </a:r>
          </a:p>
        </p:txBody>
      </p:sp>
      <p:sp>
        <p:nvSpPr>
          <p:cNvPr id="10" name="slide-24-line-10">
            <a:extLst xmlns:a="http://schemas.openxmlformats.org/drawingml/2006/main">
              <a:ext uri="{FF2B5EF4-FFF2-40B4-BE49-F238E27FC236}">
                <a16:creationId xmlns:a16="http://schemas.microsoft.com/office/drawing/2014/main" id="{ECB306C7-22A4-45BD-84A4-30C9332B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24-text-11">
            <a:extLst xmlns:a="http://schemas.openxmlformats.org/drawingml/2006/main">
              <a:ext uri="{FF2B5EF4-FFF2-40B4-BE49-F238E27FC236}">
                <a16:creationId xmlns:a16="http://schemas.microsoft.com/office/drawing/2014/main" id="{620D4142-6D9D-4E89-ACD3-9ECE92C0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4330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整理指定材料、產生文件</a:t>
            </a:r>
          </a:p>
        </p:txBody>
      </p:sp>
      <p:sp>
        <p:nvSpPr>
          <p:cNvPr id="12" name="slide-24-text-12">
            <a:extLst xmlns:a="http://schemas.openxmlformats.org/drawingml/2006/main">
              <a:ext uri="{FF2B5EF4-FFF2-40B4-BE49-F238E27FC236}">
                <a16:creationId xmlns:a16="http://schemas.microsoft.com/office/drawing/2014/main" id="{7D58BF75-B224-4CF6-867B-E19EB999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7611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核對條件後交還審查</a:t>
            </a:r>
          </a:p>
        </p:txBody>
      </p:sp>
      <p:sp>
        <p:nvSpPr>
          <p:cNvPr id="13" name="slide-24-text-13">
            <a:extLst xmlns:a="http://schemas.openxmlformats.org/drawingml/2006/main">
              <a:ext uri="{FF2B5EF4-FFF2-40B4-BE49-F238E27FC236}">
                <a16:creationId xmlns:a16="http://schemas.microsoft.com/office/drawing/2014/main" id="{910EA216-6D22-4D6F-A9EC-06EC18C5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完成哪些步驟，取決於系統能力、授權與驗證條件。</a:t>
            </a:r>
          </a:p>
        </p:txBody>
      </p:sp>
      <p:sp>
        <p:nvSpPr>
          <p:cNvPr id="14" name="slide-24-text-14">
            <a:extLst xmlns:a="http://schemas.openxmlformats.org/drawingml/2006/main">
              <a:ext uri="{FF2B5EF4-FFF2-40B4-BE49-F238E27FC236}">
                <a16:creationId xmlns:a16="http://schemas.microsoft.com/office/drawing/2014/main" id="{DAA21C9C-2CFC-4FCA-9E93-65D6AED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24 / 66</a:t>
            </a:r>
          </a:p>
        </p:txBody>
      </p:sp>
    </p:spTree>
    <p:extLst>
      <p:ext uri="{BB962C8B-B14F-4D97-AF65-F5344CB8AC3E}">
        <p14:creationId xmlns:p14="http://schemas.microsoft.com/office/powerpoint/2010/main" val="13676032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25-text-1">
            <a:extLst xmlns:a="http://schemas.openxmlformats.org/drawingml/2006/main">
              <a:ext uri="{FF2B5EF4-FFF2-40B4-BE49-F238E27FC236}">
                <a16:creationId xmlns:a16="http://schemas.microsoft.com/office/drawing/2014/main" id="{3D84F2A2-30BF-4116-8436-ABD7B226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   AI WORKER</a:t>
            </a:r>
          </a:p>
        </p:txBody>
      </p:sp>
      <p:sp>
        <p:nvSpPr>
          <p:cNvPr id="2" name="slide-25-text-2">
            <a:extLst xmlns:a="http://schemas.openxmlformats.org/drawingml/2006/main">
              <a:ext uri="{FF2B5EF4-FFF2-40B4-BE49-F238E27FC236}">
                <a16:creationId xmlns:a16="http://schemas.microsoft.com/office/drawing/2014/main" id="{C7369C23-D4EC-4C9E-AB19-AED18F66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一次工作需要形成可觀察的過程</a:t>
            </a:r>
          </a:p>
        </p:txBody>
      </p:sp>
      <p:sp>
        <p:nvSpPr>
          <p:cNvPr id="3" name="slide-25-line-3">
            <a:extLst xmlns:a="http://schemas.openxmlformats.org/drawingml/2006/main">
              <a:ext uri="{FF2B5EF4-FFF2-40B4-BE49-F238E27FC236}">
                <a16:creationId xmlns:a16="http://schemas.microsoft.com/office/drawing/2014/main" id="{768242B7-A4E1-4FD5-9947-C00CCA38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5-text-4">
            <a:extLst xmlns:a="http://schemas.openxmlformats.org/drawingml/2006/main">
              <a:ext uri="{FF2B5EF4-FFF2-40B4-BE49-F238E27FC236}">
                <a16:creationId xmlns:a16="http://schemas.microsoft.com/office/drawing/2014/main" id="{318C0242-5998-45FA-962F-8DC6675D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5-text-5">
            <a:extLst xmlns:a="http://schemas.openxmlformats.org/drawingml/2006/main">
              <a:ext uri="{FF2B5EF4-FFF2-40B4-BE49-F238E27FC236}">
                <a16:creationId xmlns:a16="http://schemas.microsoft.com/office/drawing/2014/main" id="{1C656AF1-A0DC-42DF-8BD5-E77C26CC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25-line-6">
            <a:extLst xmlns:a="http://schemas.openxmlformats.org/drawingml/2006/main">
              <a:ext uri="{FF2B5EF4-FFF2-40B4-BE49-F238E27FC236}">
                <a16:creationId xmlns:a16="http://schemas.microsoft.com/office/drawing/2014/main" id="{CF9C6C88-E58A-4572-9B84-6E750966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7" name="slide-25-text-7">
            <a:extLst xmlns:a="http://schemas.openxmlformats.org/drawingml/2006/main">
              <a:ext uri="{FF2B5EF4-FFF2-40B4-BE49-F238E27FC236}">
                <a16:creationId xmlns:a16="http://schemas.microsoft.com/office/drawing/2014/main" id="{828391E8-EDB0-4C20-A3EC-A30ED133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材料</a:t>
            </a:r>
          </a:p>
        </p:txBody>
      </p:sp>
      <p:sp>
        <p:nvSpPr>
          <p:cNvPr id="8" name="slide-25-text-8">
            <a:extLst xmlns:a="http://schemas.openxmlformats.org/drawingml/2006/main">
              <a:ext uri="{FF2B5EF4-FFF2-40B4-BE49-F238E27FC236}">
                <a16:creationId xmlns:a16="http://schemas.microsoft.com/office/drawing/2014/main" id="{7482C9BC-FC55-4FEB-B755-A2A0463D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指定短文</a:t>
            </a:r>
          </a:p>
        </p:txBody>
      </p:sp>
      <p:sp>
        <p:nvSpPr>
          <p:cNvPr id="9" name="slide-25-text-9">
            <a:extLst xmlns:a="http://schemas.openxmlformats.org/drawingml/2006/main">
              <a:ext uri="{FF2B5EF4-FFF2-40B4-BE49-F238E27FC236}">
                <a16:creationId xmlns:a16="http://schemas.microsoft.com/office/drawing/2014/main" id="{F4AFBAF4-AC64-4D07-AE81-80A3ECD0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教學條件</a:t>
            </a:r>
          </a:p>
        </p:txBody>
      </p:sp>
      <p:sp>
        <p:nvSpPr>
          <p:cNvPr id="10" name="slide-25-line-10">
            <a:extLst xmlns:a="http://schemas.openxmlformats.org/drawingml/2006/main">
              <a:ext uri="{FF2B5EF4-FFF2-40B4-BE49-F238E27FC236}">
                <a16:creationId xmlns:a16="http://schemas.microsoft.com/office/drawing/2014/main" id="{86CFAF80-8807-47A3-ACEF-8D79313D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11" name="slide-25-text-11">
            <a:extLst xmlns:a="http://schemas.openxmlformats.org/drawingml/2006/main">
              <a:ext uri="{FF2B5EF4-FFF2-40B4-BE49-F238E27FC236}">
                <a16:creationId xmlns:a16="http://schemas.microsoft.com/office/drawing/2014/main" id="{1F2F46C5-52D0-4FBB-87B1-C4E61C5B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25-line-12">
            <a:extLst xmlns:a="http://schemas.openxmlformats.org/drawingml/2006/main">
              <a:ext uri="{FF2B5EF4-FFF2-40B4-BE49-F238E27FC236}">
                <a16:creationId xmlns:a16="http://schemas.microsoft.com/office/drawing/2014/main" id="{F69B9665-6325-41A1-A1FA-92F3B766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3" name="slide-25-text-13">
            <a:extLst xmlns:a="http://schemas.openxmlformats.org/drawingml/2006/main">
              <a:ext uri="{FF2B5EF4-FFF2-40B4-BE49-F238E27FC236}">
                <a16:creationId xmlns:a16="http://schemas.microsoft.com/office/drawing/2014/main" id="{FFFD2579-33DF-4461-8297-D15FFC7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執行</a:t>
            </a:r>
          </a:p>
        </p:txBody>
      </p:sp>
      <p:sp>
        <p:nvSpPr>
          <p:cNvPr id="14" name="slide-25-text-14">
            <a:extLst xmlns:a="http://schemas.openxmlformats.org/drawingml/2006/main">
              <a:ext uri="{FF2B5EF4-FFF2-40B4-BE49-F238E27FC236}">
                <a16:creationId xmlns:a16="http://schemas.microsoft.com/office/drawing/2014/main" id="{4B3BD98F-916A-4248-BF34-D8D12C6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導讀文件</a:t>
            </a:r>
          </a:p>
        </p:txBody>
      </p:sp>
      <p:sp>
        <p:nvSpPr>
          <p:cNvPr id="15" name="slide-25-text-15">
            <a:extLst xmlns:a="http://schemas.openxmlformats.org/drawingml/2006/main">
              <a:ext uri="{FF2B5EF4-FFF2-40B4-BE49-F238E27FC236}">
                <a16:creationId xmlns:a16="http://schemas.microsoft.com/office/drawing/2014/main" id="{9E1CE90C-9A5C-4A59-80D1-E0E1B9BE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教師說明</a:t>
            </a:r>
          </a:p>
        </p:txBody>
      </p:sp>
      <p:sp>
        <p:nvSpPr>
          <p:cNvPr id="16" name="slide-25-line-16">
            <a:extLst xmlns:a="http://schemas.openxmlformats.org/drawingml/2006/main">
              <a:ext uri="{FF2B5EF4-FFF2-40B4-BE49-F238E27FC236}">
                <a16:creationId xmlns:a16="http://schemas.microsoft.com/office/drawing/2014/main" id="{813854B4-C504-4B26-B89F-00F28852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17" name="slide-25-text-17">
            <a:extLst xmlns:a="http://schemas.openxmlformats.org/drawingml/2006/main">
              <a:ext uri="{FF2B5EF4-FFF2-40B4-BE49-F238E27FC236}">
                <a16:creationId xmlns:a16="http://schemas.microsoft.com/office/drawing/2014/main" id="{9E9BD6F7-52CE-4A99-B04F-FDF1C964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25-line-18">
            <a:extLst xmlns:a="http://schemas.openxmlformats.org/drawingml/2006/main">
              <a:ext uri="{FF2B5EF4-FFF2-40B4-BE49-F238E27FC236}">
                <a16:creationId xmlns:a16="http://schemas.microsoft.com/office/drawing/2014/main" id="{2835891F-E1F7-4AF8-B1C7-84ED62C6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9" name="slide-25-text-19">
            <a:extLst xmlns:a="http://schemas.openxmlformats.org/drawingml/2006/main">
              <a:ext uri="{FF2B5EF4-FFF2-40B4-BE49-F238E27FC236}">
                <a16:creationId xmlns:a16="http://schemas.microsoft.com/office/drawing/2014/main" id="{B6A49BCF-36BB-4D70-B256-3D84AA2D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檢查</a:t>
            </a:r>
          </a:p>
        </p:txBody>
      </p:sp>
      <p:sp>
        <p:nvSpPr>
          <p:cNvPr id="20" name="slide-25-text-20">
            <a:extLst xmlns:a="http://schemas.openxmlformats.org/drawingml/2006/main">
              <a:ext uri="{FF2B5EF4-FFF2-40B4-BE49-F238E27FC236}">
                <a16:creationId xmlns:a16="http://schemas.microsoft.com/office/drawing/2014/main" id="{0DA6B7F8-111D-4268-9D2C-F5EB293A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原文依據</a:t>
            </a:r>
          </a:p>
        </p:txBody>
      </p:sp>
      <p:sp>
        <p:nvSpPr>
          <p:cNvPr id="21" name="slide-25-text-21">
            <a:extLst xmlns:a="http://schemas.openxmlformats.org/drawingml/2006/main">
              <a:ext uri="{FF2B5EF4-FFF2-40B4-BE49-F238E27FC236}">
                <a16:creationId xmlns:a16="http://schemas.microsoft.com/office/drawing/2014/main" id="{FB108F70-70D7-4527-B004-71DF4ACD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用途與限制</a:t>
            </a:r>
          </a:p>
        </p:txBody>
      </p:sp>
      <p:sp>
        <p:nvSpPr>
          <p:cNvPr id="22" name="slide-25-line-22">
            <a:extLst xmlns:a="http://schemas.openxmlformats.org/drawingml/2006/main">
              <a:ext uri="{FF2B5EF4-FFF2-40B4-BE49-F238E27FC236}">
                <a16:creationId xmlns:a16="http://schemas.microsoft.com/office/drawing/2014/main" id="{9103A624-957B-4E34-A376-D9B525D1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23" name="slide-25-text-23">
            <a:extLst xmlns:a="http://schemas.openxmlformats.org/drawingml/2006/main">
              <a:ext uri="{FF2B5EF4-FFF2-40B4-BE49-F238E27FC236}">
                <a16:creationId xmlns:a16="http://schemas.microsoft.com/office/drawing/2014/main" id="{09DA6693-9C15-4415-B24A-5EE01433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25-line-24">
            <a:extLst xmlns:a="http://schemas.openxmlformats.org/drawingml/2006/main">
              <a:ext uri="{FF2B5EF4-FFF2-40B4-BE49-F238E27FC236}">
                <a16:creationId xmlns:a16="http://schemas.microsoft.com/office/drawing/2014/main" id="{45D2161D-74EE-4886-B078-5DB89BDA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25" name="slide-25-text-25">
            <a:extLst xmlns:a="http://schemas.openxmlformats.org/drawingml/2006/main">
              <a:ext uri="{FF2B5EF4-FFF2-40B4-BE49-F238E27FC236}">
                <a16:creationId xmlns:a16="http://schemas.microsoft.com/office/drawing/2014/main" id="{EB51F42F-7472-4699-AB5D-42B005BD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修訂</a:t>
            </a:r>
          </a:p>
        </p:txBody>
      </p:sp>
      <p:sp>
        <p:nvSpPr>
          <p:cNvPr id="26" name="slide-25-text-26">
            <a:extLst xmlns:a="http://schemas.openxmlformats.org/drawingml/2006/main">
              <a:ext uri="{FF2B5EF4-FFF2-40B4-BE49-F238E27FC236}">
                <a16:creationId xmlns:a16="http://schemas.microsoft.com/office/drawing/2014/main" id="{0EAF9533-D130-461F-9267-F02615CA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退回缺項</a:t>
            </a:r>
          </a:p>
        </p:txBody>
      </p:sp>
      <p:sp>
        <p:nvSpPr>
          <p:cNvPr id="27" name="slide-25-text-27">
            <a:extLst xmlns:a="http://schemas.openxmlformats.org/drawingml/2006/main">
              <a:ext uri="{FF2B5EF4-FFF2-40B4-BE49-F238E27FC236}">
                <a16:creationId xmlns:a16="http://schemas.microsoft.com/office/drawing/2014/main" id="{9ABEDC2A-CD2F-49B4-A6BF-BD3FF9E7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重新交審</a:t>
            </a:r>
          </a:p>
        </p:txBody>
      </p:sp>
      <p:sp>
        <p:nvSpPr>
          <p:cNvPr id="28" name="slide-25-text-28">
            <a:extLst xmlns:a="http://schemas.openxmlformats.org/drawingml/2006/main">
              <a:ext uri="{FF2B5EF4-FFF2-40B4-BE49-F238E27FC236}">
                <a16:creationId xmlns:a16="http://schemas.microsoft.com/office/drawing/2014/main" id="{0C9AF05C-0A61-41C9-9AA1-220F514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執行記錄可供追查；是否通過仍需檢查產物與實際狀態。</a:t>
            </a:r>
          </a:p>
        </p:txBody>
      </p:sp>
      <p:sp>
        <p:nvSpPr>
          <p:cNvPr id="29" name="slide-25-text-29">
            <a:extLst xmlns:a="http://schemas.openxmlformats.org/drawingml/2006/main">
              <a:ext uri="{FF2B5EF4-FFF2-40B4-BE49-F238E27FC236}">
                <a16:creationId xmlns:a16="http://schemas.microsoft.com/office/drawing/2014/main" id="{8BB5C1DD-74D2-4EA4-AFA2-C74F9BAF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25 / 66</a:t>
            </a:r>
          </a:p>
        </p:txBody>
      </p:sp>
    </p:spTree>
    <p:extLst>
      <p:ext uri="{BB962C8B-B14F-4D97-AF65-F5344CB8AC3E}">
        <p14:creationId xmlns:p14="http://schemas.microsoft.com/office/powerpoint/2010/main" val="9565637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6-text-1">
            <a:extLst xmlns:a="http://schemas.openxmlformats.org/drawingml/2006/main">
              <a:ext uri="{FF2B5EF4-FFF2-40B4-BE49-F238E27FC236}">
                <a16:creationId xmlns:a16="http://schemas.microsoft.com/office/drawing/2014/main" id="{9FBA5D55-3076-4BE0-8E44-B6DC9E25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同一案例</a:t>
            </a:r>
          </a:p>
        </p:txBody>
      </p:sp>
      <p:sp>
        <p:nvSpPr>
          <p:cNvPr id="2" name="slide-26-text-2">
            <a:extLst xmlns:a="http://schemas.openxmlformats.org/drawingml/2006/main">
              <a:ext uri="{FF2B5EF4-FFF2-40B4-BE49-F238E27FC236}">
                <a16:creationId xmlns:a16="http://schemas.microsoft.com/office/drawing/2014/main" id="{F952E511-AEFA-4D27-BC24-D1FD4293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流暢的輸出可能掩蓋未完成的工作</a:t>
            </a:r>
          </a:p>
        </p:txBody>
      </p:sp>
      <p:sp>
        <p:nvSpPr>
          <p:cNvPr id="3" name="slide-26-line-3">
            <a:extLst xmlns:a="http://schemas.openxmlformats.org/drawingml/2006/main">
              <a:ext uri="{FF2B5EF4-FFF2-40B4-BE49-F238E27FC236}">
                <a16:creationId xmlns:a16="http://schemas.microsoft.com/office/drawing/2014/main" id="{353B2C95-F470-4231-AF67-6E7B9397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6-text-4">
            <a:extLst xmlns:a="http://schemas.openxmlformats.org/drawingml/2006/main">
              <a:ext uri="{FF2B5EF4-FFF2-40B4-BE49-F238E27FC236}">
                <a16:creationId xmlns:a16="http://schemas.microsoft.com/office/drawing/2014/main" id="{276219F3-844B-4CD9-8E45-177D860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6-text-5">
            <a:extLst xmlns:a="http://schemas.openxmlformats.org/drawingml/2006/main">
              <a:ext uri="{FF2B5EF4-FFF2-40B4-BE49-F238E27FC236}">
                <a16:creationId xmlns:a16="http://schemas.microsoft.com/office/drawing/2014/main" id="{4D8A82C1-3929-45CD-8142-2DD75120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內容錯誤</a:t>
            </a:r>
          </a:p>
        </p:txBody>
      </p:sp>
      <p:sp>
        <p:nvSpPr>
          <p:cNvPr id="6" name="slide-26-text-6">
            <a:extLst xmlns:a="http://schemas.openxmlformats.org/drawingml/2006/main">
              <a:ext uri="{FF2B5EF4-FFF2-40B4-BE49-F238E27FC236}">
                <a16:creationId xmlns:a16="http://schemas.microsoft.com/office/drawing/2014/main" id="{20265954-3E5D-44CE-99C7-4F676CC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導讀引用了原文沒有的情節</a:t>
            </a:r>
          </a:p>
        </p:txBody>
      </p:sp>
      <p:sp>
        <p:nvSpPr>
          <p:cNvPr id="7" name="slide-26-line-7">
            <a:extLst xmlns:a="http://schemas.openxmlformats.org/drawingml/2006/main">
              <a:ext uri="{FF2B5EF4-FFF2-40B4-BE49-F238E27FC236}">
                <a16:creationId xmlns:a16="http://schemas.microsoft.com/office/drawing/2014/main" id="{FAEB28FD-4BFA-4EF5-863B-568E3763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26-text-8">
            <a:extLst xmlns:a="http://schemas.openxmlformats.org/drawingml/2006/main">
              <a:ext uri="{FF2B5EF4-FFF2-40B4-BE49-F238E27FC236}">
                <a16:creationId xmlns:a16="http://schemas.microsoft.com/office/drawing/2014/main" id="{DDC1796B-1DC0-459F-AB89-28B20543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權限錯誤</a:t>
            </a:r>
          </a:p>
        </p:txBody>
      </p:sp>
      <p:sp>
        <p:nvSpPr>
          <p:cNvPr id="9" name="slide-26-text-9">
            <a:extLst xmlns:a="http://schemas.openxmlformats.org/drawingml/2006/main">
              <a:ext uri="{FF2B5EF4-FFF2-40B4-BE49-F238E27FC236}">
                <a16:creationId xmlns:a16="http://schemas.microsoft.com/office/drawing/2014/main" id="{E13833F5-A2A4-4E72-B730-2DC49EAE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尚未審查，卻自行發給學生</a:t>
            </a:r>
          </a:p>
        </p:txBody>
      </p:sp>
      <p:sp>
        <p:nvSpPr>
          <p:cNvPr id="10" name="slide-26-line-10">
            <a:extLst xmlns:a="http://schemas.openxmlformats.org/drawingml/2006/main">
              <a:ext uri="{FF2B5EF4-FFF2-40B4-BE49-F238E27FC236}">
                <a16:creationId xmlns:a16="http://schemas.microsoft.com/office/drawing/2014/main" id="{4DD0AB62-CB77-4631-AFE3-EE106CF9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26-text-11">
            <a:extLst xmlns:a="http://schemas.openxmlformats.org/drawingml/2006/main">
              <a:ext uri="{FF2B5EF4-FFF2-40B4-BE49-F238E27FC236}">
                <a16:creationId xmlns:a16="http://schemas.microsoft.com/office/drawing/2014/main" id="{47D0C3A6-B792-47F9-A668-13223E28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驗收需要</a:t>
            </a:r>
          </a:p>
        </p:txBody>
      </p:sp>
      <p:sp>
        <p:nvSpPr>
          <p:cNvPr id="12" name="slide-26-text-12">
            <a:extLst xmlns:a="http://schemas.openxmlformats.org/drawingml/2006/main">
              <a:ext uri="{FF2B5EF4-FFF2-40B4-BE49-F238E27FC236}">
                <a16:creationId xmlns:a16="http://schemas.microsoft.com/office/drawing/2014/main" id="{6BC9112C-B753-4E9F-9D6A-5B382A5A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1490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同時檢查內容、實際狀態與授權</a:t>
            </a:r>
          </a:p>
        </p:txBody>
      </p:sp>
      <p:sp>
        <p:nvSpPr>
          <p:cNvPr id="13" name="slide-26-line-13">
            <a:extLst xmlns:a="http://schemas.openxmlformats.org/drawingml/2006/main">
              <a:ext uri="{FF2B5EF4-FFF2-40B4-BE49-F238E27FC236}">
                <a16:creationId xmlns:a16="http://schemas.microsoft.com/office/drawing/2014/main" id="{C59FDE23-BB6F-411E-B823-B9FF6DE4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26-text-14">
            <a:extLst xmlns:a="http://schemas.openxmlformats.org/drawingml/2006/main">
              <a:ext uri="{FF2B5EF4-FFF2-40B4-BE49-F238E27FC236}">
                <a16:creationId xmlns:a16="http://schemas.microsoft.com/office/drawing/2014/main" id="{1DDF1E97-4396-47E0-88DA-F3F129D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構擬反例。可讀性不能替代文本核對或權限檢查。</a:t>
            </a:r>
          </a:p>
        </p:txBody>
      </p:sp>
      <p:sp>
        <p:nvSpPr>
          <p:cNvPr id="15" name="slide-26-text-15">
            <a:extLst xmlns:a="http://schemas.openxmlformats.org/drawingml/2006/main">
              <a:ext uri="{FF2B5EF4-FFF2-40B4-BE49-F238E27FC236}">
                <a16:creationId xmlns:a16="http://schemas.microsoft.com/office/drawing/2014/main" id="{580AF3E0-0236-4FD2-A19E-9C8F2145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26 / 66</a:t>
            </a:r>
          </a:p>
        </p:txBody>
      </p:sp>
    </p:spTree>
    <p:extLst>
      <p:ext uri="{BB962C8B-B14F-4D97-AF65-F5344CB8AC3E}">
        <p14:creationId xmlns:p14="http://schemas.microsoft.com/office/powerpoint/2010/main" val="10952016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27-text-1">
            <a:extLst xmlns:a="http://schemas.openxmlformats.org/drawingml/2006/main">
              <a:ext uri="{FF2B5EF4-FFF2-40B4-BE49-F238E27FC236}">
                <a16:creationId xmlns:a16="http://schemas.microsoft.com/office/drawing/2014/main" id="{B180FFD1-5EB5-49C2-A000-C23E6B80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   委託增加權限與失敗處理</a:t>
            </a:r>
          </a:p>
        </p:txBody>
      </p:sp>
      <p:sp>
        <p:nvSpPr>
          <p:cNvPr id="2" name="slide-27-text-2">
            <a:extLst xmlns:a="http://schemas.openxmlformats.org/drawingml/2006/main">
              <a:ext uri="{FF2B5EF4-FFF2-40B4-BE49-F238E27FC236}">
                <a16:creationId xmlns:a16="http://schemas.microsoft.com/office/drawing/2014/main" id="{B64C0695-07CA-46AB-9EFC-56A89F05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可執行的委託有共同檢查依據</a:t>
            </a:r>
          </a:p>
        </p:txBody>
      </p:sp>
      <p:sp>
        <p:nvSpPr>
          <p:cNvPr id="3" name="slide-27-line-3">
            <a:extLst xmlns:a="http://schemas.openxmlformats.org/drawingml/2006/main">
              <a:ext uri="{FF2B5EF4-FFF2-40B4-BE49-F238E27FC236}">
                <a16:creationId xmlns:a16="http://schemas.microsoft.com/office/drawing/2014/main" id="{A19C2D01-B09F-454B-B650-335BD219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7-text-4">
            <a:extLst xmlns:a="http://schemas.openxmlformats.org/drawingml/2006/main">
              <a:ext uri="{FF2B5EF4-FFF2-40B4-BE49-F238E27FC236}">
                <a16:creationId xmlns:a16="http://schemas.microsoft.com/office/drawing/2014/main" id="{B4CC5B5B-369E-4D76-83FF-2F04A386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7-text-5">
            <a:extLst xmlns:a="http://schemas.openxmlformats.org/drawingml/2006/main">
              <a:ext uri="{FF2B5EF4-FFF2-40B4-BE49-F238E27FC236}">
                <a16:creationId xmlns:a16="http://schemas.microsoft.com/office/drawing/2014/main" id="{AF57D35C-38AD-4B67-A019-5D8FD64E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目標與材料</a:t>
            </a:r>
          </a:p>
        </p:txBody>
      </p:sp>
      <p:sp>
        <p:nvSpPr>
          <p:cNvPr id="6" name="slide-27-text-6">
            <a:extLst xmlns:a="http://schemas.openxmlformats.org/drawingml/2006/main">
              <a:ext uri="{FF2B5EF4-FFF2-40B4-BE49-F238E27FC236}">
                <a16:creationId xmlns:a16="http://schemas.microsoft.com/office/drawing/2014/main" id="{D6BBB054-9ACC-4BDE-B89F-B07AEBE0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三年級課前導讀，只使用指定短文</a:t>
            </a:r>
          </a:p>
        </p:txBody>
      </p:sp>
      <p:sp>
        <p:nvSpPr>
          <p:cNvPr id="7" name="slide-27-line-7">
            <a:extLst xmlns:a="http://schemas.openxmlformats.org/drawingml/2006/main">
              <a:ext uri="{FF2B5EF4-FFF2-40B4-BE49-F238E27FC236}">
                <a16:creationId xmlns:a16="http://schemas.microsoft.com/office/drawing/2014/main" id="{166B6893-B339-4568-BF10-1E218C2B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27-text-8">
            <a:extLst xmlns:a="http://schemas.openxmlformats.org/drawingml/2006/main">
              <a:ext uri="{FF2B5EF4-FFF2-40B4-BE49-F238E27FC236}">
                <a16:creationId xmlns:a16="http://schemas.microsoft.com/office/drawing/2014/main" id="{C8C6C4A6-4DCB-4E84-9F35-0B29E14D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交付與驗收</a:t>
            </a:r>
          </a:p>
        </p:txBody>
      </p:sp>
      <p:sp>
        <p:nvSpPr>
          <p:cNvPr id="9" name="slide-27-text-9">
            <a:extLst xmlns:a="http://schemas.openxmlformats.org/drawingml/2006/main">
              <a:ext uri="{FF2B5EF4-FFF2-40B4-BE49-F238E27FC236}">
                <a16:creationId xmlns:a16="http://schemas.microsoft.com/office/drawing/2014/main" id="{DAA5D595-F928-49E9-9E78-DB53D1F4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861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導讀、教師說明及逐項文本依據</a:t>
            </a:r>
          </a:p>
        </p:txBody>
      </p:sp>
      <p:sp>
        <p:nvSpPr>
          <p:cNvPr id="10" name="slide-27-line-10">
            <a:extLst xmlns:a="http://schemas.openxmlformats.org/drawingml/2006/main">
              <a:ext uri="{FF2B5EF4-FFF2-40B4-BE49-F238E27FC236}">
                <a16:creationId xmlns:a16="http://schemas.microsoft.com/office/drawing/2014/main" id="{949F5341-00BA-40A9-B72A-16863F29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27-text-11">
            <a:extLst xmlns:a="http://schemas.openxmlformats.org/drawingml/2006/main">
              <a:ext uri="{FF2B5EF4-FFF2-40B4-BE49-F238E27FC236}">
                <a16:creationId xmlns:a16="http://schemas.microsoft.com/office/drawing/2014/main" id="{E66075B3-A5CB-4877-9774-CDB02EDD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授權邊界</a:t>
            </a:r>
          </a:p>
        </p:txBody>
      </p:sp>
      <p:sp>
        <p:nvSpPr>
          <p:cNvPr id="12" name="slide-27-text-12">
            <a:extLst xmlns:a="http://schemas.openxmlformats.org/drawingml/2006/main">
              <a:ext uri="{FF2B5EF4-FFF2-40B4-BE49-F238E27FC236}">
                <a16:creationId xmlns:a16="http://schemas.microsoft.com/office/drawing/2014/main" id="{C530A20B-8C20-48BB-8D6C-4DD65E95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可以製作候選文件，不可自行發送</a:t>
            </a:r>
          </a:p>
        </p:txBody>
      </p:sp>
      <p:sp>
        <p:nvSpPr>
          <p:cNvPr id="13" name="slide-27-line-13">
            <a:extLst xmlns:a="http://schemas.openxmlformats.org/drawingml/2006/main">
              <a:ext uri="{FF2B5EF4-FFF2-40B4-BE49-F238E27FC236}">
                <a16:creationId xmlns:a16="http://schemas.microsoft.com/office/drawing/2014/main" id="{51DD6D16-CC0C-48BB-A3C4-CBF0D6B4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27-text-14">
            <a:extLst xmlns:a="http://schemas.openxmlformats.org/drawingml/2006/main">
              <a:ext uri="{FF2B5EF4-FFF2-40B4-BE49-F238E27FC236}">
                <a16:creationId xmlns:a16="http://schemas.microsoft.com/office/drawing/2014/main" id="{3FB26813-AA8D-472C-AFAE-3DF56206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失敗處理</a:t>
            </a:r>
          </a:p>
        </p:txBody>
      </p:sp>
      <p:sp>
        <p:nvSpPr>
          <p:cNvPr id="15" name="slide-27-text-15">
            <a:extLst xmlns:a="http://schemas.openxmlformats.org/drawingml/2006/main">
              <a:ext uri="{FF2B5EF4-FFF2-40B4-BE49-F238E27FC236}">
                <a16:creationId xmlns:a16="http://schemas.microsoft.com/office/drawing/2014/main" id="{6E946900-DA62-4C2E-911D-87EAAA35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149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材料缺失時停止，列明需要補充之處</a:t>
            </a:r>
          </a:p>
        </p:txBody>
      </p:sp>
      <p:sp>
        <p:nvSpPr>
          <p:cNvPr id="16" name="slide-27-line-16">
            <a:extLst xmlns:a="http://schemas.openxmlformats.org/drawingml/2006/main">
              <a:ext uri="{FF2B5EF4-FFF2-40B4-BE49-F238E27FC236}">
                <a16:creationId xmlns:a16="http://schemas.microsoft.com/office/drawing/2014/main" id="{268888D2-5D13-4137-ABCA-19000BDE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7" name="slide-27-text-17">
            <a:extLst xmlns:a="http://schemas.openxmlformats.org/drawingml/2006/main">
              <a:ext uri="{FF2B5EF4-FFF2-40B4-BE49-F238E27FC236}">
                <a16:creationId xmlns:a16="http://schemas.microsoft.com/office/drawing/2014/main" id="{6966ADC3-EEBD-40AB-AEC5-AAA202A3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27 / 66</a:t>
            </a:r>
          </a:p>
        </p:txBody>
      </p:sp>
    </p:spTree>
    <p:extLst>
      <p:ext uri="{BB962C8B-B14F-4D97-AF65-F5344CB8AC3E}">
        <p14:creationId xmlns:p14="http://schemas.microsoft.com/office/powerpoint/2010/main" val="5976534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8-text-1">
            <a:extLst xmlns:a="http://schemas.openxmlformats.org/drawingml/2006/main">
              <a:ext uri="{FF2B5EF4-FFF2-40B4-BE49-F238E27FC236}">
                <a16:creationId xmlns:a16="http://schemas.microsoft.com/office/drawing/2014/main" id="{CC543599-6BCB-4F03-A818-8C6781E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行動邊界</a:t>
            </a:r>
          </a:p>
        </p:txBody>
      </p:sp>
      <p:sp>
        <p:nvSpPr>
          <p:cNvPr id="2" name="slide-28-text-2">
            <a:extLst xmlns:a="http://schemas.openxmlformats.org/drawingml/2006/main">
              <a:ext uri="{FF2B5EF4-FFF2-40B4-BE49-F238E27FC236}">
                <a16:creationId xmlns:a16="http://schemas.microsoft.com/office/drawing/2014/main" id="{287F8863-91D3-467E-8A77-1FA3BECE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工具權限需要與任務風險相稱</a:t>
            </a:r>
          </a:p>
        </p:txBody>
      </p:sp>
      <p:sp>
        <p:nvSpPr>
          <p:cNvPr id="3" name="slide-28-line-3">
            <a:extLst xmlns:a="http://schemas.openxmlformats.org/drawingml/2006/main">
              <a:ext uri="{FF2B5EF4-FFF2-40B4-BE49-F238E27FC236}">
                <a16:creationId xmlns:a16="http://schemas.microsoft.com/office/drawing/2014/main" id="{383C1969-2BCD-48A6-8ABA-9102513B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8-text-4">
            <a:extLst xmlns:a="http://schemas.openxmlformats.org/drawingml/2006/main">
              <a:ext uri="{FF2B5EF4-FFF2-40B4-BE49-F238E27FC236}">
                <a16:creationId xmlns:a16="http://schemas.microsoft.com/office/drawing/2014/main" id="{3AAD2CB3-5058-4345-9DBA-46FE598C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8-text-5">
            <a:extLst xmlns:a="http://schemas.openxmlformats.org/drawingml/2006/main">
              <a:ext uri="{FF2B5EF4-FFF2-40B4-BE49-F238E27FC236}">
                <a16:creationId xmlns:a16="http://schemas.microsoft.com/office/drawing/2014/main" id="{12AC2B1C-4230-4313-B7E7-B53FB0C7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限定範圍內執行</a:t>
            </a:r>
          </a:p>
        </p:txBody>
      </p:sp>
      <p:sp>
        <p:nvSpPr>
          <p:cNvPr id="6" name="slide-28-line-6">
            <a:extLst xmlns:a="http://schemas.openxmlformats.org/drawingml/2006/main">
              <a:ext uri="{FF2B5EF4-FFF2-40B4-BE49-F238E27FC236}">
                <a16:creationId xmlns:a16="http://schemas.microsoft.com/office/drawing/2014/main" id="{090F35A1-384A-448B-9A75-246007CC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28-text-7">
            <a:extLst xmlns:a="http://schemas.openxmlformats.org/drawingml/2006/main">
              <a:ext uri="{FF2B5EF4-FFF2-40B4-BE49-F238E27FC236}">
                <a16:creationId xmlns:a16="http://schemas.microsoft.com/office/drawing/2014/main" id="{ACA173A0-BD8D-4D48-AEE7-DAB46AF1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讀取已授權材料</a:t>
            </a:r>
          </a:p>
        </p:txBody>
      </p:sp>
      <p:sp>
        <p:nvSpPr>
          <p:cNvPr id="8" name="slide-28-text-8">
            <a:extLst xmlns:a="http://schemas.openxmlformats.org/drawingml/2006/main">
              <a:ext uri="{FF2B5EF4-FFF2-40B4-BE49-F238E27FC236}">
                <a16:creationId xmlns:a16="http://schemas.microsoft.com/office/drawing/2014/main" id="{008D3FAE-7A72-45E3-AC4A-97AD2333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136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製作候選稿及檢查報告</a:t>
            </a:r>
          </a:p>
        </p:txBody>
      </p:sp>
      <p:sp>
        <p:nvSpPr>
          <p:cNvPr id="9" name="slide-28-text-9">
            <a:extLst xmlns:a="http://schemas.openxmlformats.org/drawingml/2006/main">
              <a:ext uri="{FF2B5EF4-FFF2-40B4-BE49-F238E27FC236}">
                <a16:creationId xmlns:a16="http://schemas.microsoft.com/office/drawing/2014/main" id="{06C6D9EC-E9D6-496D-8720-195F84C5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另行批准</a:t>
            </a:r>
          </a:p>
        </p:txBody>
      </p:sp>
      <p:sp>
        <p:nvSpPr>
          <p:cNvPr id="10" name="slide-28-line-10">
            <a:extLst xmlns:a="http://schemas.openxmlformats.org/drawingml/2006/main">
              <a:ext uri="{FF2B5EF4-FFF2-40B4-BE49-F238E27FC236}">
                <a16:creationId xmlns:a16="http://schemas.microsoft.com/office/drawing/2014/main" id="{A47890AE-EAFF-41E8-A05F-3DE182CF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147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28-text-11">
            <a:extLst xmlns:a="http://schemas.openxmlformats.org/drawingml/2006/main">
              <a:ext uri="{FF2B5EF4-FFF2-40B4-BE49-F238E27FC236}">
                <a16:creationId xmlns:a16="http://schemas.microsoft.com/office/drawing/2014/main" id="{9A38772F-063A-4831-93A0-2F6269D9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3855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修改共用正式版</a:t>
            </a:r>
          </a:p>
        </p:txBody>
      </p:sp>
      <p:sp>
        <p:nvSpPr>
          <p:cNvPr id="12" name="slide-28-text-12">
            <a:extLst xmlns:a="http://schemas.openxmlformats.org/drawingml/2006/main">
              <a:ext uri="{FF2B5EF4-FFF2-40B4-BE49-F238E27FC236}">
                <a16:creationId xmlns:a16="http://schemas.microsoft.com/office/drawing/2014/main" id="{89F9ADEB-CAF7-4995-8C07-DF6BD2AF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7136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對外發送或刪除資料</a:t>
            </a:r>
          </a:p>
        </p:txBody>
      </p:sp>
      <p:sp>
        <p:nvSpPr>
          <p:cNvPr id="13" name="slide-28-text-13">
            <a:extLst xmlns:a="http://schemas.openxmlformats.org/drawingml/2006/main">
              <a:ext uri="{FF2B5EF4-FFF2-40B4-BE49-F238E27FC236}">
                <a16:creationId xmlns:a16="http://schemas.microsoft.com/office/drawing/2014/main" id="{74622F2A-FAFF-49C1-A0F0-D3D0F60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高影響動作需要實際的權限限制，不能只依賴文字提醒。</a:t>
            </a:r>
          </a:p>
        </p:txBody>
      </p:sp>
      <p:sp>
        <p:nvSpPr>
          <p:cNvPr id="14" name="slide-28-text-14">
            <a:extLst xmlns:a="http://schemas.openxmlformats.org/drawingml/2006/main">
              <a:ext uri="{FF2B5EF4-FFF2-40B4-BE49-F238E27FC236}">
                <a16:creationId xmlns:a16="http://schemas.microsoft.com/office/drawing/2014/main" id="{D6868B85-2503-4FD8-AFA4-1542DC3A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28 / 66</a:t>
            </a:r>
          </a:p>
        </p:txBody>
      </p:sp>
    </p:spTree>
    <p:extLst>
      <p:ext uri="{BB962C8B-B14F-4D97-AF65-F5344CB8AC3E}">
        <p14:creationId xmlns:p14="http://schemas.microsoft.com/office/powerpoint/2010/main" val="1608818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29-text-1">
            <a:extLst xmlns:a="http://schemas.openxmlformats.org/drawingml/2006/main">
              <a:ext uri="{FF2B5EF4-FFF2-40B4-BE49-F238E27FC236}">
                <a16:creationId xmlns:a16="http://schemas.microsoft.com/office/drawing/2014/main" id="{E408D17B-EAC6-42E4-BC5A-5C8FD58E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SKILL 與工作流</a:t>
            </a:r>
          </a:p>
        </p:txBody>
      </p:sp>
      <p:sp>
        <p:nvSpPr>
          <p:cNvPr id="2" name="slide-29-text-2">
            <a:extLst xmlns:a="http://schemas.openxmlformats.org/drawingml/2006/main">
              <a:ext uri="{FF2B5EF4-FFF2-40B4-BE49-F238E27FC236}">
                <a16:creationId xmlns:a16="http://schemas.microsoft.com/office/drawing/2014/main" id="{0497C7D8-67B0-477E-958D-CF78D186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可重用的方法需要適用條件</a:t>
            </a:r>
          </a:p>
        </p:txBody>
      </p:sp>
      <p:sp>
        <p:nvSpPr>
          <p:cNvPr id="3" name="slide-29-line-3">
            <a:extLst xmlns:a="http://schemas.openxmlformats.org/drawingml/2006/main">
              <a:ext uri="{FF2B5EF4-FFF2-40B4-BE49-F238E27FC236}">
                <a16:creationId xmlns:a16="http://schemas.microsoft.com/office/drawing/2014/main" id="{979D51C2-ED51-4F81-858B-6A42B5A4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9-text-4">
            <a:extLst xmlns:a="http://schemas.openxmlformats.org/drawingml/2006/main">
              <a:ext uri="{FF2B5EF4-FFF2-40B4-BE49-F238E27FC236}">
                <a16:creationId xmlns:a16="http://schemas.microsoft.com/office/drawing/2014/main" id="{FBA4207C-96B4-4210-B612-3A33EC55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29-text-5">
            <a:extLst xmlns:a="http://schemas.openxmlformats.org/drawingml/2006/main">
              <a:ext uri="{FF2B5EF4-FFF2-40B4-BE49-F238E27FC236}">
                <a16:creationId xmlns:a16="http://schemas.microsoft.com/office/drawing/2014/main" id="{C6A429FA-0AD9-40F1-8417-11D8C55E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20396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一次有效的對話，是方法形成的起點</a:t>
            </a:r>
          </a:p>
        </p:txBody>
      </p:sp>
      <p:sp>
        <p:nvSpPr>
          <p:cNvPr id="6" name="slide-29-text-6">
            <a:extLst xmlns:a="http://schemas.openxmlformats.org/drawingml/2006/main">
              <a:ext uri="{FF2B5EF4-FFF2-40B4-BE49-F238E27FC236}">
                <a16:creationId xmlns:a16="http://schemas.microsoft.com/office/drawing/2014/main" id="{06496AB5-14BF-4398-809E-DF199616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7" name="slide-29-line-7">
            <a:extLst xmlns:a="http://schemas.openxmlformats.org/drawingml/2006/main">
              <a:ext uri="{FF2B5EF4-FFF2-40B4-BE49-F238E27FC236}">
                <a16:creationId xmlns:a16="http://schemas.microsoft.com/office/drawing/2014/main" id="{CFED12A4-4EE6-4E8D-8302-4599C2D8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8" name="slide-29-text-8">
            <a:extLst xmlns:a="http://schemas.openxmlformats.org/drawingml/2006/main">
              <a:ext uri="{FF2B5EF4-FFF2-40B4-BE49-F238E27FC236}">
                <a16:creationId xmlns:a16="http://schemas.microsoft.com/office/drawing/2014/main" id="{316303D9-355C-4C8F-B4B1-9DB6266D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整理</a:t>
            </a:r>
          </a:p>
        </p:txBody>
      </p:sp>
      <p:sp>
        <p:nvSpPr>
          <p:cNvPr id="9" name="slide-29-text-9">
            <a:extLst xmlns:a="http://schemas.openxmlformats.org/drawingml/2006/main">
              <a:ext uri="{FF2B5EF4-FFF2-40B4-BE49-F238E27FC236}">
                <a16:creationId xmlns:a16="http://schemas.microsoft.com/office/drawing/2014/main" id="{F5C349E0-E003-4BD8-8F5C-53DF6E17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寫明輸入</a:t>
            </a:r>
          </a:p>
        </p:txBody>
      </p:sp>
      <p:sp>
        <p:nvSpPr>
          <p:cNvPr id="10" name="slide-29-text-10">
            <a:extLst xmlns:a="http://schemas.openxmlformats.org/drawingml/2006/main">
              <a:ext uri="{FF2B5EF4-FFF2-40B4-BE49-F238E27FC236}">
                <a16:creationId xmlns:a16="http://schemas.microsoft.com/office/drawing/2014/main" id="{6F64B49E-3780-412A-BA42-AAB7F4F2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與適用範圍</a:t>
            </a:r>
          </a:p>
        </p:txBody>
      </p:sp>
      <p:sp>
        <p:nvSpPr>
          <p:cNvPr id="11" name="slide-29-line-11">
            <a:extLst xmlns:a="http://schemas.openxmlformats.org/drawingml/2006/main">
              <a:ext uri="{FF2B5EF4-FFF2-40B4-BE49-F238E27FC236}">
                <a16:creationId xmlns:a16="http://schemas.microsoft.com/office/drawing/2014/main" id="{BA019D90-34F4-461B-8DC8-47751DD7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2" name="slide-29-text-12">
            <a:extLst xmlns:a="http://schemas.openxmlformats.org/drawingml/2006/main">
              <a:ext uri="{FF2B5EF4-FFF2-40B4-BE49-F238E27FC236}">
                <a16:creationId xmlns:a16="http://schemas.microsoft.com/office/drawing/2014/main" id="{1E8567EA-A630-4438-BABB-8298955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3" name="slide-29-line-13">
            <a:extLst xmlns:a="http://schemas.openxmlformats.org/drawingml/2006/main">
              <a:ext uri="{FF2B5EF4-FFF2-40B4-BE49-F238E27FC236}">
                <a16:creationId xmlns:a16="http://schemas.microsoft.com/office/drawing/2014/main" id="{DDA3762E-5842-42F0-98FC-F2C477BF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4" name="slide-29-text-14">
            <a:extLst xmlns:a="http://schemas.openxmlformats.org/drawingml/2006/main">
              <a:ext uri="{FF2B5EF4-FFF2-40B4-BE49-F238E27FC236}">
                <a16:creationId xmlns:a16="http://schemas.microsoft.com/office/drawing/2014/main" id="{4C027743-811A-4FFC-AEDB-39A92072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驗證</a:t>
            </a:r>
          </a:p>
        </p:txBody>
      </p:sp>
      <p:sp>
        <p:nvSpPr>
          <p:cNvPr id="15" name="slide-29-text-15">
            <a:extLst xmlns:a="http://schemas.openxmlformats.org/drawingml/2006/main">
              <a:ext uri="{FF2B5EF4-FFF2-40B4-BE49-F238E27FC236}">
                <a16:creationId xmlns:a16="http://schemas.microsoft.com/office/drawing/2014/main" id="{B76548B1-485D-435F-846E-29453C52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用正常案例</a:t>
            </a:r>
          </a:p>
        </p:txBody>
      </p:sp>
      <p:sp>
        <p:nvSpPr>
          <p:cNvPr id="16" name="slide-29-text-16">
            <a:extLst xmlns:a="http://schemas.openxmlformats.org/drawingml/2006/main">
              <a:ext uri="{FF2B5EF4-FFF2-40B4-BE49-F238E27FC236}">
                <a16:creationId xmlns:a16="http://schemas.microsoft.com/office/drawing/2014/main" id="{2545219D-581B-4B0D-822D-4037D6F3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與反例檢查</a:t>
            </a:r>
          </a:p>
        </p:txBody>
      </p:sp>
      <p:sp>
        <p:nvSpPr>
          <p:cNvPr id="17" name="slide-29-line-17">
            <a:extLst xmlns:a="http://schemas.openxmlformats.org/drawingml/2006/main">
              <a:ext uri="{FF2B5EF4-FFF2-40B4-BE49-F238E27FC236}">
                <a16:creationId xmlns:a16="http://schemas.microsoft.com/office/drawing/2014/main" id="{D81DD2D3-6528-4039-A5E0-5911751A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8" name="slide-29-text-18">
            <a:extLst xmlns:a="http://schemas.openxmlformats.org/drawingml/2006/main">
              <a:ext uri="{FF2B5EF4-FFF2-40B4-BE49-F238E27FC236}">
                <a16:creationId xmlns:a16="http://schemas.microsoft.com/office/drawing/2014/main" id="{BFA20B51-0CD9-41E8-9D7D-8E8003FE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9" name="slide-29-line-19">
            <a:extLst xmlns:a="http://schemas.openxmlformats.org/drawingml/2006/main">
              <a:ext uri="{FF2B5EF4-FFF2-40B4-BE49-F238E27FC236}">
                <a16:creationId xmlns:a16="http://schemas.microsoft.com/office/drawing/2014/main" id="{B31EB8D9-8B49-4457-AADD-33CCAE9E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0" name="slide-29-text-20">
            <a:extLst xmlns:a="http://schemas.openxmlformats.org/drawingml/2006/main">
              <a:ext uri="{FF2B5EF4-FFF2-40B4-BE49-F238E27FC236}">
                <a16:creationId xmlns:a16="http://schemas.microsoft.com/office/drawing/2014/main" id="{7C49873C-E2E1-4465-8412-232A7B36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版本化</a:t>
            </a:r>
          </a:p>
        </p:txBody>
      </p:sp>
      <p:sp>
        <p:nvSpPr>
          <p:cNvPr id="21" name="slide-29-text-21">
            <a:extLst xmlns:a="http://schemas.openxmlformats.org/drawingml/2006/main">
              <a:ext uri="{FF2B5EF4-FFF2-40B4-BE49-F238E27FC236}">
                <a16:creationId xmlns:a16="http://schemas.microsoft.com/office/drawing/2014/main" id="{69B207C5-7665-4E2C-9A64-31A18859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保留改動理由</a:t>
            </a:r>
          </a:p>
        </p:txBody>
      </p:sp>
      <p:sp>
        <p:nvSpPr>
          <p:cNvPr id="22" name="slide-29-text-22">
            <a:extLst xmlns:a="http://schemas.openxmlformats.org/drawingml/2006/main">
              <a:ext uri="{FF2B5EF4-FFF2-40B4-BE49-F238E27FC236}">
                <a16:creationId xmlns:a16="http://schemas.microsoft.com/office/drawing/2014/main" id="{5066F7F2-1EC8-42C6-BDC2-97D6E18C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與失效條件</a:t>
            </a:r>
          </a:p>
        </p:txBody>
      </p:sp>
      <p:sp>
        <p:nvSpPr>
          <p:cNvPr id="23" name="slide-29-text-23">
            <a:extLst xmlns:a="http://schemas.openxmlformats.org/drawingml/2006/main">
              <a:ext uri="{FF2B5EF4-FFF2-40B4-BE49-F238E27FC236}">
                <a16:creationId xmlns:a16="http://schemas.microsoft.com/office/drawing/2014/main" id="{3B2D3453-3B7F-41B6-8B4C-F6E28374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方法可以重用，專業判斷仍需隨情境重新作出。</a:t>
            </a:r>
          </a:p>
        </p:txBody>
      </p:sp>
      <p:sp>
        <p:nvSpPr>
          <p:cNvPr id="24" name="slide-29-text-24">
            <a:extLst xmlns:a="http://schemas.openxmlformats.org/drawingml/2006/main">
              <a:ext uri="{FF2B5EF4-FFF2-40B4-BE49-F238E27FC236}">
                <a16:creationId xmlns:a16="http://schemas.microsoft.com/office/drawing/2014/main" id="{88A5C457-6FF1-4E68-B6E9-F7A12AF6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29 / 66</a:t>
            </a:r>
          </a:p>
        </p:txBody>
      </p:sp>
    </p:spTree>
    <p:extLst>
      <p:ext uri="{BB962C8B-B14F-4D97-AF65-F5344CB8AC3E}">
        <p14:creationId xmlns:p14="http://schemas.microsoft.com/office/powerpoint/2010/main" val="19551879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30-text-1">
            <a:extLst xmlns:a="http://schemas.openxmlformats.org/drawingml/2006/main">
              <a:ext uri="{FF2B5EF4-FFF2-40B4-BE49-F238E27FC236}">
                <a16:creationId xmlns:a16="http://schemas.microsoft.com/office/drawing/2014/main" id="{E8C3F0CC-949A-43DA-A70E-42677294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   託管與接管</a:t>
            </a:r>
          </a:p>
        </p:txBody>
      </p:sp>
      <p:sp>
        <p:nvSpPr>
          <p:cNvPr id="2" name="slide-30-text-2">
            <a:extLst xmlns:a="http://schemas.openxmlformats.org/drawingml/2006/main">
              <a:ext uri="{FF2B5EF4-FFF2-40B4-BE49-F238E27FC236}">
                <a16:creationId xmlns:a16="http://schemas.microsoft.com/office/drawing/2014/main" id="{DABD9C78-1E40-429F-8D06-588FF010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自治程度可以按工作分開安排</a:t>
            </a:r>
          </a:p>
        </p:txBody>
      </p:sp>
      <p:sp>
        <p:nvSpPr>
          <p:cNvPr id="3" name="slide-30-line-3">
            <a:extLst xmlns:a="http://schemas.openxmlformats.org/drawingml/2006/main">
              <a:ext uri="{FF2B5EF4-FFF2-40B4-BE49-F238E27FC236}">
                <a16:creationId xmlns:a16="http://schemas.microsoft.com/office/drawing/2014/main" id="{54BE1134-37A3-480D-B555-237C7CD9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30-text-4">
            <a:extLst xmlns:a="http://schemas.openxmlformats.org/drawingml/2006/main">
              <a:ext uri="{FF2B5EF4-FFF2-40B4-BE49-F238E27FC236}">
                <a16:creationId xmlns:a16="http://schemas.microsoft.com/office/drawing/2014/main" id="{3DF90FD1-216A-4125-9D3B-B02ED858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0-text-5">
            <a:extLst xmlns:a="http://schemas.openxmlformats.org/drawingml/2006/main">
              <a:ext uri="{FF2B5EF4-FFF2-40B4-BE49-F238E27FC236}">
                <a16:creationId xmlns:a16="http://schemas.microsoft.com/office/drawing/2014/main" id="{E64A3F64-2FAA-44E3-87FA-77585165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可自動執行</a:t>
            </a:r>
          </a:p>
        </p:txBody>
      </p:sp>
      <p:sp>
        <p:nvSpPr>
          <p:cNvPr id="6" name="slide-30-text-6">
            <a:extLst xmlns:a="http://schemas.openxmlformats.org/drawingml/2006/main">
              <a:ext uri="{FF2B5EF4-FFF2-40B4-BE49-F238E27FC236}">
                <a16:creationId xmlns:a16="http://schemas.microsoft.com/office/drawing/2014/main" id="{321BBD55-23D5-47BB-AED8-5490B7EF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3845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已驗證的格式整理與重複檢查</a:t>
            </a:r>
          </a:p>
        </p:txBody>
      </p:sp>
      <p:sp>
        <p:nvSpPr>
          <p:cNvPr id="7" name="slide-30-line-7">
            <a:extLst xmlns:a="http://schemas.openxmlformats.org/drawingml/2006/main">
              <a:ext uri="{FF2B5EF4-FFF2-40B4-BE49-F238E27FC236}">
                <a16:creationId xmlns:a16="http://schemas.microsoft.com/office/drawing/2014/main" id="{52CB98B8-B1D9-4504-BB67-4844CA42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30-text-8">
            <a:extLst xmlns:a="http://schemas.openxmlformats.org/drawingml/2006/main">
              <a:ext uri="{FF2B5EF4-FFF2-40B4-BE49-F238E27FC236}">
                <a16:creationId xmlns:a16="http://schemas.microsoft.com/office/drawing/2014/main" id="{D5A53F92-BB92-47F3-BC2C-5D2D245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需要確認</a:t>
            </a:r>
          </a:p>
        </p:txBody>
      </p:sp>
      <p:sp>
        <p:nvSpPr>
          <p:cNvPr id="9" name="slide-30-text-9">
            <a:extLst xmlns:a="http://schemas.openxmlformats.org/drawingml/2006/main">
              <a:ext uri="{FF2B5EF4-FFF2-40B4-BE49-F238E27FC236}">
                <a16:creationId xmlns:a16="http://schemas.microsoft.com/office/drawing/2014/main" id="{01A4D141-C736-45C0-B46C-5DF6093C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33825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專業適切性、正式版本及對外承諾</a:t>
            </a:r>
          </a:p>
        </p:txBody>
      </p:sp>
      <p:sp>
        <p:nvSpPr>
          <p:cNvPr id="10" name="slide-30-line-10">
            <a:extLst xmlns:a="http://schemas.openxmlformats.org/drawingml/2006/main">
              <a:ext uri="{FF2B5EF4-FFF2-40B4-BE49-F238E27FC236}">
                <a16:creationId xmlns:a16="http://schemas.microsoft.com/office/drawing/2014/main" id="{763166E3-AA0B-4716-BD8E-5B417556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30-text-11">
            <a:extLst xmlns:a="http://schemas.openxmlformats.org/drawingml/2006/main">
              <a:ext uri="{FF2B5EF4-FFF2-40B4-BE49-F238E27FC236}">
                <a16:creationId xmlns:a16="http://schemas.microsoft.com/office/drawing/2014/main" id="{1A01599A-9472-47BC-85D8-6DA01805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停止執行並求助</a:t>
            </a:r>
          </a:p>
        </p:txBody>
      </p:sp>
      <p:sp>
        <p:nvSpPr>
          <p:cNvPr id="12" name="slide-30-text-12">
            <a:extLst xmlns:a="http://schemas.openxmlformats.org/drawingml/2006/main">
              <a:ext uri="{FF2B5EF4-FFF2-40B4-BE49-F238E27FC236}">
                <a16:creationId xmlns:a16="http://schemas.microsoft.com/office/drawing/2014/main" id="{6A508D80-14A8-4605-B93C-F977996A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2920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資料缺失、規則衝突或超出授權</a:t>
            </a:r>
          </a:p>
        </p:txBody>
      </p:sp>
      <p:sp>
        <p:nvSpPr>
          <p:cNvPr id="13" name="slide-30-line-13">
            <a:extLst xmlns:a="http://schemas.openxmlformats.org/drawingml/2006/main">
              <a:ext uri="{FF2B5EF4-FFF2-40B4-BE49-F238E27FC236}">
                <a16:creationId xmlns:a16="http://schemas.microsoft.com/office/drawing/2014/main" id="{2FBF2ED3-6DF0-43CF-93BB-921D3011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30-text-14">
            <a:extLst xmlns:a="http://schemas.openxmlformats.org/drawingml/2006/main">
              <a:ext uri="{FF2B5EF4-FFF2-40B4-BE49-F238E27FC236}">
                <a16:creationId xmlns:a16="http://schemas.microsoft.com/office/drawing/2014/main" id="{7E5CB62E-B9F3-44B4-A11C-97554AA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30 / 66</a:t>
            </a:r>
          </a:p>
        </p:txBody>
      </p:sp>
    </p:spTree>
    <p:extLst>
      <p:ext uri="{BB962C8B-B14F-4D97-AF65-F5344CB8AC3E}">
        <p14:creationId xmlns:p14="http://schemas.microsoft.com/office/powerpoint/2010/main" val="6920075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31-text-1">
            <a:extLst xmlns:a="http://schemas.openxmlformats.org/drawingml/2006/main">
              <a:ext uri="{FF2B5EF4-FFF2-40B4-BE49-F238E27FC236}">
                <a16:creationId xmlns:a16="http://schemas.microsoft.com/office/drawing/2014/main" id="{99096B6E-D4D7-4FDD-BD1D-2F4F63C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講者現場示範</a:t>
            </a:r>
          </a:p>
        </p:txBody>
      </p:sp>
      <p:sp>
        <p:nvSpPr>
          <p:cNvPr id="2" name="slide-31-text-2">
            <a:extLst xmlns:a="http://schemas.openxmlformats.org/drawingml/2006/main">
              <a:ext uri="{FF2B5EF4-FFF2-40B4-BE49-F238E27FC236}">
                <a16:creationId xmlns:a16="http://schemas.microsoft.com/office/drawing/2014/main" id="{7A2BD52C-58CA-4BEC-9D14-FE57052D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示範三：交回文件，也交代未完成項</a:t>
            </a:r>
          </a:p>
        </p:txBody>
      </p:sp>
      <p:sp>
        <p:nvSpPr>
          <p:cNvPr id="3" name="slide-31-line-3">
            <a:extLst xmlns:a="http://schemas.openxmlformats.org/drawingml/2006/main">
              <a:ext uri="{FF2B5EF4-FFF2-40B4-BE49-F238E27FC236}">
                <a16:creationId xmlns:a16="http://schemas.microsoft.com/office/drawing/2014/main" id="{AC4B7AA0-7FDE-4EBC-B1B8-E9CC584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1-text-4">
            <a:extLst xmlns:a="http://schemas.openxmlformats.org/drawingml/2006/main">
              <a:ext uri="{FF2B5EF4-FFF2-40B4-BE49-F238E27FC236}">
                <a16:creationId xmlns:a16="http://schemas.microsoft.com/office/drawing/2014/main" id="{7DE98DC7-2B81-44A7-BE72-605CFE12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1-text-5">
            <a:extLst xmlns:a="http://schemas.openxmlformats.org/drawingml/2006/main">
              <a:ext uri="{FF2B5EF4-FFF2-40B4-BE49-F238E27FC236}">
                <a16:creationId xmlns:a16="http://schemas.microsoft.com/office/drawing/2014/main" id="{0A7F16CE-6F18-4447-B8E4-F6A2C96D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31-line-6">
            <a:extLst xmlns:a="http://schemas.openxmlformats.org/drawingml/2006/main">
              <a:ext uri="{FF2B5EF4-FFF2-40B4-BE49-F238E27FC236}">
                <a16:creationId xmlns:a16="http://schemas.microsoft.com/office/drawing/2014/main" id="{7B61F1FE-6D04-4E44-A131-A38A993E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31-text-7">
            <a:extLst xmlns:a="http://schemas.openxmlformats.org/drawingml/2006/main">
              <a:ext uri="{FF2B5EF4-FFF2-40B4-BE49-F238E27FC236}">
                <a16:creationId xmlns:a16="http://schemas.microsoft.com/office/drawing/2014/main" id="{6BBB0427-B39C-4C3E-8B9D-2448D235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輸入</a:t>
            </a:r>
          </a:p>
        </p:txBody>
      </p:sp>
      <p:sp>
        <p:nvSpPr>
          <p:cNvPr id="8" name="slide-31-text-8">
            <a:extLst xmlns:a="http://schemas.openxmlformats.org/drawingml/2006/main">
              <a:ext uri="{FF2B5EF4-FFF2-40B4-BE49-F238E27FC236}">
                <a16:creationId xmlns:a16="http://schemas.microsoft.com/office/drawing/2014/main" id="{ED885193-5096-4BAA-8461-F03E26FF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指定短文</a:t>
            </a:r>
          </a:p>
        </p:txBody>
      </p:sp>
      <p:sp>
        <p:nvSpPr>
          <p:cNvPr id="9" name="slide-31-text-9">
            <a:extLst xmlns:a="http://schemas.openxmlformats.org/drawingml/2006/main">
              <a:ext uri="{FF2B5EF4-FFF2-40B4-BE49-F238E27FC236}">
                <a16:creationId xmlns:a16="http://schemas.microsoft.com/office/drawing/2014/main" id="{AEA48406-861B-4BDE-B25D-11D6A405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同一份委託</a:t>
            </a:r>
          </a:p>
        </p:txBody>
      </p:sp>
      <p:sp>
        <p:nvSpPr>
          <p:cNvPr id="10" name="slide-31-line-10">
            <a:extLst xmlns:a="http://schemas.openxmlformats.org/drawingml/2006/main">
              <a:ext uri="{FF2B5EF4-FFF2-40B4-BE49-F238E27FC236}">
                <a16:creationId xmlns:a16="http://schemas.microsoft.com/office/drawing/2014/main" id="{9422412A-AB07-46D4-BED2-5A9418A9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31-text-11">
            <a:extLst xmlns:a="http://schemas.openxmlformats.org/drawingml/2006/main">
              <a:ext uri="{FF2B5EF4-FFF2-40B4-BE49-F238E27FC236}">
                <a16:creationId xmlns:a16="http://schemas.microsoft.com/office/drawing/2014/main" id="{72F8A25C-88BC-4D94-AB4D-18BF99D1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31-line-12">
            <a:extLst xmlns:a="http://schemas.openxmlformats.org/drawingml/2006/main">
              <a:ext uri="{FF2B5EF4-FFF2-40B4-BE49-F238E27FC236}">
                <a16:creationId xmlns:a16="http://schemas.microsoft.com/office/drawing/2014/main" id="{A3676EC9-4336-4567-96E2-4C7F066C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31-text-13">
            <a:extLst xmlns:a="http://schemas.openxmlformats.org/drawingml/2006/main">
              <a:ext uri="{FF2B5EF4-FFF2-40B4-BE49-F238E27FC236}">
                <a16:creationId xmlns:a16="http://schemas.microsoft.com/office/drawing/2014/main" id="{188B9714-D64B-4FB7-A068-10D20F94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交回</a:t>
            </a:r>
          </a:p>
        </p:txBody>
      </p:sp>
      <p:sp>
        <p:nvSpPr>
          <p:cNvPr id="14" name="slide-31-text-14">
            <a:extLst xmlns:a="http://schemas.openxmlformats.org/drawingml/2006/main">
              <a:ext uri="{FF2B5EF4-FFF2-40B4-BE49-F238E27FC236}">
                <a16:creationId xmlns:a16="http://schemas.microsoft.com/office/drawing/2014/main" id="{66209549-2B6A-4668-9E8E-7B72F88B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候選文件</a:t>
            </a:r>
          </a:p>
        </p:txBody>
      </p:sp>
      <p:sp>
        <p:nvSpPr>
          <p:cNvPr id="15" name="slide-31-text-15">
            <a:extLst xmlns:a="http://schemas.openxmlformats.org/drawingml/2006/main">
              <a:ext uri="{FF2B5EF4-FFF2-40B4-BE49-F238E27FC236}">
                <a16:creationId xmlns:a16="http://schemas.microsoft.com/office/drawing/2014/main" id="{DF3C1644-A84A-44CF-8DBB-43CD8522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核對與缺項</a:t>
            </a:r>
          </a:p>
        </p:txBody>
      </p:sp>
      <p:sp>
        <p:nvSpPr>
          <p:cNvPr id="16" name="slide-31-line-16">
            <a:extLst xmlns:a="http://schemas.openxmlformats.org/drawingml/2006/main">
              <a:ext uri="{FF2B5EF4-FFF2-40B4-BE49-F238E27FC236}">
                <a16:creationId xmlns:a16="http://schemas.microsoft.com/office/drawing/2014/main" id="{EEF24128-8E0B-4D34-B841-14C5C3C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31-text-17">
            <a:extLst xmlns:a="http://schemas.openxmlformats.org/drawingml/2006/main">
              <a:ext uri="{FF2B5EF4-FFF2-40B4-BE49-F238E27FC236}">
                <a16:creationId xmlns:a16="http://schemas.microsoft.com/office/drawing/2014/main" id="{CB78C8A5-C29A-4626-96F1-11B90FA9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31-line-18">
            <a:extLst xmlns:a="http://schemas.openxmlformats.org/drawingml/2006/main">
              <a:ext uri="{FF2B5EF4-FFF2-40B4-BE49-F238E27FC236}">
                <a16:creationId xmlns:a16="http://schemas.microsoft.com/office/drawing/2014/main" id="{1A2B5E04-0CC1-4527-82EB-8AFA0F13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31-text-19">
            <a:extLst xmlns:a="http://schemas.openxmlformats.org/drawingml/2006/main">
              <a:ext uri="{FF2B5EF4-FFF2-40B4-BE49-F238E27FC236}">
                <a16:creationId xmlns:a16="http://schemas.microsoft.com/office/drawing/2014/main" id="{24414EC7-B8BE-4F7F-8A05-A43937B5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反例</a:t>
            </a:r>
          </a:p>
        </p:txBody>
      </p:sp>
      <p:sp>
        <p:nvSpPr>
          <p:cNvPr id="20" name="slide-31-text-20">
            <a:extLst xmlns:a="http://schemas.openxmlformats.org/drawingml/2006/main">
              <a:ext uri="{FF2B5EF4-FFF2-40B4-BE49-F238E27FC236}">
                <a16:creationId xmlns:a16="http://schemas.microsoft.com/office/drawing/2014/main" id="{A189EAB1-5A7B-4586-B401-947514E1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移除短文</a:t>
            </a:r>
          </a:p>
        </p:txBody>
      </p:sp>
      <p:sp>
        <p:nvSpPr>
          <p:cNvPr id="21" name="slide-31-text-21">
            <a:extLst xmlns:a="http://schemas.openxmlformats.org/drawingml/2006/main">
              <a:ext uri="{FF2B5EF4-FFF2-40B4-BE49-F238E27FC236}">
                <a16:creationId xmlns:a16="http://schemas.microsoft.com/office/drawing/2014/main" id="{AC007C39-9271-4C84-BDD8-22C4027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觀察是否停下</a:t>
            </a:r>
          </a:p>
        </p:txBody>
      </p:sp>
      <p:sp>
        <p:nvSpPr>
          <p:cNvPr id="22" name="slide-31-text-22">
            <a:extLst xmlns:a="http://schemas.openxmlformats.org/drawingml/2006/main">
              <a:ext uri="{FF2B5EF4-FFF2-40B4-BE49-F238E27FC236}">
                <a16:creationId xmlns:a16="http://schemas.microsoft.com/office/drawing/2014/main" id="{33B1D32A-F6FA-4359-B08C-4655BD24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隔離演示，不作對外操作。離線備案須明示為預備示例。</a:t>
            </a:r>
          </a:p>
        </p:txBody>
      </p:sp>
      <p:sp>
        <p:nvSpPr>
          <p:cNvPr id="23" name="slide-31-text-23">
            <a:extLst xmlns:a="http://schemas.openxmlformats.org/drawingml/2006/main">
              <a:ext uri="{FF2B5EF4-FFF2-40B4-BE49-F238E27FC236}">
                <a16:creationId xmlns:a16="http://schemas.microsoft.com/office/drawing/2014/main" id="{23CBF229-8754-4E0C-8C95-510A80AA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31 / 66</a:t>
            </a:r>
          </a:p>
        </p:txBody>
      </p:sp>
    </p:spTree>
    <p:extLst>
      <p:ext uri="{BB962C8B-B14F-4D97-AF65-F5344CB8AC3E}">
        <p14:creationId xmlns:p14="http://schemas.microsoft.com/office/powerpoint/2010/main" val="154487424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32-text-1">
            <a:extLst xmlns:a="http://schemas.openxmlformats.org/drawingml/2006/main">
              <a:ext uri="{FF2B5EF4-FFF2-40B4-BE49-F238E27FC236}">
                <a16:creationId xmlns:a16="http://schemas.microsoft.com/office/drawing/2014/main" id="{BEE250C1-0245-4D2C-8AE0-B69ADA30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   轉入組織</a:t>
            </a:r>
          </a:p>
        </p:txBody>
      </p:sp>
      <p:sp>
        <p:nvSpPr>
          <p:cNvPr id="2" name="slide-32-text-2">
            <a:extLst xmlns:a="http://schemas.openxmlformats.org/drawingml/2006/main">
              <a:ext uri="{FF2B5EF4-FFF2-40B4-BE49-F238E27FC236}">
                <a16:creationId xmlns:a16="http://schemas.microsoft.com/office/drawing/2014/main" id="{FE562213-EAAC-4F1B-9427-6E03C556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一次成功還沒有回答重用問題</a:t>
            </a:r>
          </a:p>
        </p:txBody>
      </p:sp>
      <p:sp>
        <p:nvSpPr>
          <p:cNvPr id="3" name="slide-32-line-3">
            <a:extLst xmlns:a="http://schemas.openxmlformats.org/drawingml/2006/main">
              <a:ext uri="{FF2B5EF4-FFF2-40B4-BE49-F238E27FC236}">
                <a16:creationId xmlns:a16="http://schemas.microsoft.com/office/drawing/2014/main" id="{2F199E59-0763-4F13-9A72-2E9D3663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32-text-4">
            <a:extLst xmlns:a="http://schemas.openxmlformats.org/drawingml/2006/main">
              <a:ext uri="{FF2B5EF4-FFF2-40B4-BE49-F238E27FC236}">
                <a16:creationId xmlns:a16="http://schemas.microsoft.com/office/drawing/2014/main" id="{EECB662A-8690-47E0-8D37-0712834F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2-text-5">
            <a:extLst xmlns:a="http://schemas.openxmlformats.org/drawingml/2006/main">
              <a:ext uri="{FF2B5EF4-FFF2-40B4-BE49-F238E27FC236}">
                <a16:creationId xmlns:a16="http://schemas.microsoft.com/office/drawing/2014/main" id="{D1F6893B-FF7D-4084-A168-377338B6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20396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換一位同事接手</a:t>
            </a:r>
          </a:p>
        </p:txBody>
      </p:sp>
      <p:sp>
        <p:nvSpPr>
          <p:cNvPr id="6" name="slide-32-text-6">
            <a:extLst xmlns:a="http://schemas.openxmlformats.org/drawingml/2006/main">
              <a:ext uri="{FF2B5EF4-FFF2-40B4-BE49-F238E27FC236}">
                <a16:creationId xmlns:a16="http://schemas.microsoft.com/office/drawing/2014/main" id="{2ACE41CD-D68C-4F29-BB57-5801DF82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8733"/>
            <a:ext cx="120396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工作還能繼續嗎？</a:t>
            </a:r>
          </a:p>
        </p:txBody>
      </p:sp>
      <p:sp>
        <p:nvSpPr>
          <p:cNvPr id="7" name="slide-32-text-7">
            <a:extLst xmlns:a="http://schemas.openxmlformats.org/drawingml/2006/main">
              <a:ext uri="{FF2B5EF4-FFF2-40B4-BE49-F238E27FC236}">
                <a16:creationId xmlns:a16="http://schemas.microsoft.com/office/drawing/2014/main" id="{038CD656-1555-4998-A8A8-EC035F03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20396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任務條件、取捨理由與失敗記錄，需要離開個人對話。</a:t>
            </a:r>
          </a:p>
        </p:txBody>
      </p:sp>
      <p:sp>
        <p:nvSpPr>
          <p:cNvPr id="8" name="slide-32-text-8">
            <a:extLst xmlns:a="http://schemas.openxmlformats.org/drawingml/2006/main">
              <a:ext uri="{FF2B5EF4-FFF2-40B4-BE49-F238E27FC236}">
                <a16:creationId xmlns:a16="http://schemas.microsoft.com/office/drawing/2014/main" id="{83844A2F-BA45-4B31-AB2E-53F0E74F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這是交接檢驗問題，不把一次成功等同於組織能力。</a:t>
            </a:r>
          </a:p>
        </p:txBody>
      </p:sp>
      <p:sp>
        <p:nvSpPr>
          <p:cNvPr id="9" name="slide-32-text-9">
            <a:extLst xmlns:a="http://schemas.openxmlformats.org/drawingml/2006/main">
              <a:ext uri="{FF2B5EF4-FFF2-40B4-BE49-F238E27FC236}">
                <a16:creationId xmlns:a16="http://schemas.microsoft.com/office/drawing/2014/main" id="{59DA02FE-AB64-47A5-9156-075F9F3F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32 / 66</a:t>
            </a:r>
          </a:p>
        </p:txBody>
      </p:sp>
    </p:spTree>
    <p:extLst>
      <p:ext uri="{BB962C8B-B14F-4D97-AF65-F5344CB8AC3E}">
        <p14:creationId xmlns:p14="http://schemas.microsoft.com/office/powerpoint/2010/main" val="837846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3-text-1">
            <a:extLst xmlns:a="http://schemas.openxmlformats.org/drawingml/2006/main">
              <a:ext uri="{FF2B5EF4-FFF2-40B4-BE49-F238E27FC236}">
                <a16:creationId xmlns:a16="http://schemas.microsoft.com/office/drawing/2014/main" id="{BC1E53F4-4BF4-48C8-8A6D-88EC661E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  02</a:t>
            </a:r>
          </a:p>
        </p:txBody>
      </p:sp>
      <p:sp>
        <p:nvSpPr>
          <p:cNvPr id="2" name="slide-33-line-2">
            <a:extLst xmlns:a="http://schemas.openxmlformats.org/drawingml/2006/main">
              <a:ext uri="{FF2B5EF4-FFF2-40B4-BE49-F238E27FC236}">
                <a16:creationId xmlns:a16="http://schemas.microsoft.com/office/drawing/2014/main" id="{40B7F1E7-2161-4666-8AA2-C772C7E2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33-text-3">
            <a:extLst xmlns:a="http://schemas.openxmlformats.org/drawingml/2006/main">
              <a:ext uri="{FF2B5EF4-FFF2-40B4-BE49-F238E27FC236}">
                <a16:creationId xmlns:a16="http://schemas.microsoft.com/office/drawing/2014/main" id="{CCF8BDC7-5B47-4869-AC3B-CF1CD77A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4" name="slide-33-text-4">
            <a:extLst xmlns:a="http://schemas.openxmlformats.org/drawingml/2006/main">
              <a:ext uri="{FF2B5EF4-FFF2-40B4-BE49-F238E27FC236}">
                <a16:creationId xmlns:a16="http://schemas.microsoft.com/office/drawing/2014/main" id="{25AD4690-6291-4475-973A-6083750F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476500" cy="191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slide-33-text-5">
            <a:extLst xmlns:a="http://schemas.openxmlformats.org/drawingml/2006/main">
              <a:ext uri="{FF2B5EF4-FFF2-40B4-BE49-F238E27FC236}">
                <a16:creationId xmlns:a16="http://schemas.microsoft.com/office/drawing/2014/main" id="{C47746FE-8CD9-44E3-B7F7-83B7A2A1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85725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組織需要保留甚麼</a:t>
            </a:r>
          </a:p>
        </p:txBody>
      </p:sp>
      <p:sp>
        <p:nvSpPr>
          <p:cNvPr id="6" name="slide-33-text-6">
            <a:extLst xmlns:a="http://schemas.openxmlformats.org/drawingml/2006/main">
              <a:ext uri="{FF2B5EF4-FFF2-40B4-BE49-F238E27FC236}">
                <a16:creationId xmlns:a16="http://schemas.microsoft.com/office/drawing/2014/main" id="{20705B1D-D2B0-49CC-B071-1A695D3E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833437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從 AI Native 組織到教育操作系統</a:t>
            </a:r>
          </a:p>
        </p:txBody>
      </p:sp>
      <p:sp>
        <p:nvSpPr>
          <p:cNvPr id="7" name="slide-33-text-7">
            <a:extLst xmlns:a="http://schemas.openxmlformats.org/drawingml/2006/main">
              <a:ext uri="{FF2B5EF4-FFF2-40B4-BE49-F238E27FC236}">
                <a16:creationId xmlns:a16="http://schemas.microsoft.com/office/drawing/2014/main" id="{CAA4AF50-28B6-47EB-BAA2-2F9C19D8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模型可以替換，工作的依據與責任仍需存在。</a:t>
            </a:r>
          </a:p>
        </p:txBody>
      </p:sp>
      <p:sp>
        <p:nvSpPr>
          <p:cNvPr id="8" name="slide-33-text-8">
            <a:extLst xmlns:a="http://schemas.openxmlformats.org/drawingml/2006/main">
              <a:ext uri="{FF2B5EF4-FFF2-40B4-BE49-F238E27FC236}">
                <a16:creationId xmlns:a16="http://schemas.microsoft.com/office/drawing/2014/main" id="{107017D9-4F77-4601-B77B-5FC88382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33 / 66</a:t>
            </a:r>
          </a:p>
        </p:txBody>
      </p:sp>
    </p:spTree>
    <p:extLst>
      <p:ext uri="{BB962C8B-B14F-4D97-AF65-F5344CB8AC3E}">
        <p14:creationId xmlns:p14="http://schemas.microsoft.com/office/powerpoint/2010/main" val="99570247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4-text-1">
            <a:extLst xmlns:a="http://schemas.openxmlformats.org/drawingml/2006/main">
              <a:ext uri="{FF2B5EF4-FFF2-40B4-BE49-F238E27FC236}">
                <a16:creationId xmlns:a16="http://schemas.microsoft.com/office/drawing/2014/main" id="{9E200160-3C44-43DE-8D69-2A443167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個人與組織</a:t>
            </a:r>
          </a:p>
        </p:txBody>
      </p:sp>
      <p:sp>
        <p:nvSpPr>
          <p:cNvPr id="2" name="slide-34-text-2">
            <a:extLst xmlns:a="http://schemas.openxmlformats.org/drawingml/2006/main">
              <a:ext uri="{FF2B5EF4-FFF2-40B4-BE49-F238E27FC236}">
                <a16:creationId xmlns:a16="http://schemas.microsoft.com/office/drawing/2014/main" id="{4ABC17F0-EE34-4F9B-A426-0576FB30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個人的效率可能停在交接處</a:t>
            </a:r>
          </a:p>
        </p:txBody>
      </p:sp>
      <p:sp>
        <p:nvSpPr>
          <p:cNvPr id="3" name="slide-34-line-3">
            <a:extLst xmlns:a="http://schemas.openxmlformats.org/drawingml/2006/main">
              <a:ext uri="{FF2B5EF4-FFF2-40B4-BE49-F238E27FC236}">
                <a16:creationId xmlns:a16="http://schemas.microsoft.com/office/drawing/2014/main" id="{E7DD44E3-CF43-4ED9-A6D9-261ACDB3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4-text-4">
            <a:extLst xmlns:a="http://schemas.openxmlformats.org/drawingml/2006/main">
              <a:ext uri="{FF2B5EF4-FFF2-40B4-BE49-F238E27FC236}">
                <a16:creationId xmlns:a16="http://schemas.microsoft.com/office/drawing/2014/main" id="{5EEB0012-F628-4EC0-A924-6241256C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4-text-5">
            <a:extLst xmlns:a="http://schemas.openxmlformats.org/drawingml/2006/main">
              <a:ext uri="{FF2B5EF4-FFF2-40B4-BE49-F238E27FC236}">
                <a16:creationId xmlns:a16="http://schemas.microsoft.com/office/drawing/2014/main" id="{A69E6DBA-3AF9-4F59-B8D9-073E0F5C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34-line-6">
            <a:extLst xmlns:a="http://schemas.openxmlformats.org/drawingml/2006/main">
              <a:ext uri="{FF2B5EF4-FFF2-40B4-BE49-F238E27FC236}">
                <a16:creationId xmlns:a16="http://schemas.microsoft.com/office/drawing/2014/main" id="{60C6C929-AF03-48AC-B6B1-E3ED4DD6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34-text-7">
            <a:extLst xmlns:a="http://schemas.openxmlformats.org/drawingml/2006/main">
              <a:ext uri="{FF2B5EF4-FFF2-40B4-BE49-F238E27FC236}">
                <a16:creationId xmlns:a16="http://schemas.microsoft.com/office/drawing/2014/main" id="{AC9C68A6-CACD-4C1E-B7DC-A3630588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起草</a:t>
            </a:r>
          </a:p>
        </p:txBody>
      </p:sp>
      <p:sp>
        <p:nvSpPr>
          <p:cNvPr id="8" name="slide-34-text-8">
            <a:extLst xmlns:a="http://schemas.openxmlformats.org/drawingml/2006/main">
              <a:ext uri="{FF2B5EF4-FFF2-40B4-BE49-F238E27FC236}">
                <a16:creationId xmlns:a16="http://schemas.microsoft.com/office/drawing/2014/main" id="{8BBF0AFB-83E6-4CAE-A93F-725AA6E3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速度提高</a:t>
            </a:r>
          </a:p>
        </p:txBody>
      </p:sp>
      <p:sp>
        <p:nvSpPr>
          <p:cNvPr id="9" name="slide-34-line-9">
            <a:extLst xmlns:a="http://schemas.openxmlformats.org/drawingml/2006/main">
              <a:ext uri="{FF2B5EF4-FFF2-40B4-BE49-F238E27FC236}">
                <a16:creationId xmlns:a16="http://schemas.microsoft.com/office/drawing/2014/main" id="{049EBFFD-887E-478F-9DCF-81BB0E16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0" name="slide-34-text-10">
            <a:extLst xmlns:a="http://schemas.openxmlformats.org/drawingml/2006/main">
              <a:ext uri="{FF2B5EF4-FFF2-40B4-BE49-F238E27FC236}">
                <a16:creationId xmlns:a16="http://schemas.microsoft.com/office/drawing/2014/main" id="{692CD920-1A92-47BE-AFF4-5FD0A06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1" name="slide-34-line-11">
            <a:extLst xmlns:a="http://schemas.openxmlformats.org/drawingml/2006/main">
              <a:ext uri="{FF2B5EF4-FFF2-40B4-BE49-F238E27FC236}">
                <a16:creationId xmlns:a16="http://schemas.microsoft.com/office/drawing/2014/main" id="{D9BD83DC-9FFE-4A0B-AF7B-ABE5686C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2" name="slide-34-text-12">
            <a:extLst xmlns:a="http://schemas.openxmlformats.org/drawingml/2006/main">
              <a:ext uri="{FF2B5EF4-FFF2-40B4-BE49-F238E27FC236}">
                <a16:creationId xmlns:a16="http://schemas.microsoft.com/office/drawing/2014/main" id="{33104D1B-6B6F-4342-96E3-96A440FE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交接</a:t>
            </a:r>
          </a:p>
        </p:txBody>
      </p:sp>
      <p:sp>
        <p:nvSpPr>
          <p:cNvPr id="13" name="slide-34-text-13">
            <a:extLst xmlns:a="http://schemas.openxmlformats.org/drawingml/2006/main">
              <a:ext uri="{FF2B5EF4-FFF2-40B4-BE49-F238E27FC236}">
                <a16:creationId xmlns:a16="http://schemas.microsoft.com/office/drawing/2014/main" id="{7DDF8307-24A1-4DF8-A07E-8F19C8F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來源不明</a:t>
            </a:r>
          </a:p>
        </p:txBody>
      </p:sp>
      <p:sp>
        <p:nvSpPr>
          <p:cNvPr id="14" name="slide-34-text-14">
            <a:extLst xmlns:a="http://schemas.openxmlformats.org/drawingml/2006/main">
              <a:ext uri="{FF2B5EF4-FFF2-40B4-BE49-F238E27FC236}">
                <a16:creationId xmlns:a16="http://schemas.microsoft.com/office/drawing/2014/main" id="{381CB381-570A-4476-B9CC-B80B54A5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版本不清</a:t>
            </a:r>
          </a:p>
        </p:txBody>
      </p:sp>
      <p:sp>
        <p:nvSpPr>
          <p:cNvPr id="15" name="slide-34-line-15">
            <a:extLst xmlns:a="http://schemas.openxmlformats.org/drawingml/2006/main">
              <a:ext uri="{FF2B5EF4-FFF2-40B4-BE49-F238E27FC236}">
                <a16:creationId xmlns:a16="http://schemas.microsoft.com/office/drawing/2014/main" id="{58B39BDE-B89E-4DD1-B192-D00A511A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6" name="slide-34-text-16">
            <a:extLst xmlns:a="http://schemas.openxmlformats.org/drawingml/2006/main">
              <a:ext uri="{FF2B5EF4-FFF2-40B4-BE49-F238E27FC236}">
                <a16:creationId xmlns:a16="http://schemas.microsoft.com/office/drawing/2014/main" id="{CBE8BB7F-5A51-422D-818F-698E20B2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7" name="slide-34-line-17">
            <a:extLst xmlns:a="http://schemas.openxmlformats.org/drawingml/2006/main">
              <a:ext uri="{FF2B5EF4-FFF2-40B4-BE49-F238E27FC236}">
                <a16:creationId xmlns:a16="http://schemas.microsoft.com/office/drawing/2014/main" id="{B5407272-CC69-4479-A938-E7FD3613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8" name="slide-34-text-18">
            <a:extLst xmlns:a="http://schemas.openxmlformats.org/drawingml/2006/main">
              <a:ext uri="{FF2B5EF4-FFF2-40B4-BE49-F238E27FC236}">
                <a16:creationId xmlns:a16="http://schemas.microsoft.com/office/drawing/2014/main" id="{229CA942-4435-49FB-B90E-18E110DD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重做</a:t>
            </a:r>
          </a:p>
        </p:txBody>
      </p:sp>
      <p:sp>
        <p:nvSpPr>
          <p:cNvPr id="19" name="slide-34-text-19">
            <a:extLst xmlns:a="http://schemas.openxmlformats.org/drawingml/2006/main">
              <a:ext uri="{FF2B5EF4-FFF2-40B4-BE49-F238E27FC236}">
                <a16:creationId xmlns:a16="http://schemas.microsoft.com/office/drawing/2014/main" id="{053B4B2E-694A-43D9-A870-EA01ABF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重新理解</a:t>
            </a:r>
          </a:p>
        </p:txBody>
      </p:sp>
      <p:sp>
        <p:nvSpPr>
          <p:cNvPr id="20" name="slide-34-text-20">
            <a:extLst xmlns:a="http://schemas.openxmlformats.org/drawingml/2006/main">
              <a:ext uri="{FF2B5EF4-FFF2-40B4-BE49-F238E27FC236}">
                <a16:creationId xmlns:a16="http://schemas.microsoft.com/office/drawing/2014/main" id="{92DFFBBE-7C34-4EAD-BFEC-E949FF02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重新驗證</a:t>
            </a:r>
          </a:p>
        </p:txBody>
      </p:sp>
      <p:sp>
        <p:nvSpPr>
          <p:cNvPr id="21" name="slide-34-text-21">
            <a:extLst xmlns:a="http://schemas.openxmlformats.org/drawingml/2006/main">
              <a:ext uri="{FF2B5EF4-FFF2-40B4-BE49-F238E27FC236}">
                <a16:creationId xmlns:a16="http://schemas.microsoft.com/office/drawing/2014/main" id="{88E5415E-AC1C-4C2C-9BBC-4E74E440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整體時間需要包含等待、交接與返工，不能只計生成時間。</a:t>
            </a:r>
          </a:p>
        </p:txBody>
      </p:sp>
      <p:sp>
        <p:nvSpPr>
          <p:cNvPr id="22" name="slide-34-text-22">
            <a:extLst xmlns:a="http://schemas.openxmlformats.org/drawingml/2006/main">
              <a:ext uri="{FF2B5EF4-FFF2-40B4-BE49-F238E27FC236}">
                <a16:creationId xmlns:a16="http://schemas.microsoft.com/office/drawing/2014/main" id="{7F55AD95-F00C-4B24-B8F7-29039D9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34 / 66</a:t>
            </a:r>
          </a:p>
        </p:txBody>
      </p:sp>
    </p:spTree>
    <p:extLst>
      <p:ext uri="{BB962C8B-B14F-4D97-AF65-F5344CB8AC3E}">
        <p14:creationId xmlns:p14="http://schemas.microsoft.com/office/powerpoint/2010/main" val="14294100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5-text-1">
            <a:extLst xmlns:a="http://schemas.openxmlformats.org/drawingml/2006/main">
              <a:ext uri="{FF2B5EF4-FFF2-40B4-BE49-F238E27FC236}">
                <a16:creationId xmlns:a16="http://schemas.microsoft.com/office/drawing/2014/main" id="{FF7D551F-77F2-4C62-A08B-346DB5A2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   CONTEXT、HARNESS、LOOP</a:t>
            </a:r>
          </a:p>
        </p:txBody>
      </p:sp>
      <p:sp>
        <p:nvSpPr>
          <p:cNvPr id="2" name="slide-35-text-2">
            <a:extLst xmlns:a="http://schemas.openxmlformats.org/drawingml/2006/main">
              <a:ext uri="{FF2B5EF4-FFF2-40B4-BE49-F238E27FC236}">
                <a16:creationId xmlns:a16="http://schemas.microsoft.com/office/drawing/2014/main" id="{BFDA1975-7051-4507-A815-AB849F91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工作系統的三個設計問題</a:t>
            </a:r>
          </a:p>
        </p:txBody>
      </p:sp>
      <p:sp>
        <p:nvSpPr>
          <p:cNvPr id="3" name="slide-35-line-3">
            <a:extLst xmlns:a="http://schemas.openxmlformats.org/drawingml/2006/main">
              <a:ext uri="{FF2B5EF4-FFF2-40B4-BE49-F238E27FC236}">
                <a16:creationId xmlns:a16="http://schemas.microsoft.com/office/drawing/2014/main" id="{5F780E2C-CB8A-40F8-95DA-3D11C38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35-text-4">
            <a:extLst xmlns:a="http://schemas.openxmlformats.org/drawingml/2006/main">
              <a:ext uri="{FF2B5EF4-FFF2-40B4-BE49-F238E27FC236}">
                <a16:creationId xmlns:a16="http://schemas.microsoft.com/office/drawing/2014/main" id="{8F06C50C-06F0-4DB4-94BA-40019E2E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5-text-5">
            <a:extLst xmlns:a="http://schemas.openxmlformats.org/drawingml/2006/main">
              <a:ext uri="{FF2B5EF4-FFF2-40B4-BE49-F238E27FC236}">
                <a16:creationId xmlns:a16="http://schemas.microsoft.com/office/drawing/2014/main" id="{F625839D-0B10-4BA3-AD75-7A5F6C8C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CONTEXT</a:t>
            </a:r>
          </a:p>
        </p:txBody>
      </p:sp>
      <p:sp>
        <p:nvSpPr>
          <p:cNvPr id="6" name="slide-35-line-6">
            <a:extLst xmlns:a="http://schemas.openxmlformats.org/drawingml/2006/main">
              <a:ext uri="{FF2B5EF4-FFF2-40B4-BE49-F238E27FC236}">
                <a16:creationId xmlns:a16="http://schemas.microsoft.com/office/drawing/2014/main" id="{E789EC0A-83D2-4BBD-B4B2-07CCEFC0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35-text-7">
            <a:extLst xmlns:a="http://schemas.openxmlformats.org/drawingml/2006/main">
              <a:ext uri="{FF2B5EF4-FFF2-40B4-BE49-F238E27FC236}">
                <a16:creationId xmlns:a16="http://schemas.microsoft.com/office/drawing/2014/main" id="{7F16B0A2-7094-41FC-89B1-1226A404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任務所需的背景</a:t>
            </a:r>
          </a:p>
        </p:txBody>
      </p:sp>
      <p:sp>
        <p:nvSpPr>
          <p:cNvPr id="8" name="slide-35-text-8">
            <a:extLst xmlns:a="http://schemas.openxmlformats.org/drawingml/2006/main">
              <a:ext uri="{FF2B5EF4-FFF2-40B4-BE49-F238E27FC236}">
                <a16:creationId xmlns:a16="http://schemas.microsoft.com/office/drawing/2014/main" id="{80E35BAA-97D5-47B5-A7DE-AADDC4C0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7264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來源、限制與當前狀態</a:t>
            </a:r>
          </a:p>
        </p:txBody>
      </p:sp>
      <p:sp>
        <p:nvSpPr>
          <p:cNvPr id="9" name="slide-35-text-9">
            <a:extLst xmlns:a="http://schemas.openxmlformats.org/drawingml/2006/main">
              <a:ext uri="{FF2B5EF4-FFF2-40B4-BE49-F238E27FC236}">
                <a16:creationId xmlns:a16="http://schemas.microsoft.com/office/drawing/2014/main" id="{69A9F7D4-8E41-4C05-A979-70B32999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HARNESS</a:t>
            </a:r>
          </a:p>
        </p:txBody>
      </p:sp>
      <p:sp>
        <p:nvSpPr>
          <p:cNvPr id="10" name="slide-35-line-10">
            <a:extLst xmlns:a="http://schemas.openxmlformats.org/drawingml/2006/main">
              <a:ext uri="{FF2B5EF4-FFF2-40B4-BE49-F238E27FC236}">
                <a16:creationId xmlns:a16="http://schemas.microsoft.com/office/drawing/2014/main" id="{8A0A31F3-5595-4FD0-90BA-B4168E26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147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35-text-11">
            <a:extLst xmlns:a="http://schemas.openxmlformats.org/drawingml/2006/main">
              <a:ext uri="{FF2B5EF4-FFF2-40B4-BE49-F238E27FC236}">
                <a16:creationId xmlns:a16="http://schemas.microsoft.com/office/drawing/2014/main" id="{5C307C51-2A8E-45D7-B63C-6D91FE7B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可使用的工具與權限</a:t>
            </a:r>
          </a:p>
        </p:txBody>
      </p:sp>
      <p:sp>
        <p:nvSpPr>
          <p:cNvPr id="12" name="slide-35-text-12">
            <a:extLst xmlns:a="http://schemas.openxmlformats.org/drawingml/2006/main">
              <a:ext uri="{FF2B5EF4-FFF2-40B4-BE49-F238E27FC236}">
                <a16:creationId xmlns:a16="http://schemas.microsoft.com/office/drawing/2014/main" id="{9F6A79C1-8D5A-4F6D-89F4-EE27D45C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7264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檢查、停止及恢復</a:t>
            </a:r>
          </a:p>
        </p:txBody>
      </p:sp>
      <p:sp>
        <p:nvSpPr>
          <p:cNvPr id="13" name="slide-35-text-13">
            <a:extLst xmlns:a="http://schemas.openxmlformats.org/drawingml/2006/main">
              <a:ext uri="{FF2B5EF4-FFF2-40B4-BE49-F238E27FC236}">
                <a16:creationId xmlns:a16="http://schemas.microsoft.com/office/drawing/2014/main" id="{6A0ECF7C-7B73-45CA-BBBA-90DB2FC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57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LOOP</a:t>
            </a:r>
          </a:p>
        </p:txBody>
      </p:sp>
      <p:sp>
        <p:nvSpPr>
          <p:cNvPr id="14" name="slide-35-line-14">
            <a:extLst xmlns:a="http://schemas.openxmlformats.org/drawingml/2006/main">
              <a:ext uri="{FF2B5EF4-FFF2-40B4-BE49-F238E27FC236}">
                <a16:creationId xmlns:a16="http://schemas.microsoft.com/office/drawing/2014/main" id="{CF653EA2-E4F6-44F5-B43F-221F5443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5" name="slide-35-text-15">
            <a:extLst xmlns:a="http://schemas.openxmlformats.org/drawingml/2006/main">
              <a:ext uri="{FF2B5EF4-FFF2-40B4-BE49-F238E27FC236}">
                <a16:creationId xmlns:a16="http://schemas.microsoft.com/office/drawing/2014/main" id="{51D44F3D-1DEF-4268-89D7-2D13608D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38550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實際結果與人工修正</a:t>
            </a:r>
          </a:p>
        </p:txBody>
      </p:sp>
      <p:sp>
        <p:nvSpPr>
          <p:cNvPr id="16" name="slide-35-text-16">
            <a:extLst xmlns:a="http://schemas.openxmlformats.org/drawingml/2006/main">
              <a:ext uri="{FF2B5EF4-FFF2-40B4-BE49-F238E27FC236}">
                <a16:creationId xmlns:a16="http://schemas.microsoft.com/office/drawing/2014/main" id="{165C2EF7-4382-491F-8596-F42B67AC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17264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如何改變下一次工作</a:t>
            </a:r>
          </a:p>
        </p:txBody>
      </p:sp>
      <p:sp>
        <p:nvSpPr>
          <p:cNvPr id="17" name="slide-35-text-17">
            <a:extLst xmlns:a="http://schemas.openxmlformats.org/drawingml/2006/main">
              <a:ext uri="{FF2B5EF4-FFF2-40B4-BE49-F238E27FC236}">
                <a16:creationId xmlns:a16="http://schemas.microsoft.com/office/drawing/2014/main" id="{BBA0BFB1-C5E5-403D-A8C3-12AA6FF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導讀小組要查清：材料從哪裏來，工具能做甚麼，修訂如何留下。</a:t>
            </a:r>
          </a:p>
        </p:txBody>
      </p:sp>
      <p:sp>
        <p:nvSpPr>
          <p:cNvPr id="18" name="slide-35-text-18">
            <a:extLst xmlns:a="http://schemas.openxmlformats.org/drawingml/2006/main">
              <a:ext uri="{FF2B5EF4-FFF2-40B4-BE49-F238E27FC236}">
                <a16:creationId xmlns:a16="http://schemas.microsoft.com/office/drawing/2014/main" id="{4B7E316D-B4F3-4553-B4F1-AD3EAE43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35 / 66</a:t>
            </a:r>
          </a:p>
        </p:txBody>
      </p:sp>
    </p:spTree>
    <p:extLst>
      <p:ext uri="{BB962C8B-B14F-4D97-AF65-F5344CB8AC3E}">
        <p14:creationId xmlns:p14="http://schemas.microsoft.com/office/powerpoint/2010/main" val="837442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6-text-1">
            <a:extLst xmlns:a="http://schemas.openxmlformats.org/drawingml/2006/main">
              <a:ext uri="{FF2B5EF4-FFF2-40B4-BE49-F238E27FC236}">
                <a16:creationId xmlns:a16="http://schemas.microsoft.com/office/drawing/2014/main" id="{CD5BC1BE-CA0C-4F38-AE7F-BF6D546B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組織記憶</a:t>
            </a:r>
          </a:p>
        </p:txBody>
      </p:sp>
      <p:sp>
        <p:nvSpPr>
          <p:cNvPr id="2" name="slide-36-text-2">
            <a:extLst xmlns:a="http://schemas.openxmlformats.org/drawingml/2006/main">
              <a:ext uri="{FF2B5EF4-FFF2-40B4-BE49-F238E27FC236}">
                <a16:creationId xmlns:a16="http://schemas.microsoft.com/office/drawing/2014/main" id="{32842922-6255-4070-B216-EBF2DA1A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組織記憶的三種內容</a:t>
            </a:r>
          </a:p>
        </p:txBody>
      </p:sp>
      <p:sp>
        <p:nvSpPr>
          <p:cNvPr id="3" name="slide-36-line-3">
            <a:extLst xmlns:a="http://schemas.openxmlformats.org/drawingml/2006/main">
              <a:ext uri="{FF2B5EF4-FFF2-40B4-BE49-F238E27FC236}">
                <a16:creationId xmlns:a16="http://schemas.microsoft.com/office/drawing/2014/main" id="{427C9784-E8B3-478B-AFDF-FE4C93A0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6-text-4">
            <a:extLst xmlns:a="http://schemas.openxmlformats.org/drawingml/2006/main">
              <a:ext uri="{FF2B5EF4-FFF2-40B4-BE49-F238E27FC236}">
                <a16:creationId xmlns:a16="http://schemas.microsoft.com/office/drawing/2014/main" id="{2B3A3A24-2F0E-4E0E-82E9-456363C2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6-text-5">
            <a:extLst xmlns:a="http://schemas.openxmlformats.org/drawingml/2006/main">
              <a:ext uri="{FF2B5EF4-FFF2-40B4-BE49-F238E27FC236}">
                <a16:creationId xmlns:a16="http://schemas.microsoft.com/office/drawing/2014/main" id="{ACCB87FA-58D5-4F76-B46B-80C1F9EF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事實記憶</a:t>
            </a:r>
          </a:p>
        </p:txBody>
      </p:sp>
      <p:sp>
        <p:nvSpPr>
          <p:cNvPr id="6" name="slide-36-line-6">
            <a:extLst xmlns:a="http://schemas.openxmlformats.org/drawingml/2006/main">
              <a:ext uri="{FF2B5EF4-FFF2-40B4-BE49-F238E27FC236}">
                <a16:creationId xmlns:a16="http://schemas.microsoft.com/office/drawing/2014/main" id="{D71E33A9-AA79-44AB-A9A9-71B2DFD1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36-text-7">
            <a:extLst xmlns:a="http://schemas.openxmlformats.org/drawingml/2006/main">
              <a:ext uri="{FF2B5EF4-FFF2-40B4-BE49-F238E27FC236}">
                <a16:creationId xmlns:a16="http://schemas.microsoft.com/office/drawing/2014/main" id="{DBA2AE0B-0620-40EB-B243-5A27E287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發生了甚麼</a:t>
            </a:r>
          </a:p>
        </p:txBody>
      </p:sp>
      <p:sp>
        <p:nvSpPr>
          <p:cNvPr id="8" name="slide-36-text-8">
            <a:extLst xmlns:a="http://schemas.openxmlformats.org/drawingml/2006/main">
              <a:ext uri="{FF2B5EF4-FFF2-40B4-BE49-F238E27FC236}">
                <a16:creationId xmlns:a16="http://schemas.microsoft.com/office/drawing/2014/main" id="{8E728D81-A4A1-48CD-AB04-CBB8D7AA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936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證據、版本與責任人</a:t>
            </a:r>
          </a:p>
        </p:txBody>
      </p:sp>
      <p:sp>
        <p:nvSpPr>
          <p:cNvPr id="9" name="slide-36-text-9">
            <a:extLst xmlns:a="http://schemas.openxmlformats.org/drawingml/2006/main">
              <a:ext uri="{FF2B5EF4-FFF2-40B4-BE49-F238E27FC236}">
                <a16:creationId xmlns:a16="http://schemas.microsoft.com/office/drawing/2014/main" id="{37B5C561-50D3-4748-B46C-86E33E84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860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互動與推理記憶</a:t>
            </a:r>
          </a:p>
        </p:txBody>
      </p:sp>
      <p:sp>
        <p:nvSpPr>
          <p:cNvPr id="10" name="slide-36-line-10">
            <a:extLst xmlns:a="http://schemas.openxmlformats.org/drawingml/2006/main">
              <a:ext uri="{FF2B5EF4-FFF2-40B4-BE49-F238E27FC236}">
                <a16:creationId xmlns:a16="http://schemas.microsoft.com/office/drawing/2014/main" id="{794CEAC6-DFCA-4A14-86E6-DA3F3184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432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36-text-11">
            <a:extLst xmlns:a="http://schemas.openxmlformats.org/drawingml/2006/main">
              <a:ext uri="{FF2B5EF4-FFF2-40B4-BE49-F238E27FC236}">
                <a16:creationId xmlns:a16="http://schemas.microsoft.com/office/drawing/2014/main" id="{E70E6B73-A381-46DE-BD08-037B27C5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6712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為甚麼這樣決定</a:t>
            </a:r>
          </a:p>
        </p:txBody>
      </p:sp>
      <p:sp>
        <p:nvSpPr>
          <p:cNvPr id="12" name="slide-36-text-12">
            <a:extLst xmlns:a="http://schemas.openxmlformats.org/drawingml/2006/main">
              <a:ext uri="{FF2B5EF4-FFF2-40B4-BE49-F238E27FC236}">
                <a16:creationId xmlns:a16="http://schemas.microsoft.com/office/drawing/2014/main" id="{752D187F-B720-4542-B8EB-15C31F57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5936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異議、取捨與未決假設</a:t>
            </a:r>
          </a:p>
        </p:txBody>
      </p:sp>
      <p:sp>
        <p:nvSpPr>
          <p:cNvPr id="13" name="slide-36-text-13">
            <a:extLst xmlns:a="http://schemas.openxmlformats.org/drawingml/2006/main">
              <a:ext uri="{FF2B5EF4-FFF2-40B4-BE49-F238E27FC236}">
                <a16:creationId xmlns:a16="http://schemas.microsoft.com/office/drawing/2014/main" id="{A2B03B6B-8029-4CCE-871C-1A9F844C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860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行動記憶</a:t>
            </a:r>
          </a:p>
        </p:txBody>
      </p:sp>
      <p:sp>
        <p:nvSpPr>
          <p:cNvPr id="14" name="slide-36-line-14">
            <a:extLst xmlns:a="http://schemas.openxmlformats.org/drawingml/2006/main">
              <a:ext uri="{FF2B5EF4-FFF2-40B4-BE49-F238E27FC236}">
                <a16:creationId xmlns:a16="http://schemas.microsoft.com/office/drawing/2014/main" id="{784A6485-2570-412F-8296-E05110D2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432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5" name="slide-36-text-15">
            <a:extLst xmlns:a="http://schemas.openxmlformats.org/drawingml/2006/main">
              <a:ext uri="{FF2B5EF4-FFF2-40B4-BE49-F238E27FC236}">
                <a16:creationId xmlns:a16="http://schemas.microsoft.com/office/drawing/2014/main" id="{6A003360-D272-4637-B2F4-1C4847C5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6712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實際怎樣完成</a:t>
            </a:r>
          </a:p>
        </p:txBody>
      </p:sp>
      <p:sp>
        <p:nvSpPr>
          <p:cNvPr id="16" name="slide-36-text-16">
            <a:extLst xmlns:a="http://schemas.openxmlformats.org/drawingml/2006/main">
              <a:ext uri="{FF2B5EF4-FFF2-40B4-BE49-F238E27FC236}">
                <a16:creationId xmlns:a16="http://schemas.microsoft.com/office/drawing/2014/main" id="{9F287238-A640-424A-9C0E-C67727B7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5936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觸發、例外與結果</a:t>
            </a:r>
          </a:p>
        </p:txBody>
      </p:sp>
      <p:sp>
        <p:nvSpPr>
          <p:cNvPr id="17" name="slide-36-text-17">
            <a:extLst xmlns:a="http://schemas.openxmlformats.org/drawingml/2006/main">
              <a:ext uri="{FF2B5EF4-FFF2-40B4-BE49-F238E27FC236}">
                <a16:creationId xmlns:a16="http://schemas.microsoft.com/office/drawing/2014/main" id="{39A844EC-0972-4429-A7DB-C5AB7D66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分類用來檢查記錄是否完整，不代表記錄本身已經正確。</a:t>
            </a:r>
          </a:p>
        </p:txBody>
      </p:sp>
      <p:sp>
        <p:nvSpPr>
          <p:cNvPr id="18" name="slide-36-text-18">
            <a:extLst xmlns:a="http://schemas.openxmlformats.org/drawingml/2006/main">
              <a:ext uri="{FF2B5EF4-FFF2-40B4-BE49-F238E27FC236}">
                <a16:creationId xmlns:a16="http://schemas.microsoft.com/office/drawing/2014/main" id="{5AAAD5CC-1A0F-4349-ADBD-BD08F172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36 / 66</a:t>
            </a:r>
          </a:p>
        </p:txBody>
      </p:sp>
    </p:spTree>
    <p:extLst>
      <p:ext uri="{BB962C8B-B14F-4D97-AF65-F5344CB8AC3E}">
        <p14:creationId xmlns:p14="http://schemas.microsoft.com/office/powerpoint/2010/main" val="14044201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37-text-1">
            <a:extLst xmlns:a="http://schemas.openxmlformats.org/drawingml/2006/main">
              <a:ext uri="{FF2B5EF4-FFF2-40B4-BE49-F238E27FC236}">
                <a16:creationId xmlns:a16="http://schemas.microsoft.com/office/drawing/2014/main" id="{7A48A16C-E450-4705-BA9C-370478B1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   同一案例</a:t>
            </a:r>
          </a:p>
        </p:txBody>
      </p:sp>
      <p:sp>
        <p:nvSpPr>
          <p:cNvPr id="2" name="slide-37-text-2">
            <a:extLst xmlns:a="http://schemas.openxmlformats.org/drawingml/2006/main">
              <a:ext uri="{FF2B5EF4-FFF2-40B4-BE49-F238E27FC236}">
                <a16:creationId xmlns:a16="http://schemas.microsoft.com/office/drawing/2014/main" id="{EC78BDE3-8DF4-4E8B-984B-6BAFD4FC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事實記憶保留可回查的依據</a:t>
            </a:r>
          </a:p>
        </p:txBody>
      </p:sp>
      <p:sp>
        <p:nvSpPr>
          <p:cNvPr id="3" name="slide-37-line-3">
            <a:extLst xmlns:a="http://schemas.openxmlformats.org/drawingml/2006/main">
              <a:ext uri="{FF2B5EF4-FFF2-40B4-BE49-F238E27FC236}">
                <a16:creationId xmlns:a16="http://schemas.microsoft.com/office/drawing/2014/main" id="{DA74EDBD-A047-4306-B269-CB20E061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37-text-4">
            <a:extLst xmlns:a="http://schemas.openxmlformats.org/drawingml/2006/main">
              <a:ext uri="{FF2B5EF4-FFF2-40B4-BE49-F238E27FC236}">
                <a16:creationId xmlns:a16="http://schemas.microsoft.com/office/drawing/2014/main" id="{B23E82FA-637A-40EB-8F6E-6E640588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7-text-5">
            <a:extLst xmlns:a="http://schemas.openxmlformats.org/drawingml/2006/main">
              <a:ext uri="{FF2B5EF4-FFF2-40B4-BE49-F238E27FC236}">
                <a16:creationId xmlns:a16="http://schemas.microsoft.com/office/drawing/2014/main" id="{0B15B380-72C6-4309-9CBF-62EE253D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可回查</a:t>
            </a:r>
          </a:p>
        </p:txBody>
      </p:sp>
      <p:sp>
        <p:nvSpPr>
          <p:cNvPr id="6" name="slide-37-text-6">
            <a:extLst xmlns:a="http://schemas.openxmlformats.org/drawingml/2006/main">
              <a:ext uri="{FF2B5EF4-FFF2-40B4-BE49-F238E27FC236}">
                <a16:creationId xmlns:a16="http://schemas.microsoft.com/office/drawing/2014/main" id="{0556848E-8EB3-4AA9-A5D4-CDEB3BDF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短文版本、回饋來源及記錄日期</a:t>
            </a:r>
          </a:p>
        </p:txBody>
      </p:sp>
      <p:sp>
        <p:nvSpPr>
          <p:cNvPr id="7" name="slide-37-line-7">
            <a:extLst xmlns:a="http://schemas.openxmlformats.org/drawingml/2006/main">
              <a:ext uri="{FF2B5EF4-FFF2-40B4-BE49-F238E27FC236}">
                <a16:creationId xmlns:a16="http://schemas.microsoft.com/office/drawing/2014/main" id="{635C5FAD-0592-4B4B-8CC8-F1E6FC5B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37-text-8">
            <a:extLst xmlns:a="http://schemas.openxmlformats.org/drawingml/2006/main">
              <a:ext uri="{FF2B5EF4-FFF2-40B4-BE49-F238E27FC236}">
                <a16:creationId xmlns:a16="http://schemas.microsoft.com/office/drawing/2014/main" id="{B60EEC2C-F51E-4D42-A4E9-0C49A32F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尚未證明</a:t>
            </a:r>
          </a:p>
        </p:txBody>
      </p:sp>
      <p:sp>
        <p:nvSpPr>
          <p:cNvPr id="9" name="slide-37-text-9">
            <a:extLst xmlns:a="http://schemas.openxmlformats.org/drawingml/2006/main">
              <a:ext uri="{FF2B5EF4-FFF2-40B4-BE49-F238E27FC236}">
                <a16:creationId xmlns:a16="http://schemas.microsoft.com/office/drawing/2014/main" id="{A3D14AF2-E6C7-44D2-9352-D69C5CA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95725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學生閱讀理解是否提高</a:t>
            </a:r>
          </a:p>
        </p:txBody>
      </p:sp>
      <p:sp>
        <p:nvSpPr>
          <p:cNvPr id="10" name="slide-37-line-10">
            <a:extLst xmlns:a="http://schemas.openxmlformats.org/drawingml/2006/main">
              <a:ext uri="{FF2B5EF4-FFF2-40B4-BE49-F238E27FC236}">
                <a16:creationId xmlns:a16="http://schemas.microsoft.com/office/drawing/2014/main" id="{8DD6402D-5702-4F98-ACED-328D1665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37-text-11">
            <a:extLst xmlns:a="http://schemas.openxmlformats.org/drawingml/2006/main">
              <a:ext uri="{FF2B5EF4-FFF2-40B4-BE49-F238E27FC236}">
                <a16:creationId xmlns:a16="http://schemas.microsoft.com/office/drawing/2014/main" id="{9D38B51E-B40A-4C36-871F-E1E0B6D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需要保留</a:t>
            </a:r>
          </a:p>
        </p:txBody>
      </p:sp>
      <p:sp>
        <p:nvSpPr>
          <p:cNvPr id="12" name="slide-37-text-12">
            <a:extLst xmlns:a="http://schemas.openxmlformats.org/drawingml/2006/main">
              <a:ext uri="{FF2B5EF4-FFF2-40B4-BE49-F238E27FC236}">
                <a16:creationId xmlns:a16="http://schemas.microsoft.com/office/drawing/2014/main" id="{BE4CC6D5-D31C-424A-95DB-7E003DCD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9110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原始回饋與團隊解釋之間的區別</a:t>
            </a:r>
          </a:p>
        </p:txBody>
      </p:sp>
      <p:sp>
        <p:nvSpPr>
          <p:cNvPr id="13" name="slide-37-line-13">
            <a:extLst xmlns:a="http://schemas.openxmlformats.org/drawingml/2006/main">
              <a:ext uri="{FF2B5EF4-FFF2-40B4-BE49-F238E27FC236}">
                <a16:creationId xmlns:a16="http://schemas.microsoft.com/office/drawing/2014/main" id="{68B57F33-31E1-46B9-91B1-51973DF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37-text-14">
            <a:extLst xmlns:a="http://schemas.openxmlformats.org/drawingml/2006/main">
              <a:ext uri="{FF2B5EF4-FFF2-40B4-BE49-F238E27FC236}">
                <a16:creationId xmlns:a16="http://schemas.microsoft.com/office/drawing/2014/main" id="{00BFB5E1-59AA-4DA9-85A3-AEF661A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37 / 66</a:t>
            </a:r>
          </a:p>
        </p:txBody>
      </p:sp>
    </p:spTree>
    <p:extLst>
      <p:ext uri="{BB962C8B-B14F-4D97-AF65-F5344CB8AC3E}">
        <p14:creationId xmlns:p14="http://schemas.microsoft.com/office/powerpoint/2010/main" val="10767951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38-text-1">
            <a:extLst xmlns:a="http://schemas.openxmlformats.org/drawingml/2006/main">
              <a:ext uri="{FF2B5EF4-FFF2-40B4-BE49-F238E27FC236}">
                <a16:creationId xmlns:a16="http://schemas.microsoft.com/office/drawing/2014/main" id="{7C7068F6-4A8A-4B37-8218-C0F0A782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同一案例</a:t>
            </a:r>
          </a:p>
        </p:txBody>
      </p:sp>
      <p:sp>
        <p:nvSpPr>
          <p:cNvPr id="2" name="slide-38-text-2">
            <a:extLst xmlns:a="http://schemas.openxmlformats.org/drawingml/2006/main">
              <a:ext uri="{FF2B5EF4-FFF2-40B4-BE49-F238E27FC236}">
                <a16:creationId xmlns:a16="http://schemas.microsoft.com/office/drawing/2014/main" id="{3451C69A-3765-4A6D-ACEF-E0278C8C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推理記憶保留沒有採用的方案</a:t>
            </a:r>
          </a:p>
        </p:txBody>
      </p:sp>
      <p:sp>
        <p:nvSpPr>
          <p:cNvPr id="3" name="slide-38-line-3">
            <a:extLst xmlns:a="http://schemas.openxmlformats.org/drawingml/2006/main">
              <a:ext uri="{FF2B5EF4-FFF2-40B4-BE49-F238E27FC236}">
                <a16:creationId xmlns:a16="http://schemas.microsoft.com/office/drawing/2014/main" id="{A3DA944B-6628-4E9C-A177-FDD8F3E6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8-text-4">
            <a:extLst xmlns:a="http://schemas.openxmlformats.org/drawingml/2006/main">
              <a:ext uri="{FF2B5EF4-FFF2-40B4-BE49-F238E27FC236}">
                <a16:creationId xmlns:a16="http://schemas.microsoft.com/office/drawing/2014/main" id="{5403CBAF-27DF-46DB-8ED8-8AC794E6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8-text-5">
            <a:extLst xmlns:a="http://schemas.openxmlformats.org/drawingml/2006/main">
              <a:ext uri="{FF2B5EF4-FFF2-40B4-BE49-F238E27FC236}">
                <a16:creationId xmlns:a16="http://schemas.microsoft.com/office/drawing/2014/main" id="{AD4C55C3-941C-4E39-8F31-21D7F112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當次未採用</a:t>
            </a:r>
          </a:p>
        </p:txBody>
      </p:sp>
      <p:sp>
        <p:nvSpPr>
          <p:cNvPr id="6" name="slide-38-line-6">
            <a:extLst xmlns:a="http://schemas.openxmlformats.org/drawingml/2006/main">
              <a:ext uri="{FF2B5EF4-FFF2-40B4-BE49-F238E27FC236}">
                <a16:creationId xmlns:a16="http://schemas.microsoft.com/office/drawing/2014/main" id="{50C002C2-78BB-4BD1-AA6C-DEE22BBA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38-text-7">
            <a:extLst xmlns:a="http://schemas.openxmlformats.org/drawingml/2006/main">
              <a:ext uri="{FF2B5EF4-FFF2-40B4-BE49-F238E27FC236}">
                <a16:creationId xmlns:a16="http://schemas.microsoft.com/office/drawing/2014/main" id="{ABE521B9-940A-4B70-B484-F4C3663D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增加故事續寫</a:t>
            </a:r>
          </a:p>
        </p:txBody>
      </p:sp>
      <p:sp>
        <p:nvSpPr>
          <p:cNvPr id="8" name="slide-38-text-8">
            <a:extLst xmlns:a="http://schemas.openxmlformats.org/drawingml/2006/main">
              <a:ext uri="{FF2B5EF4-FFF2-40B4-BE49-F238E27FC236}">
                <a16:creationId xmlns:a16="http://schemas.microsoft.com/office/drawing/2014/main" id="{39C0B9DD-1422-4746-8B21-0DCC401C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641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會超出辨認原文的目標</a:t>
            </a:r>
          </a:p>
        </p:txBody>
      </p:sp>
      <p:sp>
        <p:nvSpPr>
          <p:cNvPr id="9" name="slide-38-text-9">
            <a:extLst xmlns:a="http://schemas.openxmlformats.org/drawingml/2006/main">
              <a:ext uri="{FF2B5EF4-FFF2-40B4-BE49-F238E27FC236}">
                <a16:creationId xmlns:a16="http://schemas.microsoft.com/office/drawing/2014/main" id="{2AB9D45D-AC82-4A22-8F21-707E4769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813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重開決策的條件</a:t>
            </a:r>
          </a:p>
        </p:txBody>
      </p:sp>
      <p:sp>
        <p:nvSpPr>
          <p:cNvPr id="10" name="slide-38-line-10">
            <a:extLst xmlns:a="http://schemas.openxmlformats.org/drawingml/2006/main">
              <a:ext uri="{FF2B5EF4-FFF2-40B4-BE49-F238E27FC236}">
                <a16:creationId xmlns:a16="http://schemas.microsoft.com/office/drawing/2014/main" id="{11CD8ECD-F699-4115-86EE-7AF0E89A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38-text-11">
            <a:extLst xmlns:a="http://schemas.openxmlformats.org/drawingml/2006/main">
              <a:ext uri="{FF2B5EF4-FFF2-40B4-BE49-F238E27FC236}">
                <a16:creationId xmlns:a16="http://schemas.microsoft.com/office/drawing/2014/main" id="{03B2EA22-69D8-4DE8-916B-5C4F4735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62350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學習目標改為創作</a:t>
            </a:r>
          </a:p>
        </p:txBody>
      </p:sp>
      <p:sp>
        <p:nvSpPr>
          <p:cNvPr id="12" name="slide-38-text-12">
            <a:extLst xmlns:a="http://schemas.openxmlformats.org/drawingml/2006/main">
              <a:ext uri="{FF2B5EF4-FFF2-40B4-BE49-F238E27FC236}">
                <a16:creationId xmlns:a16="http://schemas.microsoft.com/office/drawing/2014/main" id="{57E2CB2D-D52F-467E-81AC-18682F9D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81641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另行調整材料與評量</a:t>
            </a:r>
          </a:p>
        </p:txBody>
      </p:sp>
      <p:sp>
        <p:nvSpPr>
          <p:cNvPr id="13" name="slide-38-text-13">
            <a:extLst xmlns:a="http://schemas.openxmlformats.org/drawingml/2006/main">
              <a:ext uri="{FF2B5EF4-FFF2-40B4-BE49-F238E27FC236}">
                <a16:creationId xmlns:a16="http://schemas.microsoft.com/office/drawing/2014/main" id="{8BB89E64-AFD7-4D0A-834C-2DCDEDFA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被否決的方案與理由，讓後來的人能判斷何時值得重議。</a:t>
            </a:r>
          </a:p>
        </p:txBody>
      </p:sp>
      <p:sp>
        <p:nvSpPr>
          <p:cNvPr id="14" name="slide-38-text-14">
            <a:extLst xmlns:a="http://schemas.openxmlformats.org/drawingml/2006/main">
              <a:ext uri="{FF2B5EF4-FFF2-40B4-BE49-F238E27FC236}">
                <a16:creationId xmlns:a16="http://schemas.microsoft.com/office/drawing/2014/main" id="{EFA65320-881C-4A14-9CE5-2E894CC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38 / 66</a:t>
            </a:r>
          </a:p>
        </p:txBody>
      </p:sp>
    </p:spTree>
    <p:extLst>
      <p:ext uri="{BB962C8B-B14F-4D97-AF65-F5344CB8AC3E}">
        <p14:creationId xmlns:p14="http://schemas.microsoft.com/office/powerpoint/2010/main" val="107253487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39-text-1">
            <a:extLst xmlns:a="http://schemas.openxmlformats.org/drawingml/2006/main">
              <a:ext uri="{FF2B5EF4-FFF2-40B4-BE49-F238E27FC236}">
                <a16:creationId xmlns:a16="http://schemas.microsoft.com/office/drawing/2014/main" id="{9B16FD29-6821-4C8E-9CC9-4FF68DA8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同一案例</a:t>
            </a:r>
          </a:p>
        </p:txBody>
      </p:sp>
      <p:sp>
        <p:nvSpPr>
          <p:cNvPr id="2" name="slide-39-text-2">
            <a:extLst xmlns:a="http://schemas.openxmlformats.org/drawingml/2006/main">
              <a:ext uri="{FF2B5EF4-FFF2-40B4-BE49-F238E27FC236}">
                <a16:creationId xmlns:a16="http://schemas.microsoft.com/office/drawing/2014/main" id="{451D0D89-BF8B-4D63-9429-9CF18FA3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行動記憶保留修正如何發生</a:t>
            </a:r>
          </a:p>
        </p:txBody>
      </p:sp>
      <p:sp>
        <p:nvSpPr>
          <p:cNvPr id="3" name="slide-39-line-3">
            <a:extLst xmlns:a="http://schemas.openxmlformats.org/drawingml/2006/main">
              <a:ext uri="{FF2B5EF4-FFF2-40B4-BE49-F238E27FC236}">
                <a16:creationId xmlns:a16="http://schemas.microsoft.com/office/drawing/2014/main" id="{B50839A0-B5C2-4C51-A1AD-77BAB532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9-text-4">
            <a:extLst xmlns:a="http://schemas.openxmlformats.org/drawingml/2006/main">
              <a:ext uri="{FF2B5EF4-FFF2-40B4-BE49-F238E27FC236}">
                <a16:creationId xmlns:a16="http://schemas.microsoft.com/office/drawing/2014/main" id="{246825EE-DD62-45F4-82F0-9B806E3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39-text-5">
            <a:extLst xmlns:a="http://schemas.openxmlformats.org/drawingml/2006/main">
              <a:ext uri="{FF2B5EF4-FFF2-40B4-BE49-F238E27FC236}">
                <a16:creationId xmlns:a16="http://schemas.microsoft.com/office/drawing/2014/main" id="{EC0C9FFE-707E-4660-90A1-D0F90B02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39-line-6">
            <a:extLst xmlns:a="http://schemas.openxmlformats.org/drawingml/2006/main">
              <a:ext uri="{FF2B5EF4-FFF2-40B4-BE49-F238E27FC236}">
                <a16:creationId xmlns:a16="http://schemas.microsoft.com/office/drawing/2014/main" id="{C9FAFA2C-D7FD-4A56-998A-BAEA130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39-text-7">
            <a:extLst xmlns:a="http://schemas.openxmlformats.org/drawingml/2006/main">
              <a:ext uri="{FF2B5EF4-FFF2-40B4-BE49-F238E27FC236}">
                <a16:creationId xmlns:a16="http://schemas.microsoft.com/office/drawing/2014/main" id="{E509942C-8224-4D09-88B1-FFB4A244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原文依據</a:t>
            </a:r>
          </a:p>
        </p:txBody>
      </p:sp>
      <p:sp>
        <p:nvSpPr>
          <p:cNvPr id="8" name="slide-39-text-8">
            <a:extLst xmlns:a="http://schemas.openxmlformats.org/drawingml/2006/main">
              <a:ext uri="{FF2B5EF4-FFF2-40B4-BE49-F238E27FC236}">
                <a16:creationId xmlns:a16="http://schemas.microsoft.com/office/drawing/2014/main" id="{1E842145-139A-4C91-B517-F55206BB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第 2 題情節</a:t>
            </a:r>
          </a:p>
        </p:txBody>
      </p:sp>
      <p:sp>
        <p:nvSpPr>
          <p:cNvPr id="9" name="slide-39-text-9">
            <a:extLst xmlns:a="http://schemas.openxmlformats.org/drawingml/2006/main">
              <a:ext uri="{FF2B5EF4-FFF2-40B4-BE49-F238E27FC236}">
                <a16:creationId xmlns:a16="http://schemas.microsoft.com/office/drawing/2014/main" id="{D1994506-694C-4C2E-A795-0CBF3DD6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無原文支持</a:t>
            </a:r>
          </a:p>
        </p:txBody>
      </p:sp>
      <p:sp>
        <p:nvSpPr>
          <p:cNvPr id="10" name="slide-39-line-10">
            <a:extLst xmlns:a="http://schemas.openxmlformats.org/drawingml/2006/main">
              <a:ext uri="{FF2B5EF4-FFF2-40B4-BE49-F238E27FC236}">
                <a16:creationId xmlns:a16="http://schemas.microsoft.com/office/drawing/2014/main" id="{707CF362-D0D5-4FDA-ABD7-DD539BAC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39-text-11">
            <a:extLst xmlns:a="http://schemas.openxmlformats.org/drawingml/2006/main">
              <a:ext uri="{FF2B5EF4-FFF2-40B4-BE49-F238E27FC236}">
                <a16:creationId xmlns:a16="http://schemas.microsoft.com/office/drawing/2014/main" id="{433AA160-4F10-4574-8E55-53757B4A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39-line-12">
            <a:extLst xmlns:a="http://schemas.openxmlformats.org/drawingml/2006/main">
              <a:ext uri="{FF2B5EF4-FFF2-40B4-BE49-F238E27FC236}">
                <a16:creationId xmlns:a16="http://schemas.microsoft.com/office/drawing/2014/main" id="{0B2FAF3B-B5ED-4E5D-AE01-C4FEF47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39-text-13">
            <a:extLst xmlns:a="http://schemas.openxmlformats.org/drawingml/2006/main">
              <a:ext uri="{FF2B5EF4-FFF2-40B4-BE49-F238E27FC236}">
                <a16:creationId xmlns:a16="http://schemas.microsoft.com/office/drawing/2014/main" id="{EDF47BE3-CC5C-484B-87BB-5B277081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影響範圍</a:t>
            </a:r>
          </a:p>
        </p:txBody>
      </p:sp>
      <p:sp>
        <p:nvSpPr>
          <p:cNvPr id="14" name="slide-39-text-14">
            <a:extLst xmlns:a="http://schemas.openxmlformats.org/drawingml/2006/main">
              <a:ext uri="{FF2B5EF4-FFF2-40B4-BE49-F238E27FC236}">
                <a16:creationId xmlns:a16="http://schemas.microsoft.com/office/drawing/2014/main" id="{09565315-093C-4925-8C37-31CC57E6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連帶影響</a:t>
            </a:r>
          </a:p>
        </p:txBody>
      </p:sp>
      <p:sp>
        <p:nvSpPr>
          <p:cNvPr id="15" name="slide-39-text-15">
            <a:extLst xmlns:a="http://schemas.openxmlformats.org/drawingml/2006/main">
              <a:ext uri="{FF2B5EF4-FFF2-40B4-BE49-F238E27FC236}">
                <a16:creationId xmlns:a16="http://schemas.microsoft.com/office/drawing/2014/main" id="{EF47C0D6-7D66-4F29-97BD-8F02547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教師說明</a:t>
            </a:r>
          </a:p>
        </p:txBody>
      </p:sp>
      <p:sp>
        <p:nvSpPr>
          <p:cNvPr id="16" name="slide-39-line-16">
            <a:extLst xmlns:a="http://schemas.openxmlformats.org/drawingml/2006/main">
              <a:ext uri="{FF2B5EF4-FFF2-40B4-BE49-F238E27FC236}">
                <a16:creationId xmlns:a16="http://schemas.microsoft.com/office/drawing/2014/main" id="{1E2EFF16-89A7-497E-BD98-884472E0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39-text-17">
            <a:extLst xmlns:a="http://schemas.openxmlformats.org/drawingml/2006/main">
              <a:ext uri="{FF2B5EF4-FFF2-40B4-BE49-F238E27FC236}">
                <a16:creationId xmlns:a16="http://schemas.microsoft.com/office/drawing/2014/main" id="{36253344-75B6-4965-A9B2-50E1E25C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39-line-18">
            <a:extLst xmlns:a="http://schemas.openxmlformats.org/drawingml/2006/main">
              <a:ext uri="{FF2B5EF4-FFF2-40B4-BE49-F238E27FC236}">
                <a16:creationId xmlns:a16="http://schemas.microsoft.com/office/drawing/2014/main" id="{D6106DA7-22A7-4F7B-A34E-AA7D8AFD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39-text-19">
            <a:extLst xmlns:a="http://schemas.openxmlformats.org/drawingml/2006/main">
              <a:ext uri="{FF2B5EF4-FFF2-40B4-BE49-F238E27FC236}">
                <a16:creationId xmlns:a16="http://schemas.microsoft.com/office/drawing/2014/main" id="{89B10F25-39AD-456A-A24D-D555D22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修訂結果</a:t>
            </a:r>
          </a:p>
        </p:txBody>
      </p:sp>
      <p:sp>
        <p:nvSpPr>
          <p:cNvPr id="20" name="slide-39-text-20">
            <a:extLst xmlns:a="http://schemas.openxmlformats.org/drawingml/2006/main">
              <a:ext uri="{FF2B5EF4-FFF2-40B4-BE49-F238E27FC236}">
                <a16:creationId xmlns:a16="http://schemas.microsoft.com/office/drawing/2014/main" id="{1C20B5EA-B0C7-4520-BCB6-C3938C9E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兩處均重寫</a:t>
            </a:r>
          </a:p>
        </p:txBody>
      </p:sp>
      <p:sp>
        <p:nvSpPr>
          <p:cNvPr id="21" name="slide-39-text-21">
            <a:extLst xmlns:a="http://schemas.openxmlformats.org/drawingml/2006/main">
              <a:ext uri="{FF2B5EF4-FFF2-40B4-BE49-F238E27FC236}">
                <a16:creationId xmlns:a16="http://schemas.microsoft.com/office/drawing/2014/main" id="{6A8DDB16-929E-41EB-8AD1-F4EF36FA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重新核對</a:t>
            </a:r>
          </a:p>
        </p:txBody>
      </p:sp>
      <p:sp>
        <p:nvSpPr>
          <p:cNvPr id="22" name="slide-39-line-22">
            <a:extLst xmlns:a="http://schemas.openxmlformats.org/drawingml/2006/main">
              <a:ext uri="{FF2B5EF4-FFF2-40B4-BE49-F238E27FC236}">
                <a16:creationId xmlns:a16="http://schemas.microsoft.com/office/drawing/2014/main" id="{FDF41F5D-C950-4C44-8730-8A3B5923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3" name="slide-39-text-23">
            <a:extLst xmlns:a="http://schemas.openxmlformats.org/drawingml/2006/main">
              <a:ext uri="{FF2B5EF4-FFF2-40B4-BE49-F238E27FC236}">
                <a16:creationId xmlns:a16="http://schemas.microsoft.com/office/drawing/2014/main" id="{C77F7774-95EF-470D-97BC-E95AC051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39-line-24">
            <a:extLst xmlns:a="http://schemas.openxmlformats.org/drawingml/2006/main">
              <a:ext uri="{FF2B5EF4-FFF2-40B4-BE49-F238E27FC236}">
                <a16:creationId xmlns:a16="http://schemas.microsoft.com/office/drawing/2014/main" id="{8503F031-5A3C-48B4-812E-87F0DF84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5" name="slide-39-text-25">
            <a:extLst xmlns:a="http://schemas.openxmlformats.org/drawingml/2006/main">
              <a:ext uri="{FF2B5EF4-FFF2-40B4-BE49-F238E27FC236}">
                <a16:creationId xmlns:a16="http://schemas.microsoft.com/office/drawing/2014/main" id="{5D1DCAD4-5795-46E5-849A-2F36A0EC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方法更新</a:t>
            </a:r>
          </a:p>
        </p:txBody>
      </p:sp>
      <p:sp>
        <p:nvSpPr>
          <p:cNvPr id="26" name="slide-39-text-26">
            <a:extLst xmlns:a="http://schemas.openxmlformats.org/drawingml/2006/main">
              <a:ext uri="{FF2B5EF4-FFF2-40B4-BE49-F238E27FC236}">
                <a16:creationId xmlns:a16="http://schemas.microsoft.com/office/drawing/2014/main" id="{84EF8A71-B1B2-4699-BD95-C2230714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保存這個反例</a:t>
            </a:r>
          </a:p>
        </p:txBody>
      </p:sp>
      <p:sp>
        <p:nvSpPr>
          <p:cNvPr id="27" name="slide-39-text-27">
            <a:extLst xmlns:a="http://schemas.openxmlformats.org/drawingml/2006/main">
              <a:ext uri="{FF2B5EF4-FFF2-40B4-BE49-F238E27FC236}">
                <a16:creationId xmlns:a16="http://schemas.microsoft.com/office/drawing/2014/main" id="{1F936914-44B3-44E0-9B49-DC6D37E8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納入後續檢查</a:t>
            </a:r>
          </a:p>
        </p:txBody>
      </p:sp>
      <p:sp>
        <p:nvSpPr>
          <p:cNvPr id="28" name="slide-39-text-28">
            <a:extLst xmlns:a="http://schemas.openxmlformats.org/drawingml/2006/main">
              <a:ext uri="{FF2B5EF4-FFF2-40B4-BE49-F238E27FC236}">
                <a16:creationId xmlns:a16="http://schemas.microsoft.com/office/drawing/2014/main" id="{6D7E6386-48BB-4197-8A87-EC628012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構擬記錄。接手者能查到改了哪裏、為甚麼改，以及誰已確認。</a:t>
            </a:r>
          </a:p>
        </p:txBody>
      </p:sp>
      <p:sp>
        <p:nvSpPr>
          <p:cNvPr id="29" name="slide-39-text-29">
            <a:extLst xmlns:a="http://schemas.openxmlformats.org/drawingml/2006/main">
              <a:ext uri="{FF2B5EF4-FFF2-40B4-BE49-F238E27FC236}">
                <a16:creationId xmlns:a16="http://schemas.microsoft.com/office/drawing/2014/main" id="{CE7DBC7A-9AD9-43C3-9116-E35CE49E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39 / 66</a:t>
            </a:r>
          </a:p>
        </p:txBody>
      </p:sp>
    </p:spTree>
    <p:extLst>
      <p:ext uri="{BB962C8B-B14F-4D97-AF65-F5344CB8AC3E}">
        <p14:creationId xmlns:p14="http://schemas.microsoft.com/office/powerpoint/2010/main" val="51226515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0-text-1">
            <a:extLst xmlns:a="http://schemas.openxmlformats.org/drawingml/2006/main">
              <a:ext uri="{FF2B5EF4-FFF2-40B4-BE49-F238E27FC236}">
                <a16:creationId xmlns:a16="http://schemas.microsoft.com/office/drawing/2014/main" id="{DEBD57F5-BE94-459A-8933-85B9E460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   記憶的有效性</a:t>
            </a:r>
          </a:p>
        </p:txBody>
      </p:sp>
      <p:sp>
        <p:nvSpPr>
          <p:cNvPr id="2" name="slide-40-text-2">
            <a:extLst xmlns:a="http://schemas.openxmlformats.org/drawingml/2006/main">
              <a:ext uri="{FF2B5EF4-FFF2-40B4-BE49-F238E27FC236}">
                <a16:creationId xmlns:a16="http://schemas.microsoft.com/office/drawing/2014/main" id="{1EF79EDA-D5A7-450B-8726-76FC1173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錯誤記憶也會被高效率地重用</a:t>
            </a:r>
          </a:p>
        </p:txBody>
      </p:sp>
      <p:sp>
        <p:nvSpPr>
          <p:cNvPr id="3" name="slide-40-line-3">
            <a:extLst xmlns:a="http://schemas.openxmlformats.org/drawingml/2006/main">
              <a:ext uri="{FF2B5EF4-FFF2-40B4-BE49-F238E27FC236}">
                <a16:creationId xmlns:a16="http://schemas.microsoft.com/office/drawing/2014/main" id="{263E9005-1DDB-4192-8931-3002520C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0-text-4">
            <a:extLst xmlns:a="http://schemas.openxmlformats.org/drawingml/2006/main">
              <a:ext uri="{FF2B5EF4-FFF2-40B4-BE49-F238E27FC236}">
                <a16:creationId xmlns:a16="http://schemas.microsoft.com/office/drawing/2014/main" id="{1DFF2CBD-054E-4496-A535-272F130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40-text-5">
            <a:extLst xmlns:a="http://schemas.openxmlformats.org/drawingml/2006/main">
              <a:ext uri="{FF2B5EF4-FFF2-40B4-BE49-F238E27FC236}">
                <a16:creationId xmlns:a16="http://schemas.microsoft.com/office/drawing/2014/main" id="{77735359-C9BE-491E-A411-452F9B1C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難以沿用</a:t>
            </a:r>
          </a:p>
        </p:txBody>
      </p:sp>
      <p:sp>
        <p:nvSpPr>
          <p:cNvPr id="6" name="slide-40-line-6">
            <a:extLst xmlns:a="http://schemas.openxmlformats.org/drawingml/2006/main">
              <a:ext uri="{FF2B5EF4-FFF2-40B4-BE49-F238E27FC236}">
                <a16:creationId xmlns:a16="http://schemas.microsoft.com/office/drawing/2014/main" id="{B73B728C-1182-4A6A-BE4F-0792054D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40-text-7">
            <a:extLst xmlns:a="http://schemas.openxmlformats.org/drawingml/2006/main">
              <a:ext uri="{FF2B5EF4-FFF2-40B4-BE49-F238E27FC236}">
                <a16:creationId xmlns:a16="http://schemas.microsoft.com/office/drawing/2014/main" id="{EF4DF9C6-499B-4234-BCBB-6799BDB7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這份模板有效</a:t>
            </a:r>
          </a:p>
        </p:txBody>
      </p:sp>
      <p:sp>
        <p:nvSpPr>
          <p:cNvPr id="8" name="slide-40-text-8">
            <a:extLst xmlns:a="http://schemas.openxmlformats.org/drawingml/2006/main">
              <a:ext uri="{FF2B5EF4-FFF2-40B4-BE49-F238E27FC236}">
                <a16:creationId xmlns:a16="http://schemas.microsoft.com/office/drawing/2014/main" id="{8A9AA434-8482-4356-BC89-C8C8D6AC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611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缺少對象、版本與依據</a:t>
            </a:r>
          </a:p>
        </p:txBody>
      </p:sp>
      <p:sp>
        <p:nvSpPr>
          <p:cNvPr id="9" name="slide-40-text-9">
            <a:extLst xmlns:a="http://schemas.openxmlformats.org/drawingml/2006/main">
              <a:ext uri="{FF2B5EF4-FFF2-40B4-BE49-F238E27FC236}">
                <a16:creationId xmlns:a16="http://schemas.microsoft.com/office/drawing/2014/main" id="{2BAECBDC-438F-4B29-9882-0FC3925C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可以重查</a:t>
            </a:r>
          </a:p>
        </p:txBody>
      </p:sp>
      <p:sp>
        <p:nvSpPr>
          <p:cNvPr id="10" name="slide-40-line-10">
            <a:extLst xmlns:a="http://schemas.openxmlformats.org/drawingml/2006/main">
              <a:ext uri="{FF2B5EF4-FFF2-40B4-BE49-F238E27FC236}">
                <a16:creationId xmlns:a16="http://schemas.microsoft.com/office/drawing/2014/main" id="{A495FA05-2C2D-4525-B886-2CE6CFBD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40-text-11">
            <a:extLst xmlns:a="http://schemas.openxmlformats.org/drawingml/2006/main">
              <a:ext uri="{FF2B5EF4-FFF2-40B4-BE49-F238E27FC236}">
                <a16:creationId xmlns:a16="http://schemas.microsoft.com/office/drawing/2014/main" id="{D5BE0C46-C273-4C37-9962-2D7C9BD5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4330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適用於這類材料</a:t>
            </a:r>
          </a:p>
        </p:txBody>
      </p:sp>
      <p:sp>
        <p:nvSpPr>
          <p:cNvPr id="12" name="slide-40-text-12">
            <a:extLst xmlns:a="http://schemas.openxmlformats.org/drawingml/2006/main">
              <a:ext uri="{FF2B5EF4-FFF2-40B4-BE49-F238E27FC236}">
                <a16:creationId xmlns:a16="http://schemas.microsoft.com/office/drawing/2014/main" id="{55965974-8A19-4D4C-95D3-D1EAC7C8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7611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改變目標時重新驗證</a:t>
            </a:r>
          </a:p>
        </p:txBody>
      </p:sp>
      <p:sp>
        <p:nvSpPr>
          <p:cNvPr id="13" name="slide-40-text-13">
            <a:extLst xmlns:a="http://schemas.openxmlformats.org/drawingml/2006/main">
              <a:ext uri="{FF2B5EF4-FFF2-40B4-BE49-F238E27FC236}">
                <a16:creationId xmlns:a16="http://schemas.microsoft.com/office/drawing/2014/main" id="{C4C35EE6-CD88-42F2-8E48-F2DAE531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記憶需要可更正、可撤回，且依權限提供必要內容。</a:t>
            </a:r>
          </a:p>
        </p:txBody>
      </p:sp>
      <p:sp>
        <p:nvSpPr>
          <p:cNvPr id="14" name="slide-40-text-14">
            <a:extLst xmlns:a="http://schemas.openxmlformats.org/drawingml/2006/main">
              <a:ext uri="{FF2B5EF4-FFF2-40B4-BE49-F238E27FC236}">
                <a16:creationId xmlns:a16="http://schemas.microsoft.com/office/drawing/2014/main" id="{01E577C6-8150-41E5-9D70-56E1802B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40 / 66</a:t>
            </a:r>
          </a:p>
        </p:txBody>
      </p:sp>
    </p:spTree>
    <p:extLst>
      <p:ext uri="{BB962C8B-B14F-4D97-AF65-F5344CB8AC3E}">
        <p14:creationId xmlns:p14="http://schemas.microsoft.com/office/powerpoint/2010/main" val="46625010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1-text-1">
            <a:extLst xmlns:a="http://schemas.openxmlformats.org/drawingml/2006/main">
              <a:ext uri="{FF2B5EF4-FFF2-40B4-BE49-F238E27FC236}">
                <a16:creationId xmlns:a16="http://schemas.microsoft.com/office/drawing/2014/main" id="{2360F14B-7A4E-464E-8FF8-D323CDFA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跨團隊協作</a:t>
            </a:r>
          </a:p>
        </p:txBody>
      </p:sp>
      <p:sp>
        <p:nvSpPr>
          <p:cNvPr id="2" name="slide-41-text-2">
            <a:extLst xmlns:a="http://schemas.openxmlformats.org/drawingml/2006/main">
              <a:ext uri="{FF2B5EF4-FFF2-40B4-BE49-F238E27FC236}">
                <a16:creationId xmlns:a16="http://schemas.microsoft.com/office/drawing/2014/main" id="{ECFF93BD-761C-4788-9017-54787C09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共同狀態保留分歧與批准過程</a:t>
            </a:r>
          </a:p>
        </p:txBody>
      </p:sp>
      <p:sp>
        <p:nvSpPr>
          <p:cNvPr id="3" name="slide-41-line-3">
            <a:extLst xmlns:a="http://schemas.openxmlformats.org/drawingml/2006/main">
              <a:ext uri="{FF2B5EF4-FFF2-40B4-BE49-F238E27FC236}">
                <a16:creationId xmlns:a16="http://schemas.microsoft.com/office/drawing/2014/main" id="{5BEE1906-F027-4005-9FA7-F7B82146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41-text-4">
            <a:extLst xmlns:a="http://schemas.openxmlformats.org/drawingml/2006/main">
              <a:ext uri="{FF2B5EF4-FFF2-40B4-BE49-F238E27FC236}">
                <a16:creationId xmlns:a16="http://schemas.microsoft.com/office/drawing/2014/main" id="{5968F3C0-408B-486B-9304-A5849519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41-text-5">
            <a:extLst xmlns:a="http://schemas.openxmlformats.org/drawingml/2006/main">
              <a:ext uri="{FF2B5EF4-FFF2-40B4-BE49-F238E27FC236}">
                <a16:creationId xmlns:a16="http://schemas.microsoft.com/office/drawing/2014/main" id="{15A3331A-D215-4C81-9C16-84818BD3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候選</a:t>
            </a:r>
          </a:p>
        </p:txBody>
      </p:sp>
      <p:sp>
        <p:nvSpPr>
          <p:cNvPr id="6" name="slide-41-text-6">
            <a:extLst xmlns:a="http://schemas.openxmlformats.org/drawingml/2006/main">
              <a:ext uri="{FF2B5EF4-FFF2-40B4-BE49-F238E27FC236}">
                <a16:creationId xmlns:a16="http://schemas.microsoft.com/office/drawing/2014/main" id="{763A346E-33EB-4138-AF27-33F4C461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3845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AI 或同事提出方案，尚未形成承諾</a:t>
            </a:r>
          </a:p>
        </p:txBody>
      </p:sp>
      <p:sp>
        <p:nvSpPr>
          <p:cNvPr id="7" name="slide-41-line-7">
            <a:extLst xmlns:a="http://schemas.openxmlformats.org/drawingml/2006/main">
              <a:ext uri="{FF2B5EF4-FFF2-40B4-BE49-F238E27FC236}">
                <a16:creationId xmlns:a16="http://schemas.microsoft.com/office/drawing/2014/main" id="{16E805D3-072E-4B54-AE15-5E3D2CF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41-text-8">
            <a:extLst xmlns:a="http://schemas.openxmlformats.org/drawingml/2006/main">
              <a:ext uri="{FF2B5EF4-FFF2-40B4-BE49-F238E27FC236}">
                <a16:creationId xmlns:a16="http://schemas.microsoft.com/office/drawing/2014/main" id="{4E076E11-125A-4DBE-8A2B-E77CB15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確認</a:t>
            </a:r>
          </a:p>
        </p:txBody>
      </p:sp>
      <p:sp>
        <p:nvSpPr>
          <p:cNvPr id="9" name="slide-41-text-9">
            <a:extLst xmlns:a="http://schemas.openxmlformats.org/drawingml/2006/main">
              <a:ext uri="{FF2B5EF4-FFF2-40B4-BE49-F238E27FC236}">
                <a16:creationId xmlns:a16="http://schemas.microsoft.com/office/drawing/2014/main" id="{2BFA9DA4-60BD-4C5B-B112-C173E7D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具名負責人核對依據與適用範圍</a:t>
            </a:r>
          </a:p>
        </p:txBody>
      </p:sp>
      <p:sp>
        <p:nvSpPr>
          <p:cNvPr id="10" name="slide-41-line-10">
            <a:extLst xmlns:a="http://schemas.openxmlformats.org/drawingml/2006/main">
              <a:ext uri="{FF2B5EF4-FFF2-40B4-BE49-F238E27FC236}">
                <a16:creationId xmlns:a16="http://schemas.microsoft.com/office/drawing/2014/main" id="{ECDBC468-0443-4DCB-A615-5EF72CF6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41-text-11">
            <a:extLst xmlns:a="http://schemas.openxmlformats.org/drawingml/2006/main">
              <a:ext uri="{FF2B5EF4-FFF2-40B4-BE49-F238E27FC236}">
                <a16:creationId xmlns:a16="http://schemas.microsoft.com/office/drawing/2014/main" id="{94F516E1-DFFB-40A4-ADD6-E9A2FE2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更新</a:t>
            </a:r>
          </a:p>
        </p:txBody>
      </p:sp>
      <p:sp>
        <p:nvSpPr>
          <p:cNvPr id="12" name="slide-41-text-12">
            <a:extLst xmlns:a="http://schemas.openxmlformats.org/drawingml/2006/main">
              <a:ext uri="{FF2B5EF4-FFF2-40B4-BE49-F238E27FC236}">
                <a16:creationId xmlns:a16="http://schemas.microsoft.com/office/drawing/2014/main" id="{C6457CC5-802B-4990-8348-BDCE7511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1015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保留變更、異議及受影響的版本</a:t>
            </a:r>
          </a:p>
        </p:txBody>
      </p:sp>
      <p:sp>
        <p:nvSpPr>
          <p:cNvPr id="13" name="slide-41-line-13">
            <a:extLst xmlns:a="http://schemas.openxmlformats.org/drawingml/2006/main">
              <a:ext uri="{FF2B5EF4-FFF2-40B4-BE49-F238E27FC236}">
                <a16:creationId xmlns:a16="http://schemas.microsoft.com/office/drawing/2014/main" id="{740159B7-0EC8-4159-974A-D05274D3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41-text-14">
            <a:extLst xmlns:a="http://schemas.openxmlformats.org/drawingml/2006/main">
              <a:ext uri="{FF2B5EF4-FFF2-40B4-BE49-F238E27FC236}">
                <a16:creationId xmlns:a16="http://schemas.microsoft.com/office/drawing/2014/main" id="{8E8F9FB4-46CA-42DB-91AA-6AB10A21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41 / 66</a:t>
            </a:r>
          </a:p>
        </p:txBody>
      </p:sp>
    </p:spTree>
    <p:extLst>
      <p:ext uri="{BB962C8B-B14F-4D97-AF65-F5344CB8AC3E}">
        <p14:creationId xmlns:p14="http://schemas.microsoft.com/office/powerpoint/2010/main" val="32277098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42-text-1">
            <a:extLst xmlns:a="http://schemas.openxmlformats.org/drawingml/2006/main">
              <a:ext uri="{FF2B5EF4-FFF2-40B4-BE49-F238E27FC236}">
                <a16:creationId xmlns:a16="http://schemas.microsoft.com/office/drawing/2014/main" id="{E1037B16-F2E6-4929-BBA2-9D7A303C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   轉入團隊</a:t>
            </a:r>
          </a:p>
        </p:txBody>
      </p:sp>
      <p:sp>
        <p:nvSpPr>
          <p:cNvPr id="2" name="slide-42-text-2">
            <a:extLst xmlns:a="http://schemas.openxmlformats.org/drawingml/2006/main">
              <a:ext uri="{FF2B5EF4-FFF2-40B4-BE49-F238E27FC236}">
                <a16:creationId xmlns:a16="http://schemas.microsoft.com/office/drawing/2014/main" id="{FB4E6CDA-CB74-4EC0-A6E1-AAF1A2F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組織能力需要經得起交接</a:t>
            </a:r>
          </a:p>
        </p:txBody>
      </p:sp>
      <p:sp>
        <p:nvSpPr>
          <p:cNvPr id="3" name="slide-42-line-3">
            <a:extLst xmlns:a="http://schemas.openxmlformats.org/drawingml/2006/main">
              <a:ext uri="{FF2B5EF4-FFF2-40B4-BE49-F238E27FC236}">
                <a16:creationId xmlns:a16="http://schemas.microsoft.com/office/drawing/2014/main" id="{BF45848F-1E37-42DD-B7CF-3DEF0CA2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2-text-4">
            <a:extLst xmlns:a="http://schemas.openxmlformats.org/drawingml/2006/main">
              <a:ext uri="{FF2B5EF4-FFF2-40B4-BE49-F238E27FC236}">
                <a16:creationId xmlns:a16="http://schemas.microsoft.com/office/drawing/2014/main" id="{E603BB59-4D85-476D-9ED8-F79611B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42-text-5">
            <a:extLst xmlns:a="http://schemas.openxmlformats.org/drawingml/2006/main">
              <a:ext uri="{FF2B5EF4-FFF2-40B4-BE49-F238E27FC236}">
                <a16:creationId xmlns:a16="http://schemas.microsoft.com/office/drawing/2014/main" id="{2ECEC69F-C1DA-49EC-A192-F10E0931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203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接手的同學拿到哪些資料？</a:t>
            </a:r>
          </a:p>
        </p:txBody>
      </p:sp>
      <p:sp>
        <p:nvSpPr>
          <p:cNvPr id="6" name="slide-42-text-6">
            <a:extLst xmlns:a="http://schemas.openxmlformats.org/drawingml/2006/main">
              <a:ext uri="{FF2B5EF4-FFF2-40B4-BE49-F238E27FC236}">
                <a16:creationId xmlns:a16="http://schemas.microsoft.com/office/drawing/2014/main" id="{C5E37AAB-4D30-4C0F-BEE1-BFEAF382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9480"/>
            <a:ext cx="1203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遇到問題，可以找誰？</a:t>
            </a:r>
          </a:p>
        </p:txBody>
      </p:sp>
      <p:sp>
        <p:nvSpPr>
          <p:cNvPr id="7" name="slide-42-text-7">
            <a:extLst xmlns:a="http://schemas.openxmlformats.org/drawingml/2006/main">
              <a:ext uri="{FF2B5EF4-FFF2-40B4-BE49-F238E27FC236}">
                <a16:creationId xmlns:a16="http://schemas.microsoft.com/office/drawing/2014/main" id="{81C0782E-2DA9-4382-8716-5587DE6E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20396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除了導讀，還有原文、修訂理由、審查狀態與負責人。</a:t>
            </a:r>
          </a:p>
        </p:txBody>
      </p:sp>
      <p:sp>
        <p:nvSpPr>
          <p:cNvPr id="8" name="slide-42-text-8">
            <a:extLst xmlns:a="http://schemas.openxmlformats.org/drawingml/2006/main">
              <a:ext uri="{FF2B5EF4-FFF2-40B4-BE49-F238E27FC236}">
                <a16:creationId xmlns:a16="http://schemas.microsoft.com/office/drawing/2014/main" id="{ABF5A83F-FA13-496A-BEFE-70E5FE10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42 / 66</a:t>
            </a:r>
          </a:p>
        </p:txBody>
      </p:sp>
    </p:spTree>
    <p:extLst>
      <p:ext uri="{BB962C8B-B14F-4D97-AF65-F5344CB8AC3E}">
        <p14:creationId xmlns:p14="http://schemas.microsoft.com/office/powerpoint/2010/main" val="188883787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43-text-1">
            <a:extLst xmlns:a="http://schemas.openxmlformats.org/drawingml/2006/main">
              <a:ext uri="{FF2B5EF4-FFF2-40B4-BE49-F238E27FC236}">
                <a16:creationId xmlns:a16="http://schemas.microsoft.com/office/drawing/2014/main" id="{A6CCD37C-4DF7-4916-9A83-3FD6EB34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  03</a:t>
            </a:r>
          </a:p>
        </p:txBody>
      </p:sp>
      <p:sp>
        <p:nvSpPr>
          <p:cNvPr id="2" name="slide-43-line-2">
            <a:extLst xmlns:a="http://schemas.openxmlformats.org/drawingml/2006/main">
              <a:ext uri="{FF2B5EF4-FFF2-40B4-BE49-F238E27FC236}">
                <a16:creationId xmlns:a16="http://schemas.microsoft.com/office/drawing/2014/main" id="{975BAF83-C696-4F86-9D9B-83627F5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43-text-3">
            <a:extLst xmlns:a="http://schemas.openxmlformats.org/drawingml/2006/main">
              <a:ext uri="{FF2B5EF4-FFF2-40B4-BE49-F238E27FC236}">
                <a16:creationId xmlns:a16="http://schemas.microsoft.com/office/drawing/2014/main" id="{F917C0D8-C45F-4C69-8964-158AFBD0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4" name="slide-43-text-4">
            <a:extLst xmlns:a="http://schemas.openxmlformats.org/drawingml/2006/main">
              <a:ext uri="{FF2B5EF4-FFF2-40B4-BE49-F238E27FC236}">
                <a16:creationId xmlns:a16="http://schemas.microsoft.com/office/drawing/2014/main" id="{A16B3BF2-6841-4840-8EE2-C259C467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476500" cy="191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slide-43-text-5">
            <a:extLst xmlns:a="http://schemas.openxmlformats.org/drawingml/2006/main">
              <a:ext uri="{FF2B5EF4-FFF2-40B4-BE49-F238E27FC236}">
                <a16:creationId xmlns:a16="http://schemas.microsoft.com/office/drawing/2014/main" id="{09DA0DC0-1725-45FF-8716-5DB9E978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85725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團隊如何共同負責</a:t>
            </a:r>
          </a:p>
        </p:txBody>
      </p:sp>
      <p:sp>
        <p:nvSpPr>
          <p:cNvPr id="6" name="slide-43-text-6">
            <a:extLst xmlns:a="http://schemas.openxmlformats.org/drawingml/2006/main">
              <a:ext uri="{FF2B5EF4-FFF2-40B4-BE49-F238E27FC236}">
                <a16:creationId xmlns:a16="http://schemas.microsoft.com/office/drawing/2014/main" id="{98CE68C5-0DA5-404F-A703-52DE203C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833437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執行成本降低後的工作系統</a:t>
            </a:r>
          </a:p>
        </p:txBody>
      </p:sp>
      <p:sp>
        <p:nvSpPr>
          <p:cNvPr id="7" name="slide-43-text-7">
            <a:extLst xmlns:a="http://schemas.openxmlformats.org/drawingml/2006/main">
              <a:ext uri="{FF2B5EF4-FFF2-40B4-BE49-F238E27FC236}">
                <a16:creationId xmlns:a16="http://schemas.microsoft.com/office/drawing/2014/main" id="{6CB6059A-4DC1-4CEE-AC94-C9492C60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專業角色仍然存在，交接方式需要改變。</a:t>
            </a:r>
          </a:p>
        </p:txBody>
      </p:sp>
      <p:sp>
        <p:nvSpPr>
          <p:cNvPr id="8" name="slide-43-text-8">
            <a:extLst xmlns:a="http://schemas.openxmlformats.org/drawingml/2006/main">
              <a:ext uri="{FF2B5EF4-FFF2-40B4-BE49-F238E27FC236}">
                <a16:creationId xmlns:a16="http://schemas.microsoft.com/office/drawing/2014/main" id="{5427EE5C-F02A-42C9-B026-3B979DEA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43 / 66</a:t>
            </a:r>
          </a:p>
        </p:txBody>
      </p:sp>
    </p:spTree>
    <p:extLst>
      <p:ext uri="{BB962C8B-B14F-4D97-AF65-F5344CB8AC3E}">
        <p14:creationId xmlns:p14="http://schemas.microsoft.com/office/powerpoint/2010/main" val="34669719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44-text-1">
            <a:extLst xmlns:a="http://schemas.openxmlformats.org/drawingml/2006/main">
              <a:ext uri="{FF2B5EF4-FFF2-40B4-BE49-F238E27FC236}">
                <a16:creationId xmlns:a16="http://schemas.microsoft.com/office/drawing/2014/main" id="{BEA21DE3-ED26-4FF7-A096-63B6E7DD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對產品團隊的要求</a:t>
            </a:r>
          </a:p>
        </p:txBody>
      </p:sp>
      <p:sp>
        <p:nvSpPr>
          <p:cNvPr id="2" name="slide-44-text-2">
            <a:extLst xmlns:a="http://schemas.openxmlformats.org/drawingml/2006/main">
              <a:ext uri="{FF2B5EF4-FFF2-40B4-BE49-F238E27FC236}">
                <a16:creationId xmlns:a16="http://schemas.microsoft.com/office/drawing/2014/main" id="{7CA7F99B-7FEC-40BB-BD06-3916D795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產品團隊保留判斷的來由</a:t>
            </a:r>
          </a:p>
        </p:txBody>
      </p:sp>
      <p:sp>
        <p:nvSpPr>
          <p:cNvPr id="3" name="slide-44-line-3">
            <a:extLst xmlns:a="http://schemas.openxmlformats.org/drawingml/2006/main">
              <a:ext uri="{FF2B5EF4-FFF2-40B4-BE49-F238E27FC236}">
                <a16:creationId xmlns:a16="http://schemas.microsoft.com/office/drawing/2014/main" id="{6B943584-3FED-43D6-AFD1-4D7051D0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44-text-4">
            <a:extLst xmlns:a="http://schemas.openxmlformats.org/drawingml/2006/main">
              <a:ext uri="{FF2B5EF4-FFF2-40B4-BE49-F238E27FC236}">
                <a16:creationId xmlns:a16="http://schemas.microsoft.com/office/drawing/2014/main" id="{1CE76509-68CF-4585-BA2A-D432B285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44-text-5">
            <a:extLst xmlns:a="http://schemas.openxmlformats.org/drawingml/2006/main">
              <a:ext uri="{FF2B5EF4-FFF2-40B4-BE49-F238E27FC236}">
                <a16:creationId xmlns:a16="http://schemas.microsoft.com/office/drawing/2014/main" id="{29254131-E2C7-49A6-847A-0AEDC14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44-line-6">
            <a:extLst xmlns:a="http://schemas.openxmlformats.org/drawingml/2006/main">
              <a:ext uri="{FF2B5EF4-FFF2-40B4-BE49-F238E27FC236}">
                <a16:creationId xmlns:a16="http://schemas.microsoft.com/office/drawing/2014/main" id="{55BBF5C7-E934-46A5-B643-3280AD41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44-text-7">
            <a:extLst xmlns:a="http://schemas.openxmlformats.org/drawingml/2006/main">
              <a:ext uri="{FF2B5EF4-FFF2-40B4-BE49-F238E27FC236}">
                <a16:creationId xmlns:a16="http://schemas.microsoft.com/office/drawing/2014/main" id="{9D08C5B1-90DF-486E-B6E7-9F4565C1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來源</a:t>
            </a:r>
          </a:p>
        </p:txBody>
      </p:sp>
      <p:sp>
        <p:nvSpPr>
          <p:cNvPr id="8" name="slide-44-text-8">
            <a:extLst xmlns:a="http://schemas.openxmlformats.org/drawingml/2006/main">
              <a:ext uri="{FF2B5EF4-FFF2-40B4-BE49-F238E27FC236}">
                <a16:creationId xmlns:a16="http://schemas.microsoft.com/office/drawing/2014/main" id="{9AE64B95-ABDC-49FF-B1D6-FAA1E34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教師回饋</a:t>
            </a:r>
          </a:p>
        </p:txBody>
      </p:sp>
      <p:sp>
        <p:nvSpPr>
          <p:cNvPr id="9" name="slide-44-line-9">
            <a:extLst xmlns:a="http://schemas.openxmlformats.org/drawingml/2006/main">
              <a:ext uri="{FF2B5EF4-FFF2-40B4-BE49-F238E27FC236}">
                <a16:creationId xmlns:a16="http://schemas.microsoft.com/office/drawing/2014/main" id="{47EE2D0F-0009-4BB4-8A06-3270DD7B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0" name="slide-44-text-10">
            <a:extLst xmlns:a="http://schemas.openxmlformats.org/drawingml/2006/main">
              <a:ext uri="{FF2B5EF4-FFF2-40B4-BE49-F238E27FC236}">
                <a16:creationId xmlns:a16="http://schemas.microsoft.com/office/drawing/2014/main" id="{3D95D566-2DB4-4AC4-BDC8-27A38972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1" name="slide-44-line-11">
            <a:extLst xmlns:a="http://schemas.openxmlformats.org/drawingml/2006/main">
              <a:ext uri="{FF2B5EF4-FFF2-40B4-BE49-F238E27FC236}">
                <a16:creationId xmlns:a16="http://schemas.microsoft.com/office/drawing/2014/main" id="{A02B5A2E-F4BA-4DD8-8909-B6E814C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2" name="slide-44-text-12">
            <a:extLst xmlns:a="http://schemas.openxmlformats.org/drawingml/2006/main">
              <a:ext uri="{FF2B5EF4-FFF2-40B4-BE49-F238E27FC236}">
                <a16:creationId xmlns:a16="http://schemas.microsoft.com/office/drawing/2014/main" id="{1A18FD00-8B40-4B2D-A13C-AA2D6607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解釋</a:t>
            </a:r>
          </a:p>
        </p:txBody>
      </p:sp>
      <p:sp>
        <p:nvSpPr>
          <p:cNvPr id="13" name="slide-44-text-13">
            <a:extLst xmlns:a="http://schemas.openxmlformats.org/drawingml/2006/main">
              <a:ext uri="{FF2B5EF4-FFF2-40B4-BE49-F238E27FC236}">
                <a16:creationId xmlns:a16="http://schemas.microsoft.com/office/drawing/2014/main" id="{8D78319E-77EE-4AF4-9FB9-CE68D142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可能節省</a:t>
            </a:r>
          </a:p>
        </p:txBody>
      </p:sp>
      <p:sp>
        <p:nvSpPr>
          <p:cNvPr id="14" name="slide-44-text-14">
            <a:extLst xmlns:a="http://schemas.openxmlformats.org/drawingml/2006/main">
              <a:ext uri="{FF2B5EF4-FFF2-40B4-BE49-F238E27FC236}">
                <a16:creationId xmlns:a16="http://schemas.microsoft.com/office/drawing/2014/main" id="{933A6414-3CB4-4F87-BA6C-75121B4F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選材時間</a:t>
            </a:r>
          </a:p>
        </p:txBody>
      </p:sp>
      <p:sp>
        <p:nvSpPr>
          <p:cNvPr id="15" name="slide-44-line-15">
            <a:extLst xmlns:a="http://schemas.openxmlformats.org/drawingml/2006/main">
              <a:ext uri="{FF2B5EF4-FFF2-40B4-BE49-F238E27FC236}">
                <a16:creationId xmlns:a16="http://schemas.microsoft.com/office/drawing/2014/main" id="{1581348C-8F1E-43A3-86A1-905D5C8C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6" name="slide-44-text-16">
            <a:extLst xmlns:a="http://schemas.openxmlformats.org/drawingml/2006/main">
              <a:ext uri="{FF2B5EF4-FFF2-40B4-BE49-F238E27FC236}">
                <a16:creationId xmlns:a16="http://schemas.microsoft.com/office/drawing/2014/main" id="{3A8781A8-68B7-4462-99AB-5358B7B8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7" name="slide-44-line-17">
            <a:extLst xmlns:a="http://schemas.openxmlformats.org/drawingml/2006/main">
              <a:ext uri="{FF2B5EF4-FFF2-40B4-BE49-F238E27FC236}">
                <a16:creationId xmlns:a16="http://schemas.microsoft.com/office/drawing/2014/main" id="{52A276B2-0F04-4A98-997A-2A2A5158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8" name="slide-44-text-18">
            <a:extLst xmlns:a="http://schemas.openxmlformats.org/drawingml/2006/main">
              <a:ext uri="{FF2B5EF4-FFF2-40B4-BE49-F238E27FC236}">
                <a16:creationId xmlns:a16="http://schemas.microsoft.com/office/drawing/2014/main" id="{5E3150B7-C7DC-4247-9C50-2B57B4E3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決策</a:t>
            </a:r>
          </a:p>
        </p:txBody>
      </p:sp>
      <p:sp>
        <p:nvSpPr>
          <p:cNvPr id="19" name="slide-44-text-19">
            <a:extLst xmlns:a="http://schemas.openxmlformats.org/drawingml/2006/main">
              <a:ext uri="{FF2B5EF4-FFF2-40B4-BE49-F238E27FC236}">
                <a16:creationId xmlns:a16="http://schemas.microsoft.com/office/drawing/2014/main" id="{E08F0A71-0FF9-4CC6-B395-43AF4AB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安排一次</a:t>
            </a:r>
          </a:p>
        </p:txBody>
      </p:sp>
      <p:sp>
        <p:nvSpPr>
          <p:cNvPr id="20" name="slide-44-text-20">
            <a:extLst xmlns:a="http://schemas.openxmlformats.org/drawingml/2006/main">
              <a:ext uri="{FF2B5EF4-FFF2-40B4-BE49-F238E27FC236}">
                <a16:creationId xmlns:a16="http://schemas.microsoft.com/office/drawing/2014/main" id="{7165CC79-EB34-4E0D-A03B-6849923D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備課觀察</a:t>
            </a:r>
          </a:p>
        </p:txBody>
      </p:sp>
      <p:sp>
        <p:nvSpPr>
          <p:cNvPr id="21" name="slide-44-line-21">
            <a:extLst xmlns:a="http://schemas.openxmlformats.org/drawingml/2006/main">
              <a:ext uri="{FF2B5EF4-FFF2-40B4-BE49-F238E27FC236}">
                <a16:creationId xmlns:a16="http://schemas.microsoft.com/office/drawing/2014/main" id="{307E6E2B-000A-437F-9821-0317E437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2" name="slide-44-text-22">
            <a:extLst xmlns:a="http://schemas.openxmlformats.org/drawingml/2006/main">
              <a:ext uri="{FF2B5EF4-FFF2-40B4-BE49-F238E27FC236}">
                <a16:creationId xmlns:a16="http://schemas.microsoft.com/office/drawing/2014/main" id="{ECC608EB-D652-4338-A6BA-9AB13DD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3" name="slide-44-line-23">
            <a:extLst xmlns:a="http://schemas.openxmlformats.org/drawingml/2006/main">
              <a:ext uri="{FF2B5EF4-FFF2-40B4-BE49-F238E27FC236}">
                <a16:creationId xmlns:a16="http://schemas.microsoft.com/office/drawing/2014/main" id="{21A86389-38BE-46AB-898B-4EF523CC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4" name="slide-44-text-24">
            <a:extLst xmlns:a="http://schemas.openxmlformats.org/drawingml/2006/main">
              <a:ext uri="{FF2B5EF4-FFF2-40B4-BE49-F238E27FC236}">
                <a16:creationId xmlns:a16="http://schemas.microsoft.com/office/drawing/2014/main" id="{BAF26D0C-DD0B-4823-BC40-9E99A58E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結果</a:t>
            </a:r>
          </a:p>
        </p:txBody>
      </p:sp>
      <p:sp>
        <p:nvSpPr>
          <p:cNvPr id="25" name="slide-44-text-25">
            <a:extLst xmlns:a="http://schemas.openxmlformats.org/drawingml/2006/main">
              <a:ext uri="{FF2B5EF4-FFF2-40B4-BE49-F238E27FC236}">
                <a16:creationId xmlns:a16="http://schemas.microsoft.com/office/drawing/2014/main" id="{D2986A10-EECC-4B63-B13F-3DBA297B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保留或修訂</a:t>
            </a:r>
          </a:p>
        </p:txBody>
      </p:sp>
      <p:sp>
        <p:nvSpPr>
          <p:cNvPr id="26" name="slide-44-text-26">
            <a:extLst xmlns:a="http://schemas.openxmlformats.org/drawingml/2006/main">
              <a:ext uri="{FF2B5EF4-FFF2-40B4-BE49-F238E27FC236}">
                <a16:creationId xmlns:a16="http://schemas.microsoft.com/office/drawing/2014/main" id="{56C780EB-9A1F-433D-A3F4-B002203F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原有假設</a:t>
            </a:r>
          </a:p>
        </p:txBody>
      </p:sp>
      <p:sp>
        <p:nvSpPr>
          <p:cNvPr id="27" name="slide-44-text-27">
            <a:extLst xmlns:a="http://schemas.openxmlformats.org/drawingml/2006/main">
              <a:ext uri="{FF2B5EF4-FFF2-40B4-BE49-F238E27FC236}">
                <a16:creationId xmlns:a16="http://schemas.microsoft.com/office/drawing/2014/main" id="{FD522202-D046-4B4E-9AE9-B7249B33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候選解釋與承諾，須由具名負責人確認。</a:t>
            </a:r>
          </a:p>
        </p:txBody>
      </p:sp>
      <p:sp>
        <p:nvSpPr>
          <p:cNvPr id="28" name="slide-44-text-28">
            <a:extLst xmlns:a="http://schemas.openxmlformats.org/drawingml/2006/main">
              <a:ext uri="{FF2B5EF4-FFF2-40B4-BE49-F238E27FC236}">
                <a16:creationId xmlns:a16="http://schemas.microsoft.com/office/drawing/2014/main" id="{C8C2E44A-B335-4A1C-9C13-19EC4361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44 / 66</a:t>
            </a:r>
          </a:p>
        </p:txBody>
      </p:sp>
    </p:spTree>
    <p:extLst>
      <p:ext uri="{BB962C8B-B14F-4D97-AF65-F5344CB8AC3E}">
        <p14:creationId xmlns:p14="http://schemas.microsoft.com/office/powerpoint/2010/main" val="61024934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5-text-1">
            <a:extLst xmlns:a="http://schemas.openxmlformats.org/drawingml/2006/main">
              <a:ext uri="{FF2B5EF4-FFF2-40B4-BE49-F238E27FC236}">
                <a16:creationId xmlns:a16="http://schemas.microsoft.com/office/drawing/2014/main" id="{35E670F3-BFA6-4B6F-AE0C-8357339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對內容團隊的要求</a:t>
            </a:r>
          </a:p>
        </p:txBody>
      </p:sp>
      <p:sp>
        <p:nvSpPr>
          <p:cNvPr id="2" name="slide-45-text-2">
            <a:extLst xmlns:a="http://schemas.openxmlformats.org/drawingml/2006/main">
              <a:ext uri="{FF2B5EF4-FFF2-40B4-BE49-F238E27FC236}">
                <a16:creationId xmlns:a16="http://schemas.microsoft.com/office/drawing/2014/main" id="{7AEF903F-419C-4457-8804-B5D0E926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內容團隊建立可回查的資產</a:t>
            </a:r>
          </a:p>
        </p:txBody>
      </p:sp>
      <p:sp>
        <p:nvSpPr>
          <p:cNvPr id="3" name="slide-45-line-3">
            <a:extLst xmlns:a="http://schemas.openxmlformats.org/drawingml/2006/main">
              <a:ext uri="{FF2B5EF4-FFF2-40B4-BE49-F238E27FC236}">
                <a16:creationId xmlns:a16="http://schemas.microsoft.com/office/drawing/2014/main" id="{B3AF53AB-0C57-47D9-9418-789B381B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5-text-4">
            <a:extLst xmlns:a="http://schemas.openxmlformats.org/drawingml/2006/main">
              <a:ext uri="{FF2B5EF4-FFF2-40B4-BE49-F238E27FC236}">
                <a16:creationId xmlns:a16="http://schemas.microsoft.com/office/drawing/2014/main" id="{F75638B7-74F4-4672-9781-0C2110E2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45-text-5">
            <a:extLst xmlns:a="http://schemas.openxmlformats.org/drawingml/2006/main">
              <a:ext uri="{FF2B5EF4-FFF2-40B4-BE49-F238E27FC236}">
                <a16:creationId xmlns:a16="http://schemas.microsoft.com/office/drawing/2014/main" id="{4A4F4CDB-15DB-477D-9563-2F7B741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76225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來源與使用範圍</a:t>
            </a:r>
          </a:p>
        </p:txBody>
      </p:sp>
      <p:sp>
        <p:nvSpPr>
          <p:cNvPr id="6" name="slide-45-text-6">
            <a:extLst xmlns:a="http://schemas.openxmlformats.org/drawingml/2006/main">
              <a:ext uri="{FF2B5EF4-FFF2-40B4-BE49-F238E27FC236}">
                <a16:creationId xmlns:a16="http://schemas.microsoft.com/office/drawing/2014/main" id="{AA434535-9A25-48B1-A155-3EDDA9E3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89725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材料出處、使用許可與適用對象</a:t>
            </a:r>
          </a:p>
        </p:txBody>
      </p:sp>
      <p:sp>
        <p:nvSpPr>
          <p:cNvPr id="7" name="slide-45-line-7">
            <a:extLst xmlns:a="http://schemas.openxmlformats.org/drawingml/2006/main">
              <a:ext uri="{FF2B5EF4-FFF2-40B4-BE49-F238E27FC236}">
                <a16:creationId xmlns:a16="http://schemas.microsoft.com/office/drawing/2014/main" id="{B37E94B9-816C-47CC-AA3D-A3F56AA3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45-text-8">
            <a:extLst xmlns:a="http://schemas.openxmlformats.org/drawingml/2006/main">
              <a:ext uri="{FF2B5EF4-FFF2-40B4-BE49-F238E27FC236}">
                <a16:creationId xmlns:a16="http://schemas.microsoft.com/office/drawing/2014/main" id="{4A06FAAB-9E02-47AF-8F1E-D47B6520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276225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專業與版本</a:t>
            </a:r>
          </a:p>
        </p:txBody>
      </p:sp>
      <p:sp>
        <p:nvSpPr>
          <p:cNvPr id="9" name="slide-45-text-9">
            <a:extLst xmlns:a="http://schemas.openxmlformats.org/drawingml/2006/main">
              <a:ext uri="{FF2B5EF4-FFF2-40B4-BE49-F238E27FC236}">
                <a16:creationId xmlns:a16="http://schemas.microsoft.com/office/drawing/2014/main" id="{181C7448-AFFC-4576-BF91-59A3FEBA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95725"/>
            <a:ext cx="89725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提問依據、審查人及修訂關係</a:t>
            </a:r>
          </a:p>
        </p:txBody>
      </p:sp>
      <p:sp>
        <p:nvSpPr>
          <p:cNvPr id="10" name="slide-45-line-10">
            <a:extLst xmlns:a="http://schemas.openxmlformats.org/drawingml/2006/main">
              <a:ext uri="{FF2B5EF4-FFF2-40B4-BE49-F238E27FC236}">
                <a16:creationId xmlns:a16="http://schemas.microsoft.com/office/drawing/2014/main" id="{2693C345-0632-4B1D-A2AD-0C7DF387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45-text-11">
            <a:extLst xmlns:a="http://schemas.openxmlformats.org/drawingml/2006/main">
              <a:ext uri="{FF2B5EF4-FFF2-40B4-BE49-F238E27FC236}">
                <a16:creationId xmlns:a16="http://schemas.microsoft.com/office/drawing/2014/main" id="{89F3DFF1-CFDE-4F9A-A39C-F8681BFB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276225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使用後回寫</a:t>
            </a:r>
          </a:p>
        </p:txBody>
      </p:sp>
      <p:sp>
        <p:nvSpPr>
          <p:cNvPr id="12" name="slide-45-text-12">
            <a:extLst xmlns:a="http://schemas.openxmlformats.org/drawingml/2006/main">
              <a:ext uri="{FF2B5EF4-FFF2-40B4-BE49-F238E27FC236}">
                <a16:creationId xmlns:a16="http://schemas.microsoft.com/office/drawing/2014/main" id="{237B9C40-C755-4814-A17A-CEB7DC32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89725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採用、修改、拒絕與發現的問題</a:t>
            </a:r>
          </a:p>
        </p:txBody>
      </p:sp>
      <p:sp>
        <p:nvSpPr>
          <p:cNvPr id="13" name="slide-45-line-13">
            <a:extLst xmlns:a="http://schemas.openxmlformats.org/drawingml/2006/main">
              <a:ext uri="{FF2B5EF4-FFF2-40B4-BE49-F238E27FC236}">
                <a16:creationId xmlns:a16="http://schemas.microsoft.com/office/drawing/2014/main" id="{55389369-03FC-4E3A-8980-35AF0D3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45-text-14">
            <a:extLst xmlns:a="http://schemas.openxmlformats.org/drawingml/2006/main">
              <a:ext uri="{FF2B5EF4-FFF2-40B4-BE49-F238E27FC236}">
                <a16:creationId xmlns:a16="http://schemas.microsoft.com/office/drawing/2014/main" id="{1DB29ADA-0911-4D58-95BB-D2CDB7C4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45 / 66</a:t>
            </a:r>
          </a:p>
        </p:txBody>
      </p:sp>
    </p:spTree>
    <p:extLst>
      <p:ext uri="{BB962C8B-B14F-4D97-AF65-F5344CB8AC3E}">
        <p14:creationId xmlns:p14="http://schemas.microsoft.com/office/powerpoint/2010/main" val="17633189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46-text-1">
            <a:extLst xmlns:a="http://schemas.openxmlformats.org/drawingml/2006/main">
              <a:ext uri="{FF2B5EF4-FFF2-40B4-BE49-F238E27FC236}">
                <a16:creationId xmlns:a16="http://schemas.microsoft.com/office/drawing/2014/main" id="{266DA110-53A0-4B10-AAA0-7FACCA17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對研發團隊的要求</a:t>
            </a:r>
          </a:p>
        </p:txBody>
      </p:sp>
      <p:sp>
        <p:nvSpPr>
          <p:cNvPr id="2" name="slide-46-text-2">
            <a:extLst xmlns:a="http://schemas.openxmlformats.org/drawingml/2006/main">
              <a:ext uri="{FF2B5EF4-FFF2-40B4-BE49-F238E27FC236}">
                <a16:creationId xmlns:a16="http://schemas.microsoft.com/office/drawing/2014/main" id="{ECCB19E9-8D5D-41F4-AB09-2F387D62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研發團隊讓執行可驗證、可恢復</a:t>
            </a:r>
          </a:p>
        </p:txBody>
      </p:sp>
      <p:sp>
        <p:nvSpPr>
          <p:cNvPr id="3" name="slide-46-line-3">
            <a:extLst xmlns:a="http://schemas.openxmlformats.org/drawingml/2006/main">
              <a:ext uri="{FF2B5EF4-FFF2-40B4-BE49-F238E27FC236}">
                <a16:creationId xmlns:a16="http://schemas.microsoft.com/office/drawing/2014/main" id="{79A9E983-4F45-40EC-B077-6C01FB07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46-text-4">
            <a:extLst xmlns:a="http://schemas.openxmlformats.org/drawingml/2006/main">
              <a:ext uri="{FF2B5EF4-FFF2-40B4-BE49-F238E27FC236}">
                <a16:creationId xmlns:a16="http://schemas.microsoft.com/office/drawing/2014/main" id="{1B8A7BD4-8BC1-4D1A-9B91-C6000057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46-text-5">
            <a:extLst xmlns:a="http://schemas.openxmlformats.org/drawingml/2006/main">
              <a:ext uri="{FF2B5EF4-FFF2-40B4-BE49-F238E27FC236}">
                <a16:creationId xmlns:a16="http://schemas.microsoft.com/office/drawing/2014/main" id="{57189A10-C65D-48DC-9768-80E779E2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46-line-6">
            <a:extLst xmlns:a="http://schemas.openxmlformats.org/drawingml/2006/main">
              <a:ext uri="{FF2B5EF4-FFF2-40B4-BE49-F238E27FC236}">
                <a16:creationId xmlns:a16="http://schemas.microsoft.com/office/drawing/2014/main" id="{1BA121AC-1C28-4CFF-91C8-BB37104B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46-text-7">
            <a:extLst xmlns:a="http://schemas.openxmlformats.org/drawingml/2006/main">
              <a:ext uri="{FF2B5EF4-FFF2-40B4-BE49-F238E27FC236}">
                <a16:creationId xmlns:a16="http://schemas.microsoft.com/office/drawing/2014/main" id="{3EBBC696-F37C-4A6C-A027-CB4C5AFB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版本</a:t>
            </a:r>
          </a:p>
        </p:txBody>
      </p:sp>
      <p:sp>
        <p:nvSpPr>
          <p:cNvPr id="8" name="slide-46-text-8">
            <a:extLst xmlns:a="http://schemas.openxmlformats.org/drawingml/2006/main">
              <a:ext uri="{FF2B5EF4-FFF2-40B4-BE49-F238E27FC236}">
                <a16:creationId xmlns:a16="http://schemas.microsoft.com/office/drawing/2014/main" id="{6887CB50-B0F3-4A07-92AD-BEE3A90F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固定受檢查</a:t>
            </a:r>
          </a:p>
        </p:txBody>
      </p:sp>
      <p:sp>
        <p:nvSpPr>
          <p:cNvPr id="9" name="slide-46-text-9">
            <a:extLst xmlns:a="http://schemas.openxmlformats.org/drawingml/2006/main">
              <a:ext uri="{FF2B5EF4-FFF2-40B4-BE49-F238E27FC236}">
                <a16:creationId xmlns:a16="http://schemas.microsoft.com/office/drawing/2014/main" id="{2F88E83B-DEF7-480E-BCB5-8E1469B9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的改動</a:t>
            </a:r>
          </a:p>
        </p:txBody>
      </p:sp>
      <p:sp>
        <p:nvSpPr>
          <p:cNvPr id="10" name="slide-46-line-10">
            <a:extLst xmlns:a="http://schemas.openxmlformats.org/drawingml/2006/main">
              <a:ext uri="{FF2B5EF4-FFF2-40B4-BE49-F238E27FC236}">
                <a16:creationId xmlns:a16="http://schemas.microsoft.com/office/drawing/2014/main" id="{293CBF19-B01E-4CB7-9CD2-68DAEF0B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46-text-11">
            <a:extLst xmlns:a="http://schemas.openxmlformats.org/drawingml/2006/main">
              <a:ext uri="{FF2B5EF4-FFF2-40B4-BE49-F238E27FC236}">
                <a16:creationId xmlns:a16="http://schemas.microsoft.com/office/drawing/2014/main" id="{A2ACF328-478F-44C0-AD18-D9969B0B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46-line-12">
            <a:extLst xmlns:a="http://schemas.openxmlformats.org/drawingml/2006/main">
              <a:ext uri="{FF2B5EF4-FFF2-40B4-BE49-F238E27FC236}">
                <a16:creationId xmlns:a16="http://schemas.microsoft.com/office/drawing/2014/main" id="{1D0C5D69-3BF5-49B9-96E4-379C01B3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46-text-13">
            <a:extLst xmlns:a="http://schemas.openxmlformats.org/drawingml/2006/main">
              <a:ext uri="{FF2B5EF4-FFF2-40B4-BE49-F238E27FC236}">
                <a16:creationId xmlns:a16="http://schemas.microsoft.com/office/drawing/2014/main" id="{D8E3F2F9-A2DA-4ACA-8F66-D8CB27EB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驗證</a:t>
            </a:r>
          </a:p>
        </p:txBody>
      </p:sp>
      <p:sp>
        <p:nvSpPr>
          <p:cNvPr id="14" name="slide-46-text-14">
            <a:extLst xmlns:a="http://schemas.openxmlformats.org/drawingml/2006/main">
              <a:ext uri="{FF2B5EF4-FFF2-40B4-BE49-F238E27FC236}">
                <a16:creationId xmlns:a16="http://schemas.microsoft.com/office/drawing/2014/main" id="{3792AB47-8596-45C3-B092-0EA1AA85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正常情況</a:t>
            </a:r>
          </a:p>
        </p:txBody>
      </p:sp>
      <p:sp>
        <p:nvSpPr>
          <p:cNvPr id="15" name="slide-46-text-15">
            <a:extLst xmlns:a="http://schemas.openxmlformats.org/drawingml/2006/main">
              <a:ext uri="{FF2B5EF4-FFF2-40B4-BE49-F238E27FC236}">
                <a16:creationId xmlns:a16="http://schemas.microsoft.com/office/drawing/2014/main" id="{196210EF-38BA-44BC-85A1-7DF4D672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與失敗路徑</a:t>
            </a:r>
          </a:p>
        </p:txBody>
      </p:sp>
      <p:sp>
        <p:nvSpPr>
          <p:cNvPr id="16" name="slide-46-line-16">
            <a:extLst xmlns:a="http://schemas.openxmlformats.org/drawingml/2006/main">
              <a:ext uri="{FF2B5EF4-FFF2-40B4-BE49-F238E27FC236}">
                <a16:creationId xmlns:a16="http://schemas.microsoft.com/office/drawing/2014/main" id="{E18EF9A4-DFC7-4596-9A0B-6312CD68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46-text-17">
            <a:extLst xmlns:a="http://schemas.openxmlformats.org/drawingml/2006/main">
              <a:ext uri="{FF2B5EF4-FFF2-40B4-BE49-F238E27FC236}">
                <a16:creationId xmlns:a16="http://schemas.microsoft.com/office/drawing/2014/main" id="{C86B3F29-17E3-4EC1-8E61-FCE7DF1B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46-line-18">
            <a:extLst xmlns:a="http://schemas.openxmlformats.org/drawingml/2006/main">
              <a:ext uri="{FF2B5EF4-FFF2-40B4-BE49-F238E27FC236}">
                <a16:creationId xmlns:a16="http://schemas.microsoft.com/office/drawing/2014/main" id="{F19B346A-FAAF-4A56-9237-E6DDB7B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46-text-19">
            <a:extLst xmlns:a="http://schemas.openxmlformats.org/drawingml/2006/main">
              <a:ext uri="{FF2B5EF4-FFF2-40B4-BE49-F238E27FC236}">
                <a16:creationId xmlns:a16="http://schemas.microsoft.com/office/drawing/2014/main" id="{F3E137E8-B62F-469D-9AA0-A914031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批准</a:t>
            </a:r>
          </a:p>
        </p:txBody>
      </p:sp>
      <p:sp>
        <p:nvSpPr>
          <p:cNvPr id="20" name="slide-46-text-20">
            <a:extLst xmlns:a="http://schemas.openxmlformats.org/drawingml/2006/main">
              <a:ext uri="{FF2B5EF4-FFF2-40B4-BE49-F238E27FC236}">
                <a16:creationId xmlns:a16="http://schemas.microsoft.com/office/drawing/2014/main" id="{33EAE501-08F5-4495-8275-3DC6277C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具名確認</a:t>
            </a:r>
          </a:p>
        </p:txBody>
      </p:sp>
      <p:sp>
        <p:nvSpPr>
          <p:cNvPr id="21" name="slide-46-text-21">
            <a:extLst xmlns:a="http://schemas.openxmlformats.org/drawingml/2006/main">
              <a:ext uri="{FF2B5EF4-FFF2-40B4-BE49-F238E27FC236}">
                <a16:creationId xmlns:a16="http://schemas.microsoft.com/office/drawing/2014/main" id="{F940B85F-30C1-4108-B1F4-D3A4A42D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風險與限制</a:t>
            </a:r>
          </a:p>
        </p:txBody>
      </p:sp>
      <p:sp>
        <p:nvSpPr>
          <p:cNvPr id="22" name="slide-46-line-22">
            <a:extLst xmlns:a="http://schemas.openxmlformats.org/drawingml/2006/main">
              <a:ext uri="{FF2B5EF4-FFF2-40B4-BE49-F238E27FC236}">
                <a16:creationId xmlns:a16="http://schemas.microsoft.com/office/drawing/2014/main" id="{79B0DD6B-1B0F-4DB9-BA4A-321E4220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3" name="slide-46-text-23">
            <a:extLst xmlns:a="http://schemas.openxmlformats.org/drawingml/2006/main">
              <a:ext uri="{FF2B5EF4-FFF2-40B4-BE49-F238E27FC236}">
                <a16:creationId xmlns:a16="http://schemas.microsoft.com/office/drawing/2014/main" id="{DEB97990-1DEE-4ED9-8A58-60389003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46-line-24">
            <a:extLst xmlns:a="http://schemas.openxmlformats.org/drawingml/2006/main">
              <a:ext uri="{FF2B5EF4-FFF2-40B4-BE49-F238E27FC236}">
                <a16:creationId xmlns:a16="http://schemas.microsoft.com/office/drawing/2014/main" id="{FAC8A371-C786-4181-9127-4E052513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5" name="slide-46-text-25">
            <a:extLst xmlns:a="http://schemas.openxmlformats.org/drawingml/2006/main">
              <a:ext uri="{FF2B5EF4-FFF2-40B4-BE49-F238E27FC236}">
                <a16:creationId xmlns:a16="http://schemas.microsoft.com/office/drawing/2014/main" id="{2CB1A7FE-5804-47B0-8D7A-1BB45099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恢復</a:t>
            </a:r>
          </a:p>
        </p:txBody>
      </p:sp>
      <p:sp>
        <p:nvSpPr>
          <p:cNvPr id="26" name="slide-46-text-26">
            <a:extLst xmlns:a="http://schemas.openxmlformats.org/drawingml/2006/main">
              <a:ext uri="{FF2B5EF4-FFF2-40B4-BE49-F238E27FC236}">
                <a16:creationId xmlns:a16="http://schemas.microsoft.com/office/drawing/2014/main" id="{9C9ABE7C-E853-4044-AFF3-03829152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回退方案</a:t>
            </a:r>
          </a:p>
        </p:txBody>
      </p:sp>
      <p:sp>
        <p:nvSpPr>
          <p:cNvPr id="27" name="slide-46-text-27">
            <a:extLst xmlns:a="http://schemas.openxmlformats.org/drawingml/2006/main">
              <a:ext uri="{FF2B5EF4-FFF2-40B4-BE49-F238E27FC236}">
                <a16:creationId xmlns:a16="http://schemas.microsoft.com/office/drawing/2014/main" id="{07FD85C1-8746-45B2-84A7-7DDA5895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與運行觀察</a:t>
            </a:r>
          </a:p>
        </p:txBody>
      </p:sp>
      <p:sp>
        <p:nvSpPr>
          <p:cNvPr id="28" name="slide-46-text-28">
            <a:extLst xmlns:a="http://schemas.openxmlformats.org/drawingml/2006/main">
              <a:ext uri="{FF2B5EF4-FFF2-40B4-BE49-F238E27FC236}">
                <a16:creationId xmlns:a16="http://schemas.microsoft.com/office/drawing/2014/main" id="{C1FE08FF-934A-4055-873E-E10770E1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生成、檢查與批准應有可辨認的責任分離。</a:t>
            </a:r>
          </a:p>
        </p:txBody>
      </p:sp>
      <p:sp>
        <p:nvSpPr>
          <p:cNvPr id="29" name="slide-46-text-29">
            <a:extLst xmlns:a="http://schemas.openxmlformats.org/drawingml/2006/main">
              <a:ext uri="{FF2B5EF4-FFF2-40B4-BE49-F238E27FC236}">
                <a16:creationId xmlns:a16="http://schemas.microsoft.com/office/drawing/2014/main" id="{40B9993D-0A0B-4B3C-BC27-0AC2F7C5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46 / 66</a:t>
            </a:r>
          </a:p>
        </p:txBody>
      </p:sp>
    </p:spTree>
    <p:extLst>
      <p:ext uri="{BB962C8B-B14F-4D97-AF65-F5344CB8AC3E}">
        <p14:creationId xmlns:p14="http://schemas.microsoft.com/office/powerpoint/2010/main" val="135628466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47-text-1">
            <a:extLst xmlns:a="http://schemas.openxmlformats.org/drawingml/2006/main">
              <a:ext uri="{FF2B5EF4-FFF2-40B4-BE49-F238E27FC236}">
                <a16:creationId xmlns:a16="http://schemas.microsoft.com/office/drawing/2014/main" id="{C4DC24BD-FD9F-4924-8167-86BA076E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小組交接</a:t>
            </a:r>
          </a:p>
        </p:txBody>
      </p:sp>
      <p:sp>
        <p:nvSpPr>
          <p:cNvPr id="2" name="slide-47-text-2">
            <a:extLst xmlns:a="http://schemas.openxmlformats.org/drawingml/2006/main">
              <a:ext uri="{FF2B5EF4-FFF2-40B4-BE49-F238E27FC236}">
                <a16:creationId xmlns:a16="http://schemas.microsoft.com/office/drawing/2014/main" id="{9C5D2179-1080-49D5-BF96-6DF581D6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三類專業共享同一份工作契約</a:t>
            </a:r>
          </a:p>
        </p:txBody>
      </p:sp>
      <p:sp>
        <p:nvSpPr>
          <p:cNvPr id="3" name="slide-47-line-3">
            <a:extLst xmlns:a="http://schemas.openxmlformats.org/drawingml/2006/main">
              <a:ext uri="{FF2B5EF4-FFF2-40B4-BE49-F238E27FC236}">
                <a16:creationId xmlns:a16="http://schemas.microsoft.com/office/drawing/2014/main" id="{887DD857-02D3-4DDC-BF94-FCCAFC0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7-text-4">
            <a:extLst xmlns:a="http://schemas.openxmlformats.org/drawingml/2006/main">
              <a:ext uri="{FF2B5EF4-FFF2-40B4-BE49-F238E27FC236}">
                <a16:creationId xmlns:a16="http://schemas.microsoft.com/office/drawing/2014/main" id="{204534AD-4C75-466C-9CF0-34D60D9A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47-text-5">
            <a:extLst xmlns:a="http://schemas.openxmlformats.org/drawingml/2006/main">
              <a:ext uri="{FF2B5EF4-FFF2-40B4-BE49-F238E27FC236}">
                <a16:creationId xmlns:a16="http://schemas.microsoft.com/office/drawing/2014/main" id="{BD353CAF-9C84-41FB-A710-BA109A90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產品</a:t>
            </a:r>
          </a:p>
        </p:txBody>
      </p:sp>
      <p:sp>
        <p:nvSpPr>
          <p:cNvPr id="6" name="slide-47-line-6">
            <a:extLst xmlns:a="http://schemas.openxmlformats.org/drawingml/2006/main">
              <a:ext uri="{FF2B5EF4-FFF2-40B4-BE49-F238E27FC236}">
                <a16:creationId xmlns:a16="http://schemas.microsoft.com/office/drawing/2014/main" id="{30E37269-F3FD-450D-83FE-319C301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47-text-7">
            <a:extLst xmlns:a="http://schemas.openxmlformats.org/drawingml/2006/main">
              <a:ext uri="{FF2B5EF4-FFF2-40B4-BE49-F238E27FC236}">
                <a16:creationId xmlns:a16="http://schemas.microsoft.com/office/drawing/2014/main" id="{240BD2B1-436F-44CD-AB5B-8F0E6FA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判斷依據</a:t>
            </a:r>
          </a:p>
        </p:txBody>
      </p:sp>
      <p:sp>
        <p:nvSpPr>
          <p:cNvPr id="8" name="slide-47-text-8">
            <a:extLst xmlns:a="http://schemas.openxmlformats.org/drawingml/2006/main">
              <a:ext uri="{FF2B5EF4-FFF2-40B4-BE49-F238E27FC236}">
                <a16:creationId xmlns:a16="http://schemas.microsoft.com/office/drawing/2014/main" id="{55462259-59A4-4E04-B8BF-7805051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491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承諾範圍</a:t>
            </a:r>
          </a:p>
        </p:txBody>
      </p:sp>
      <p:sp>
        <p:nvSpPr>
          <p:cNvPr id="9" name="slide-47-text-9">
            <a:extLst xmlns:a="http://schemas.openxmlformats.org/drawingml/2006/main">
              <a:ext uri="{FF2B5EF4-FFF2-40B4-BE49-F238E27FC236}">
                <a16:creationId xmlns:a16="http://schemas.microsoft.com/office/drawing/2014/main" id="{E618A426-E388-4743-80D0-D222F737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內容</a:t>
            </a:r>
          </a:p>
        </p:txBody>
      </p:sp>
      <p:sp>
        <p:nvSpPr>
          <p:cNvPr id="10" name="slide-47-line-10">
            <a:extLst xmlns:a="http://schemas.openxmlformats.org/drawingml/2006/main">
              <a:ext uri="{FF2B5EF4-FFF2-40B4-BE49-F238E27FC236}">
                <a16:creationId xmlns:a16="http://schemas.microsoft.com/office/drawing/2014/main" id="{2DE09C5C-BADC-46A1-9783-CFC7272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47-text-11">
            <a:extLst xmlns:a="http://schemas.openxmlformats.org/drawingml/2006/main">
              <a:ext uri="{FF2B5EF4-FFF2-40B4-BE49-F238E27FC236}">
                <a16:creationId xmlns:a16="http://schemas.microsoft.com/office/drawing/2014/main" id="{818B06C9-987C-41CC-96D1-CAC119C8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05200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材料版本</a:t>
            </a:r>
          </a:p>
        </p:txBody>
      </p:sp>
      <p:sp>
        <p:nvSpPr>
          <p:cNvPr id="12" name="slide-47-text-12">
            <a:extLst xmlns:a="http://schemas.openxmlformats.org/drawingml/2006/main">
              <a:ext uri="{FF2B5EF4-FFF2-40B4-BE49-F238E27FC236}">
                <a16:creationId xmlns:a16="http://schemas.microsoft.com/office/drawing/2014/main" id="{311EEB7C-391C-4367-89EF-307AD4C3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24491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專業標準</a:t>
            </a:r>
          </a:p>
        </p:txBody>
      </p:sp>
      <p:sp>
        <p:nvSpPr>
          <p:cNvPr id="13" name="slide-47-text-13">
            <a:extLst xmlns:a="http://schemas.openxmlformats.org/drawingml/2006/main">
              <a:ext uri="{FF2B5EF4-FFF2-40B4-BE49-F238E27FC236}">
                <a16:creationId xmlns:a16="http://schemas.microsoft.com/office/drawing/2014/main" id="{4993191E-7143-42FB-9846-A9FD659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研發</a:t>
            </a:r>
          </a:p>
        </p:txBody>
      </p:sp>
      <p:sp>
        <p:nvSpPr>
          <p:cNvPr id="14" name="slide-47-line-14">
            <a:extLst xmlns:a="http://schemas.openxmlformats.org/drawingml/2006/main">
              <a:ext uri="{FF2B5EF4-FFF2-40B4-BE49-F238E27FC236}">
                <a16:creationId xmlns:a16="http://schemas.microsoft.com/office/drawing/2014/main" id="{04B458B1-2E68-4266-8BDF-4AE983A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5" name="slide-47-text-15">
            <a:extLst xmlns:a="http://schemas.openxmlformats.org/drawingml/2006/main">
              <a:ext uri="{FF2B5EF4-FFF2-40B4-BE49-F238E27FC236}">
                <a16:creationId xmlns:a16="http://schemas.microsoft.com/office/drawing/2014/main" id="{261328F7-7EDE-4EE7-AB36-5F529ADD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執行版本</a:t>
            </a:r>
          </a:p>
        </p:txBody>
      </p:sp>
      <p:sp>
        <p:nvSpPr>
          <p:cNvPr id="16" name="slide-47-text-16">
            <a:extLst xmlns:a="http://schemas.openxmlformats.org/drawingml/2006/main">
              <a:ext uri="{FF2B5EF4-FFF2-40B4-BE49-F238E27FC236}">
                <a16:creationId xmlns:a16="http://schemas.microsoft.com/office/drawing/2014/main" id="{B632D4BD-1AA5-4893-BC44-0AE09733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24491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驗證與恢復</a:t>
            </a:r>
          </a:p>
        </p:txBody>
      </p:sp>
      <p:sp>
        <p:nvSpPr>
          <p:cNvPr id="17" name="slide-47-line-17">
            <a:extLst xmlns:a="http://schemas.openxmlformats.org/drawingml/2006/main">
              <a:ext uri="{FF2B5EF4-FFF2-40B4-BE49-F238E27FC236}">
                <a16:creationId xmlns:a16="http://schemas.microsoft.com/office/drawing/2014/main" id="{7254FE38-F66E-459A-9470-85D6CB2A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8" name="slide-47-text-18">
            <a:extLst xmlns:a="http://schemas.openxmlformats.org/drawingml/2006/main">
              <a:ext uri="{FF2B5EF4-FFF2-40B4-BE49-F238E27FC236}">
                <a16:creationId xmlns:a16="http://schemas.microsoft.com/office/drawing/2014/main" id="{A19AE32E-906B-4B03-A85A-4E4BAD0F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20396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同一次交付：對得上的版本、驗收標準與批准記錄</a:t>
            </a:r>
          </a:p>
        </p:txBody>
      </p:sp>
      <p:sp>
        <p:nvSpPr>
          <p:cNvPr id="19" name="slide-47-text-19">
            <a:extLst xmlns:a="http://schemas.openxmlformats.org/drawingml/2006/main">
              <a:ext uri="{FF2B5EF4-FFF2-40B4-BE49-F238E27FC236}">
                <a16:creationId xmlns:a16="http://schemas.microsoft.com/office/drawing/2014/main" id="{1D94F90F-EA2D-4F94-9E3D-42C243BE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你的小組交接時，另一組能否核對這些關係？</a:t>
            </a:r>
          </a:p>
        </p:txBody>
      </p:sp>
      <p:sp>
        <p:nvSpPr>
          <p:cNvPr id="20" name="slide-47-text-20">
            <a:extLst xmlns:a="http://schemas.openxmlformats.org/drawingml/2006/main">
              <a:ext uri="{FF2B5EF4-FFF2-40B4-BE49-F238E27FC236}">
                <a16:creationId xmlns:a16="http://schemas.microsoft.com/office/drawing/2014/main" id="{C9A0E42F-C256-4A56-975D-47C30ADA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47 / 66</a:t>
            </a:r>
          </a:p>
        </p:txBody>
      </p:sp>
    </p:spTree>
    <p:extLst>
      <p:ext uri="{BB962C8B-B14F-4D97-AF65-F5344CB8AC3E}">
        <p14:creationId xmlns:p14="http://schemas.microsoft.com/office/powerpoint/2010/main" val="185668157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48-text-1">
            <a:extLst xmlns:a="http://schemas.openxmlformats.org/drawingml/2006/main">
              <a:ext uri="{FF2B5EF4-FFF2-40B4-BE49-F238E27FC236}">
                <a16:creationId xmlns:a16="http://schemas.microsoft.com/office/drawing/2014/main" id="{20A5E45C-198A-4B13-A72C-2D15D8BD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這條工作流具備哪些能力</a:t>
            </a:r>
          </a:p>
        </p:txBody>
      </p:sp>
      <p:sp>
        <p:nvSpPr>
          <p:cNvPr id="2" name="slide-48-text-2">
            <a:extLst xmlns:a="http://schemas.openxmlformats.org/drawingml/2006/main">
              <a:ext uri="{FF2B5EF4-FFF2-40B4-BE49-F238E27FC236}">
                <a16:creationId xmlns:a16="http://schemas.microsoft.com/office/drawing/2014/main" id="{00FE8037-107C-40A7-8C6E-57C422CE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AI Native 轉型的五級能力演進</a:t>
            </a:r>
          </a:p>
        </p:txBody>
      </p:sp>
      <p:sp>
        <p:nvSpPr>
          <p:cNvPr id="3" name="slide-48-line-3">
            <a:extLst xmlns:a="http://schemas.openxmlformats.org/drawingml/2006/main">
              <a:ext uri="{FF2B5EF4-FFF2-40B4-BE49-F238E27FC236}">
                <a16:creationId xmlns:a16="http://schemas.microsoft.com/office/drawing/2014/main" id="{31E03EEA-E11D-44AE-80AE-1800CF9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48-text-4">
            <a:extLst xmlns:a="http://schemas.openxmlformats.org/drawingml/2006/main">
              <a:ext uri="{FF2B5EF4-FFF2-40B4-BE49-F238E27FC236}">
                <a16:creationId xmlns:a16="http://schemas.microsoft.com/office/drawing/2014/main" id="{FDB2E92C-53C0-4CD4-B886-EB357411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48-line-5">
            <a:extLst xmlns:a="http://schemas.openxmlformats.org/drawingml/2006/main">
              <a:ext uri="{FF2B5EF4-FFF2-40B4-BE49-F238E27FC236}">
                <a16:creationId xmlns:a16="http://schemas.microsoft.com/office/drawing/2014/main" id="{5B39DB7C-4964-4C4E-A11F-2E4048DC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6" name="slide-48-text-6">
            <a:extLst xmlns:a="http://schemas.openxmlformats.org/drawingml/2006/main">
              <a:ext uri="{FF2B5EF4-FFF2-40B4-BE49-F238E27FC236}">
                <a16:creationId xmlns:a16="http://schemas.microsoft.com/office/drawing/2014/main" id="{E0B7891E-7DBF-4096-AD8E-17A5CFCA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L1</a:t>
            </a:r>
          </a:p>
        </p:txBody>
      </p:sp>
      <p:sp>
        <p:nvSpPr>
          <p:cNvPr id="7" name="slide-48-text-7">
            <a:extLst xmlns:a="http://schemas.openxmlformats.org/drawingml/2006/main">
              <a:ext uri="{FF2B5EF4-FFF2-40B4-BE49-F238E27FC236}">
                <a16:creationId xmlns:a16="http://schemas.microsoft.com/office/drawing/2014/main" id="{2B06D58D-A1FA-4D5F-9F70-A735BA5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個人工具</a:t>
            </a:r>
          </a:p>
        </p:txBody>
      </p:sp>
      <p:sp>
        <p:nvSpPr>
          <p:cNvPr id="8" name="slide-48-text-8">
            <a:extLst xmlns:a="http://schemas.openxmlformats.org/drawingml/2006/main">
              <a:ext uri="{FF2B5EF4-FFF2-40B4-BE49-F238E27FC236}">
                <a16:creationId xmlns:a16="http://schemas.microsoft.com/office/drawing/2014/main" id="{16C21150-551C-42A2-BD31-0D1A80FC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步驟提效</a:t>
            </a:r>
          </a:p>
        </p:txBody>
      </p:sp>
      <p:sp>
        <p:nvSpPr>
          <p:cNvPr id="9" name="slide-48-line-9">
            <a:extLst xmlns:a="http://schemas.openxmlformats.org/drawingml/2006/main">
              <a:ext uri="{FF2B5EF4-FFF2-40B4-BE49-F238E27FC236}">
                <a16:creationId xmlns:a16="http://schemas.microsoft.com/office/drawing/2014/main" id="{1B36DEE0-E844-4F0F-B10F-4416D759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05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10" name="slide-48-text-10">
            <a:extLst xmlns:a="http://schemas.openxmlformats.org/drawingml/2006/main">
              <a:ext uri="{FF2B5EF4-FFF2-40B4-BE49-F238E27FC236}">
                <a16:creationId xmlns:a16="http://schemas.microsoft.com/office/drawing/2014/main" id="{708B723B-81F1-44FF-AFB7-63B43B76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L2</a:t>
            </a:r>
          </a:p>
        </p:txBody>
      </p:sp>
      <p:sp>
        <p:nvSpPr>
          <p:cNvPr id="11" name="slide-48-text-11">
            <a:extLst xmlns:a="http://schemas.openxmlformats.org/drawingml/2006/main">
              <a:ext uri="{FF2B5EF4-FFF2-40B4-BE49-F238E27FC236}">
                <a16:creationId xmlns:a16="http://schemas.microsoft.com/office/drawing/2014/main" id="{D6DCE0AD-08C6-4D18-AE6D-4CC765EE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81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工作流復用</a:t>
            </a:r>
          </a:p>
        </p:txBody>
      </p:sp>
      <p:sp>
        <p:nvSpPr>
          <p:cNvPr id="12" name="slide-48-text-12">
            <a:extLst xmlns:a="http://schemas.openxmlformats.org/drawingml/2006/main">
              <a:ext uri="{FF2B5EF4-FFF2-40B4-BE49-F238E27FC236}">
                <a16:creationId xmlns:a16="http://schemas.microsoft.com/office/drawing/2014/main" id="{BAD95DB1-DFE8-4213-BB30-78129A85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57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方法可重複</a:t>
            </a:r>
          </a:p>
        </p:txBody>
      </p:sp>
      <p:sp>
        <p:nvSpPr>
          <p:cNvPr id="13" name="slide-48-line-13">
            <a:extLst xmlns:a="http://schemas.openxmlformats.org/drawingml/2006/main">
              <a:ext uri="{FF2B5EF4-FFF2-40B4-BE49-F238E27FC236}">
                <a16:creationId xmlns:a16="http://schemas.microsoft.com/office/drawing/2014/main" id="{20CD168B-EAD8-4A44-B485-8C063CB3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14" name="slide-48-text-14">
            <a:extLst xmlns:a="http://schemas.openxmlformats.org/drawingml/2006/main">
              <a:ext uri="{FF2B5EF4-FFF2-40B4-BE49-F238E27FC236}">
                <a16:creationId xmlns:a16="http://schemas.microsoft.com/office/drawing/2014/main" id="{A2F67239-EB5E-427B-9CD5-B2EA0805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81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L3</a:t>
            </a:r>
          </a:p>
        </p:txBody>
      </p:sp>
      <p:sp>
        <p:nvSpPr>
          <p:cNvPr id="15" name="slide-48-text-15">
            <a:extLst xmlns:a="http://schemas.openxmlformats.org/drawingml/2006/main">
              <a:ext uri="{FF2B5EF4-FFF2-40B4-BE49-F238E27FC236}">
                <a16:creationId xmlns:a16="http://schemas.microsoft.com/office/drawing/2014/main" id="{C5AE071A-150B-4A36-A84E-0555B8BB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00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託管執行</a:t>
            </a:r>
          </a:p>
        </p:txBody>
      </p:sp>
      <p:sp>
        <p:nvSpPr>
          <p:cNvPr id="16" name="slide-48-text-16">
            <a:extLst xmlns:a="http://schemas.openxmlformats.org/drawingml/2006/main">
              <a:ext uri="{FF2B5EF4-FFF2-40B4-BE49-F238E27FC236}">
                <a16:creationId xmlns:a16="http://schemas.microsoft.com/office/drawing/2014/main" id="{CFA75224-1C5F-4027-9860-0AAF1063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76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環境受治理</a:t>
            </a:r>
          </a:p>
        </p:txBody>
      </p:sp>
      <p:sp>
        <p:nvSpPr>
          <p:cNvPr id="17" name="slide-48-line-17">
            <a:extLst xmlns:a="http://schemas.openxmlformats.org/drawingml/2006/main">
              <a:ext uri="{FF2B5EF4-FFF2-40B4-BE49-F238E27FC236}">
                <a16:creationId xmlns:a16="http://schemas.microsoft.com/office/drawing/2014/main" id="{28DC3DB5-B52D-4522-8B76-018F71C3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18" name="slide-48-text-18">
            <a:extLst xmlns:a="http://schemas.openxmlformats.org/drawingml/2006/main">
              <a:ext uri="{FF2B5EF4-FFF2-40B4-BE49-F238E27FC236}">
                <a16:creationId xmlns:a16="http://schemas.microsoft.com/office/drawing/2014/main" id="{7E2FB722-A656-439B-AA30-539A48D3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L4</a:t>
            </a:r>
          </a:p>
        </p:txBody>
      </p:sp>
      <p:sp>
        <p:nvSpPr>
          <p:cNvPr id="19" name="slide-48-text-19">
            <a:extLst xmlns:a="http://schemas.openxmlformats.org/drawingml/2006/main">
              <a:ext uri="{FF2B5EF4-FFF2-40B4-BE49-F238E27FC236}">
                <a16:creationId xmlns:a16="http://schemas.microsoft.com/office/drawing/2014/main" id="{D5051BC2-7D17-4112-94AB-4116951A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9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共享狀態</a:t>
            </a:r>
          </a:p>
        </p:txBody>
      </p:sp>
      <p:sp>
        <p:nvSpPr>
          <p:cNvPr id="20" name="slide-48-text-20">
            <a:extLst xmlns:a="http://schemas.openxmlformats.org/drawingml/2006/main">
              <a:ext uri="{FF2B5EF4-FFF2-40B4-BE49-F238E27FC236}">
                <a16:creationId xmlns:a16="http://schemas.microsoft.com/office/drawing/2014/main" id="{B25D8F89-6628-4B94-B23F-59950134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跨角色可核對</a:t>
            </a:r>
          </a:p>
        </p:txBody>
      </p:sp>
      <p:sp>
        <p:nvSpPr>
          <p:cNvPr id="21" name="slide-48-line-21">
            <a:extLst xmlns:a="http://schemas.openxmlformats.org/drawingml/2006/main">
              <a:ext uri="{FF2B5EF4-FFF2-40B4-BE49-F238E27FC236}">
                <a16:creationId xmlns:a16="http://schemas.microsoft.com/office/drawing/2014/main" id="{1C130E8A-0830-485C-A850-43E60513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62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22" name="slide-48-text-22">
            <a:extLst xmlns:a="http://schemas.openxmlformats.org/drawingml/2006/main">
              <a:ext uri="{FF2B5EF4-FFF2-40B4-BE49-F238E27FC236}">
                <a16:creationId xmlns:a16="http://schemas.microsoft.com/office/drawing/2014/main" id="{6941206F-7DD4-4AE9-95AD-8A1E6F8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19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L5</a:t>
            </a:r>
          </a:p>
        </p:txBody>
      </p:sp>
      <p:sp>
        <p:nvSpPr>
          <p:cNvPr id="23" name="slide-48-text-23">
            <a:extLst xmlns:a="http://schemas.openxmlformats.org/drawingml/2006/main">
              <a:ext uri="{FF2B5EF4-FFF2-40B4-BE49-F238E27FC236}">
                <a16:creationId xmlns:a16="http://schemas.microsoft.com/office/drawing/2014/main" id="{C6953D58-0304-4EA1-AA8B-64465F4A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38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結果驅動演進</a:t>
            </a:r>
          </a:p>
        </p:txBody>
      </p:sp>
      <p:sp>
        <p:nvSpPr>
          <p:cNvPr id="24" name="slide-48-text-24">
            <a:extLst xmlns:a="http://schemas.openxmlformats.org/drawingml/2006/main">
              <a:ext uri="{FF2B5EF4-FFF2-40B4-BE49-F238E27FC236}">
                <a16:creationId xmlns:a16="http://schemas.microsoft.com/office/drawing/2014/main" id="{C641AEAD-38AA-4597-871E-9C8394B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914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結果更新方法</a:t>
            </a:r>
          </a:p>
        </p:txBody>
      </p:sp>
      <p:sp>
        <p:nvSpPr>
          <p:cNvPr id="25" name="slide-48-text-25">
            <a:extLst xmlns:a="http://schemas.openxmlformats.org/drawingml/2006/main">
              <a:ext uri="{FF2B5EF4-FFF2-40B4-BE49-F238E27FC236}">
                <a16:creationId xmlns:a16="http://schemas.microsoft.com/office/drawing/2014/main" id="{AD51BD71-C608-4065-8831-A76B63F2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講者提出的能力診斷框架，不作組織排名，也不按日曆自動晉級。</a:t>
            </a:r>
          </a:p>
        </p:txBody>
      </p:sp>
      <p:sp>
        <p:nvSpPr>
          <p:cNvPr id="26" name="slide-48-text-26">
            <a:extLst xmlns:a="http://schemas.openxmlformats.org/drawingml/2006/main">
              <a:ext uri="{FF2B5EF4-FFF2-40B4-BE49-F238E27FC236}">
                <a16:creationId xmlns:a16="http://schemas.microsoft.com/office/drawing/2014/main" id="{B84B337D-61FD-4A4E-AA9C-CB5D086F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48 / 66</a:t>
            </a:r>
          </a:p>
        </p:txBody>
      </p:sp>
    </p:spTree>
    <p:extLst>
      <p:ext uri="{BB962C8B-B14F-4D97-AF65-F5344CB8AC3E}">
        <p14:creationId xmlns:p14="http://schemas.microsoft.com/office/powerpoint/2010/main" val="127495165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49-text-1">
            <a:extLst xmlns:a="http://schemas.openxmlformats.org/drawingml/2006/main">
              <a:ext uri="{FF2B5EF4-FFF2-40B4-BE49-F238E27FC236}">
                <a16:creationId xmlns:a16="http://schemas.microsoft.com/office/drawing/2014/main" id="{E6D150B2-D4BA-4F6B-880C-8792D3E2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五級框架的用法</a:t>
            </a:r>
          </a:p>
        </p:txBody>
      </p:sp>
      <p:sp>
        <p:nvSpPr>
          <p:cNvPr id="2" name="slide-49-text-2">
            <a:extLst xmlns:a="http://schemas.openxmlformats.org/drawingml/2006/main">
              <a:ext uri="{FF2B5EF4-FFF2-40B4-BE49-F238E27FC236}">
                <a16:creationId xmlns:a16="http://schemas.microsoft.com/office/drawing/2014/main" id="{257C2858-0C5D-4DED-82F1-5CAFF39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這條導讀工作流，證據還缺在哪裏？</a:t>
            </a:r>
          </a:p>
        </p:txBody>
      </p:sp>
      <p:sp>
        <p:nvSpPr>
          <p:cNvPr id="3" name="slide-49-line-3">
            <a:extLst xmlns:a="http://schemas.openxmlformats.org/drawingml/2006/main">
              <a:ext uri="{FF2B5EF4-FFF2-40B4-BE49-F238E27FC236}">
                <a16:creationId xmlns:a16="http://schemas.microsoft.com/office/drawing/2014/main" id="{DF5B33E3-E29E-4AC9-B21B-780D109F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9-text-4">
            <a:extLst xmlns:a="http://schemas.openxmlformats.org/drawingml/2006/main">
              <a:ext uri="{FF2B5EF4-FFF2-40B4-BE49-F238E27FC236}">
                <a16:creationId xmlns:a16="http://schemas.microsoft.com/office/drawing/2014/main" id="{05DFF5B0-2E8C-45B8-8F56-42141E0A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49-text-5">
            <a:extLst xmlns:a="http://schemas.openxmlformats.org/drawingml/2006/main">
              <a:ext uri="{FF2B5EF4-FFF2-40B4-BE49-F238E27FC236}">
                <a16:creationId xmlns:a16="http://schemas.microsoft.com/office/drawing/2014/main" id="{E8793CA6-CB6E-4650-BA6F-6F700D23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已有證據</a:t>
            </a:r>
          </a:p>
        </p:txBody>
      </p:sp>
      <p:sp>
        <p:nvSpPr>
          <p:cNvPr id="6" name="slide-49-text-6">
            <a:extLst xmlns:a="http://schemas.openxmlformats.org/drawingml/2006/main">
              <a:ext uri="{FF2B5EF4-FFF2-40B4-BE49-F238E27FC236}">
                <a16:creationId xmlns:a16="http://schemas.microsoft.com/office/drawing/2014/main" id="{082C69EE-09B5-4A5D-8321-2FAA20BD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9875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方法可重用，未批准的操作會被阻止</a:t>
            </a:r>
          </a:p>
        </p:txBody>
      </p:sp>
      <p:sp>
        <p:nvSpPr>
          <p:cNvPr id="7" name="slide-49-line-7">
            <a:extLst xmlns:a="http://schemas.openxmlformats.org/drawingml/2006/main">
              <a:ext uri="{FF2B5EF4-FFF2-40B4-BE49-F238E27FC236}">
                <a16:creationId xmlns:a16="http://schemas.microsoft.com/office/drawing/2014/main" id="{A3AC7084-B65F-4085-ACF8-5B8275FA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49-text-8">
            <a:extLst xmlns:a="http://schemas.openxmlformats.org/drawingml/2006/main">
              <a:ext uri="{FF2B5EF4-FFF2-40B4-BE49-F238E27FC236}">
                <a16:creationId xmlns:a16="http://schemas.microsoft.com/office/drawing/2014/main" id="{EEA04CEC-E399-415A-8266-D620A98B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仍有缺口</a:t>
            </a:r>
          </a:p>
        </p:txBody>
      </p:sp>
      <p:sp>
        <p:nvSpPr>
          <p:cNvPr id="9" name="slide-49-text-9">
            <a:extLst xmlns:a="http://schemas.openxmlformats.org/drawingml/2006/main">
              <a:ext uri="{FF2B5EF4-FFF2-40B4-BE49-F238E27FC236}">
                <a16:creationId xmlns:a16="http://schemas.microsoft.com/office/drawing/2014/main" id="{125BB52C-D1EA-4EC8-A9C3-55972F3B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95725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哪版已審查？三個角色仍靠聊天追問</a:t>
            </a:r>
          </a:p>
        </p:txBody>
      </p:sp>
      <p:sp>
        <p:nvSpPr>
          <p:cNvPr id="10" name="slide-49-line-10">
            <a:extLst xmlns:a="http://schemas.openxmlformats.org/drawingml/2006/main">
              <a:ext uri="{FF2B5EF4-FFF2-40B4-BE49-F238E27FC236}">
                <a16:creationId xmlns:a16="http://schemas.microsoft.com/office/drawing/2014/main" id="{64E8522F-1C3D-4691-8A71-FF13F3AC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49-text-11">
            <a:extLst xmlns:a="http://schemas.openxmlformats.org/drawingml/2006/main">
              <a:ext uri="{FF2B5EF4-FFF2-40B4-BE49-F238E27FC236}">
                <a16:creationId xmlns:a16="http://schemas.microsoft.com/office/drawing/2014/main" id="{7A25F568-59EB-4BBB-868F-6AEB9728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下一步</a:t>
            </a:r>
          </a:p>
        </p:txBody>
      </p:sp>
      <p:sp>
        <p:nvSpPr>
          <p:cNvPr id="12" name="slide-49-text-12">
            <a:extLst xmlns:a="http://schemas.openxmlformats.org/drawingml/2006/main">
              <a:ext uri="{FF2B5EF4-FFF2-40B4-BE49-F238E27FC236}">
                <a16:creationId xmlns:a16="http://schemas.microsoft.com/office/drawing/2014/main" id="{40066D04-E785-4EA7-80F7-0EBF2E7A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81575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記錄版本與批准關係，交另一組核對</a:t>
            </a:r>
          </a:p>
        </p:txBody>
      </p:sp>
      <p:sp>
        <p:nvSpPr>
          <p:cNvPr id="13" name="slide-49-line-13">
            <a:extLst xmlns:a="http://schemas.openxmlformats.org/drawingml/2006/main">
              <a:ext uri="{FF2B5EF4-FFF2-40B4-BE49-F238E27FC236}">
                <a16:creationId xmlns:a16="http://schemas.microsoft.com/office/drawing/2014/main" id="{724B90BC-ECE9-4C64-9085-E7D96CFD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49-text-14">
            <a:extLst xmlns:a="http://schemas.openxmlformats.org/drawingml/2006/main">
              <a:ext uri="{FF2B5EF4-FFF2-40B4-BE49-F238E27FC236}">
                <a16:creationId xmlns:a16="http://schemas.microsoft.com/office/drawing/2014/main" id="{DC5719DE-947F-4C12-A1C8-5A0BC5DA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構擬診斷。保留教師專業審查，不表示能力層次較低。</a:t>
            </a:r>
          </a:p>
        </p:txBody>
      </p:sp>
      <p:sp>
        <p:nvSpPr>
          <p:cNvPr id="15" name="slide-49-text-15">
            <a:extLst xmlns:a="http://schemas.openxmlformats.org/drawingml/2006/main">
              <a:ext uri="{FF2B5EF4-FFF2-40B4-BE49-F238E27FC236}">
                <a16:creationId xmlns:a16="http://schemas.microsoft.com/office/drawing/2014/main" id="{2710E14A-7262-4DD5-8633-B4097885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49 / 66</a:t>
            </a:r>
          </a:p>
        </p:txBody>
      </p:sp>
    </p:spTree>
    <p:extLst>
      <p:ext uri="{BB962C8B-B14F-4D97-AF65-F5344CB8AC3E}">
        <p14:creationId xmlns:p14="http://schemas.microsoft.com/office/powerpoint/2010/main" val="129357486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50-text-1">
            <a:extLst xmlns:a="http://schemas.openxmlformats.org/drawingml/2006/main">
              <a:ext uri="{FF2B5EF4-FFF2-40B4-BE49-F238E27FC236}">
                <a16:creationId xmlns:a16="http://schemas.microsoft.com/office/drawing/2014/main" id="{C387C64E-39BA-4C56-93A1-E1EE472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六類人類責任</a:t>
            </a:r>
          </a:p>
        </p:txBody>
      </p:sp>
      <p:sp>
        <p:nvSpPr>
          <p:cNvPr id="2" name="slide-50-text-2">
            <a:extLst xmlns:a="http://schemas.openxmlformats.org/drawingml/2006/main">
              <a:ext uri="{FF2B5EF4-FFF2-40B4-BE49-F238E27FC236}">
                <a16:creationId xmlns:a16="http://schemas.microsoft.com/office/drawing/2014/main" id="{EC2103A5-D3AB-4A7E-A217-061CCCB4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人的工作重點：六類責任</a:t>
            </a:r>
          </a:p>
        </p:txBody>
      </p:sp>
      <p:sp>
        <p:nvSpPr>
          <p:cNvPr id="3" name="slide-50-line-3">
            <a:extLst xmlns:a="http://schemas.openxmlformats.org/drawingml/2006/main">
              <a:ext uri="{FF2B5EF4-FFF2-40B4-BE49-F238E27FC236}">
                <a16:creationId xmlns:a16="http://schemas.microsoft.com/office/drawing/2014/main" id="{65B9D99C-69C0-4ED4-B262-C7C7B55F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0-text-4">
            <a:extLst xmlns:a="http://schemas.openxmlformats.org/drawingml/2006/main">
              <a:ext uri="{FF2B5EF4-FFF2-40B4-BE49-F238E27FC236}">
                <a16:creationId xmlns:a16="http://schemas.microsoft.com/office/drawing/2014/main" id="{40662D36-8490-44D7-9398-08123554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0-text-5">
            <a:extLst xmlns:a="http://schemas.openxmlformats.org/drawingml/2006/main">
              <a:ext uri="{FF2B5EF4-FFF2-40B4-BE49-F238E27FC236}">
                <a16:creationId xmlns:a16="http://schemas.microsoft.com/office/drawing/2014/main" id="{81D59704-4DEB-46C5-A4AE-1B55F43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50-text-6">
            <a:extLst xmlns:a="http://schemas.openxmlformats.org/drawingml/2006/main">
              <a:ext uri="{FF2B5EF4-FFF2-40B4-BE49-F238E27FC236}">
                <a16:creationId xmlns:a16="http://schemas.microsoft.com/office/drawing/2014/main" id="{0A1BFE10-E032-4ADE-BB42-D862D98E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59080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目標定義</a:t>
            </a:r>
          </a:p>
        </p:txBody>
      </p:sp>
      <p:sp>
        <p:nvSpPr>
          <p:cNvPr id="7" name="slide-50-text-7">
            <a:extLst xmlns:a="http://schemas.openxmlformats.org/drawingml/2006/main">
              <a:ext uri="{FF2B5EF4-FFF2-40B4-BE49-F238E27FC236}">
                <a16:creationId xmlns:a16="http://schemas.microsoft.com/office/drawing/2014/main" id="{A21C4A6F-EF08-4BAF-8EAB-B067006D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9562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成功、非目標與停止條件</a:t>
            </a:r>
          </a:p>
        </p:txBody>
      </p:sp>
      <p:sp>
        <p:nvSpPr>
          <p:cNvPr id="8" name="slide-50-line-8">
            <a:extLst xmlns:a="http://schemas.openxmlformats.org/drawingml/2006/main">
              <a:ext uri="{FF2B5EF4-FFF2-40B4-BE49-F238E27FC236}">
                <a16:creationId xmlns:a16="http://schemas.microsoft.com/office/drawing/2014/main" id="{CA0558F3-D17F-4952-A524-12ECEAC1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9" name="slide-50-text-9">
            <a:extLst xmlns:a="http://schemas.openxmlformats.org/drawingml/2006/main">
              <a:ext uri="{FF2B5EF4-FFF2-40B4-BE49-F238E27FC236}">
                <a16:creationId xmlns:a16="http://schemas.microsoft.com/office/drawing/2014/main" id="{44480C3E-79A9-477A-A49F-BF3C71C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slide-50-text-10">
            <a:extLst xmlns:a="http://schemas.openxmlformats.org/drawingml/2006/main">
              <a:ext uri="{FF2B5EF4-FFF2-40B4-BE49-F238E27FC236}">
                <a16:creationId xmlns:a16="http://schemas.microsoft.com/office/drawing/2014/main" id="{7F69813C-36FD-4C5F-A0F4-FFBC4678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59080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證據判斷</a:t>
            </a:r>
          </a:p>
        </p:txBody>
      </p:sp>
      <p:sp>
        <p:nvSpPr>
          <p:cNvPr id="11" name="slide-50-text-11">
            <a:extLst xmlns:a="http://schemas.openxmlformats.org/drawingml/2006/main">
              <a:ext uri="{FF2B5EF4-FFF2-40B4-BE49-F238E27FC236}">
                <a16:creationId xmlns:a16="http://schemas.microsoft.com/office/drawing/2014/main" id="{D648186B-FC5C-4E95-B739-5DCE99D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09562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來源、反例與標準</a:t>
            </a:r>
          </a:p>
        </p:txBody>
      </p:sp>
      <p:sp>
        <p:nvSpPr>
          <p:cNvPr id="12" name="slide-50-line-12">
            <a:extLst xmlns:a="http://schemas.openxmlformats.org/drawingml/2006/main">
              <a:ext uri="{FF2B5EF4-FFF2-40B4-BE49-F238E27FC236}">
                <a16:creationId xmlns:a16="http://schemas.microsoft.com/office/drawing/2014/main" id="{F4C68EF6-3991-4DB6-A9B8-1570AD54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045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3" name="slide-50-text-13">
            <a:extLst xmlns:a="http://schemas.openxmlformats.org/drawingml/2006/main">
              <a:ext uri="{FF2B5EF4-FFF2-40B4-BE49-F238E27FC236}">
                <a16:creationId xmlns:a16="http://schemas.microsoft.com/office/drawing/2014/main" id="{99653BD6-B180-426D-88DF-062A5A67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4" name="slide-50-text-14">
            <a:extLst xmlns:a="http://schemas.openxmlformats.org/drawingml/2006/main">
              <a:ext uri="{FF2B5EF4-FFF2-40B4-BE49-F238E27FC236}">
                <a16:creationId xmlns:a16="http://schemas.microsoft.com/office/drawing/2014/main" id="{443EFB1E-564A-4263-B6AC-337FDFF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6715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委託設計</a:t>
            </a:r>
          </a:p>
        </p:txBody>
      </p:sp>
      <p:sp>
        <p:nvSpPr>
          <p:cNvPr id="15" name="slide-50-text-15">
            <a:extLst xmlns:a="http://schemas.openxmlformats.org/drawingml/2006/main">
              <a:ext uri="{FF2B5EF4-FFF2-40B4-BE49-F238E27FC236}">
                <a16:creationId xmlns:a16="http://schemas.microsoft.com/office/drawing/2014/main" id="{F3965851-D55A-414A-B5B9-5431B2D0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7197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依賴、權限與檢查</a:t>
            </a:r>
          </a:p>
        </p:txBody>
      </p:sp>
      <p:sp>
        <p:nvSpPr>
          <p:cNvPr id="16" name="slide-50-line-16">
            <a:extLst xmlns:a="http://schemas.openxmlformats.org/drawingml/2006/main">
              <a:ext uri="{FF2B5EF4-FFF2-40B4-BE49-F238E27FC236}">
                <a16:creationId xmlns:a16="http://schemas.microsoft.com/office/drawing/2014/main" id="{D76CF7DE-25D4-4434-87F0-4FAA7D0C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50-text-17">
            <a:extLst xmlns:a="http://schemas.openxmlformats.org/drawingml/2006/main">
              <a:ext uri="{FF2B5EF4-FFF2-40B4-BE49-F238E27FC236}">
                <a16:creationId xmlns:a16="http://schemas.microsoft.com/office/drawing/2014/main" id="{71396F44-F5B2-499E-8BF8-892E2871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6715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18" name="slide-50-text-18">
            <a:extLst xmlns:a="http://schemas.openxmlformats.org/drawingml/2006/main">
              <a:ext uri="{FF2B5EF4-FFF2-40B4-BE49-F238E27FC236}">
                <a16:creationId xmlns:a16="http://schemas.microsoft.com/office/drawing/2014/main" id="{2F76C969-743D-42F2-B042-DED68EA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86715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例外處理</a:t>
            </a:r>
          </a:p>
        </p:txBody>
      </p:sp>
      <p:sp>
        <p:nvSpPr>
          <p:cNvPr id="19" name="slide-50-text-19">
            <a:extLst xmlns:a="http://schemas.openxmlformats.org/drawingml/2006/main">
              <a:ext uri="{FF2B5EF4-FFF2-40B4-BE49-F238E27FC236}">
                <a16:creationId xmlns:a16="http://schemas.microsoft.com/office/drawing/2014/main" id="{C0A4A979-9FEC-4A9F-814E-0F5DE968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37197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衝突、接管與恢復</a:t>
            </a:r>
          </a:p>
        </p:txBody>
      </p:sp>
      <p:sp>
        <p:nvSpPr>
          <p:cNvPr id="20" name="slide-50-line-20">
            <a:extLst xmlns:a="http://schemas.openxmlformats.org/drawingml/2006/main">
              <a:ext uri="{FF2B5EF4-FFF2-40B4-BE49-F238E27FC236}">
                <a16:creationId xmlns:a16="http://schemas.microsoft.com/office/drawing/2014/main" id="{16F644F3-16FA-45D0-BCAC-85FE8C36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7680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21" name="slide-50-text-21">
            <a:extLst xmlns:a="http://schemas.openxmlformats.org/drawingml/2006/main">
              <a:ext uri="{FF2B5EF4-FFF2-40B4-BE49-F238E27FC236}">
                <a16:creationId xmlns:a16="http://schemas.microsoft.com/office/drawing/2014/main" id="{C4F6BCCC-2B71-45CF-B32F-0DC5D77F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2" name="slide-50-text-22">
            <a:extLst xmlns:a="http://schemas.openxmlformats.org/drawingml/2006/main">
              <a:ext uri="{FF2B5EF4-FFF2-40B4-BE49-F238E27FC236}">
                <a16:creationId xmlns:a16="http://schemas.microsoft.com/office/drawing/2014/main" id="{3A162570-5C05-463A-83E9-1D07FD1E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4350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結果責任</a:t>
            </a:r>
          </a:p>
        </p:txBody>
      </p:sp>
      <p:sp>
        <p:nvSpPr>
          <p:cNvPr id="23" name="slide-50-text-23">
            <a:extLst xmlns:a="http://schemas.openxmlformats.org/drawingml/2006/main">
              <a:ext uri="{FF2B5EF4-FFF2-40B4-BE49-F238E27FC236}">
                <a16:creationId xmlns:a16="http://schemas.microsoft.com/office/drawing/2014/main" id="{A2481FAD-82E0-486E-A2D8-2C42223D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64832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驗收、觀察與撤回</a:t>
            </a:r>
          </a:p>
        </p:txBody>
      </p:sp>
      <p:sp>
        <p:nvSpPr>
          <p:cNvPr id="24" name="slide-50-line-24">
            <a:extLst xmlns:a="http://schemas.openxmlformats.org/drawingml/2006/main">
              <a:ext uri="{FF2B5EF4-FFF2-40B4-BE49-F238E27FC236}">
                <a16:creationId xmlns:a16="http://schemas.microsoft.com/office/drawing/2014/main" id="{C0B1390D-0ED8-478D-8164-3C6A33E1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25" name="slide-50-text-25">
            <a:extLst xmlns:a="http://schemas.openxmlformats.org/drawingml/2006/main">
              <a:ext uri="{FF2B5EF4-FFF2-40B4-BE49-F238E27FC236}">
                <a16:creationId xmlns:a16="http://schemas.microsoft.com/office/drawing/2014/main" id="{11C6B972-348E-4FA3-9219-7319A835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4350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26" name="slide-50-text-26">
            <a:extLst xmlns:a="http://schemas.openxmlformats.org/drawingml/2006/main">
              <a:ext uri="{FF2B5EF4-FFF2-40B4-BE49-F238E27FC236}">
                <a16:creationId xmlns:a16="http://schemas.microsoft.com/office/drawing/2014/main" id="{D10C939F-A276-4EB7-AB93-69F03681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14350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學習與演進</a:t>
            </a:r>
          </a:p>
        </p:txBody>
      </p:sp>
      <p:sp>
        <p:nvSpPr>
          <p:cNvPr id="27" name="slide-50-text-27">
            <a:extLst xmlns:a="http://schemas.openxmlformats.org/drawingml/2006/main">
              <a:ext uri="{FF2B5EF4-FFF2-40B4-BE49-F238E27FC236}">
                <a16:creationId xmlns:a16="http://schemas.microsoft.com/office/drawing/2014/main" id="{39D60600-2DC7-4A19-97AE-EE32B27F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64832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修正方法與評估版本</a:t>
            </a:r>
          </a:p>
        </p:txBody>
      </p:sp>
      <p:sp>
        <p:nvSpPr>
          <p:cNvPr id="28" name="slide-50-line-28">
            <a:extLst xmlns:a="http://schemas.openxmlformats.org/drawingml/2006/main">
              <a:ext uri="{FF2B5EF4-FFF2-40B4-BE49-F238E27FC236}">
                <a16:creationId xmlns:a16="http://schemas.microsoft.com/office/drawing/2014/main" id="{1263B3BF-A48B-4BB2-8600-4ACCF8F2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15315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29" name="slide-50-text-29">
            <a:extLst xmlns:a="http://schemas.openxmlformats.org/drawingml/2006/main">
              <a:ext uri="{FF2B5EF4-FFF2-40B4-BE49-F238E27FC236}">
                <a16:creationId xmlns:a16="http://schemas.microsoft.com/office/drawing/2014/main" id="{9D9544CF-C5D4-491A-A673-9FACD47A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六類責任不是六個職位。責任應與專業、授權及支援相稱。</a:t>
            </a:r>
          </a:p>
        </p:txBody>
      </p:sp>
      <p:sp>
        <p:nvSpPr>
          <p:cNvPr id="30" name="slide-50-text-30">
            <a:extLst xmlns:a="http://schemas.openxmlformats.org/drawingml/2006/main">
              <a:ext uri="{FF2B5EF4-FFF2-40B4-BE49-F238E27FC236}">
                <a16:creationId xmlns:a16="http://schemas.microsoft.com/office/drawing/2014/main" id="{1A88E903-778A-4663-BD2E-8D69A65D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50 / 66</a:t>
            </a:r>
          </a:p>
        </p:txBody>
      </p:sp>
    </p:spTree>
    <p:extLst>
      <p:ext uri="{BB962C8B-B14F-4D97-AF65-F5344CB8AC3E}">
        <p14:creationId xmlns:p14="http://schemas.microsoft.com/office/powerpoint/2010/main" val="1438542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51-text-1">
            <a:extLst xmlns:a="http://schemas.openxmlformats.org/drawingml/2006/main">
              <a:ext uri="{FF2B5EF4-FFF2-40B4-BE49-F238E27FC236}">
                <a16:creationId xmlns:a16="http://schemas.microsoft.com/office/drawing/2014/main" id="{FBDFBACA-F8D3-41C4-B0BC-F8D3EA17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責任落到同一案例</a:t>
            </a:r>
          </a:p>
        </p:txBody>
      </p:sp>
      <p:sp>
        <p:nvSpPr>
          <p:cNvPr id="2" name="slide-51-text-2">
            <a:extLst xmlns:a="http://schemas.openxmlformats.org/drawingml/2006/main">
              <a:ext uri="{FF2B5EF4-FFF2-40B4-BE49-F238E27FC236}">
                <a16:creationId xmlns:a16="http://schemas.microsoft.com/office/drawing/2014/main" id="{98B5CF17-50AE-4663-8638-E249D699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同一處錯誤，三個角色分別做甚麼？</a:t>
            </a:r>
          </a:p>
        </p:txBody>
      </p:sp>
      <p:sp>
        <p:nvSpPr>
          <p:cNvPr id="3" name="slide-51-line-3">
            <a:extLst xmlns:a="http://schemas.openxmlformats.org/drawingml/2006/main">
              <a:ext uri="{FF2B5EF4-FFF2-40B4-BE49-F238E27FC236}">
                <a16:creationId xmlns:a16="http://schemas.microsoft.com/office/drawing/2014/main" id="{2D6DB541-F93E-497C-A90A-C03213D5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51-text-4">
            <a:extLst xmlns:a="http://schemas.openxmlformats.org/drawingml/2006/main">
              <a:ext uri="{FF2B5EF4-FFF2-40B4-BE49-F238E27FC236}">
                <a16:creationId xmlns:a16="http://schemas.microsoft.com/office/drawing/2014/main" id="{CE8A03C1-3015-4A77-90DD-82DDD74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1-text-5">
            <a:extLst xmlns:a="http://schemas.openxmlformats.org/drawingml/2006/main">
              <a:ext uri="{FF2B5EF4-FFF2-40B4-BE49-F238E27FC236}">
                <a16:creationId xmlns:a16="http://schemas.microsoft.com/office/drawing/2014/main" id="{90440D12-BD23-49CB-85C1-614D4967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內容</a:t>
            </a:r>
          </a:p>
        </p:txBody>
      </p:sp>
      <p:sp>
        <p:nvSpPr>
          <p:cNvPr id="6" name="slide-51-text-6">
            <a:extLst xmlns:a="http://schemas.openxmlformats.org/drawingml/2006/main">
              <a:ext uri="{FF2B5EF4-FFF2-40B4-BE49-F238E27FC236}">
                <a16:creationId xmlns:a16="http://schemas.microsoft.com/office/drawing/2014/main" id="{1CDFAC6A-6C09-427A-8181-E6CAB19A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核對第 2 題與教師說明，修正無依據處</a:t>
            </a:r>
          </a:p>
        </p:txBody>
      </p:sp>
      <p:sp>
        <p:nvSpPr>
          <p:cNvPr id="7" name="slide-51-line-7">
            <a:extLst xmlns:a="http://schemas.openxmlformats.org/drawingml/2006/main">
              <a:ext uri="{FF2B5EF4-FFF2-40B4-BE49-F238E27FC236}">
                <a16:creationId xmlns:a16="http://schemas.microsoft.com/office/drawing/2014/main" id="{B79C781D-E719-4369-A295-228B5F92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51-text-8">
            <a:extLst xmlns:a="http://schemas.openxmlformats.org/drawingml/2006/main">
              <a:ext uri="{FF2B5EF4-FFF2-40B4-BE49-F238E27FC236}">
                <a16:creationId xmlns:a16="http://schemas.microsoft.com/office/drawing/2014/main" id="{D108A74A-0D70-4AEB-BFEC-32E76E02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研發</a:t>
            </a:r>
          </a:p>
        </p:txBody>
      </p:sp>
      <p:sp>
        <p:nvSpPr>
          <p:cNvPr id="9" name="slide-51-text-9">
            <a:extLst xmlns:a="http://schemas.openxmlformats.org/drawingml/2006/main">
              <a:ext uri="{FF2B5EF4-FFF2-40B4-BE49-F238E27FC236}">
                <a16:creationId xmlns:a16="http://schemas.microsoft.com/office/drawing/2014/main" id="{6013F537-08AF-48AC-B554-3493E421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76675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阻止錯誤版流轉，核對修正版與權限</a:t>
            </a:r>
          </a:p>
        </p:txBody>
      </p:sp>
      <p:sp>
        <p:nvSpPr>
          <p:cNvPr id="10" name="slide-51-line-10">
            <a:extLst xmlns:a="http://schemas.openxmlformats.org/drawingml/2006/main">
              <a:ext uri="{FF2B5EF4-FFF2-40B4-BE49-F238E27FC236}">
                <a16:creationId xmlns:a16="http://schemas.microsoft.com/office/drawing/2014/main" id="{8E56507D-95E1-4CE4-97C9-D57EDE86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51-text-11">
            <a:extLst xmlns:a="http://schemas.openxmlformats.org/drawingml/2006/main">
              <a:ext uri="{FF2B5EF4-FFF2-40B4-BE49-F238E27FC236}">
                <a16:creationId xmlns:a16="http://schemas.microsoft.com/office/drawing/2014/main" id="{758395C7-36F6-45F2-8BCE-66930144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產品</a:t>
            </a:r>
          </a:p>
        </p:txBody>
      </p:sp>
      <p:sp>
        <p:nvSpPr>
          <p:cNvPr id="12" name="slide-51-text-12">
            <a:extLst xmlns:a="http://schemas.openxmlformats.org/drawingml/2006/main">
              <a:ext uri="{FF2B5EF4-FFF2-40B4-BE49-F238E27FC236}">
                <a16:creationId xmlns:a16="http://schemas.microsoft.com/office/drawing/2014/main" id="{4B0AAC87-26C9-4ABE-9AB8-E2BD10C4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720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查明誰已收到，決定通知與重新驗收</a:t>
            </a:r>
          </a:p>
        </p:txBody>
      </p:sp>
      <p:sp>
        <p:nvSpPr>
          <p:cNvPr id="13" name="slide-51-line-13">
            <a:extLst xmlns:a="http://schemas.openxmlformats.org/drawingml/2006/main">
              <a:ext uri="{FF2B5EF4-FFF2-40B4-BE49-F238E27FC236}">
                <a16:creationId xmlns:a16="http://schemas.microsoft.com/office/drawing/2014/main" id="{7B4E12EA-88FC-4C39-9306-A6800F29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51-text-14">
            <a:extLst xmlns:a="http://schemas.openxmlformats.org/drawingml/2006/main">
              <a:ext uri="{FF2B5EF4-FFF2-40B4-BE49-F238E27FC236}">
                <a16:creationId xmlns:a16="http://schemas.microsoft.com/office/drawing/2014/main" id="{5427AA67-97DD-4A09-940B-A50C0271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構擬處置。專業角色分工，但必須核對同一次修訂的結果。</a:t>
            </a:r>
          </a:p>
        </p:txBody>
      </p:sp>
      <p:sp>
        <p:nvSpPr>
          <p:cNvPr id="15" name="slide-51-text-15">
            <a:extLst xmlns:a="http://schemas.openxmlformats.org/drawingml/2006/main">
              <a:ext uri="{FF2B5EF4-FFF2-40B4-BE49-F238E27FC236}">
                <a16:creationId xmlns:a16="http://schemas.microsoft.com/office/drawing/2014/main" id="{0E378952-75C5-456F-93AB-7CB3C1D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51 / 66</a:t>
            </a:r>
          </a:p>
        </p:txBody>
      </p:sp>
    </p:spTree>
    <p:extLst>
      <p:ext uri="{BB962C8B-B14F-4D97-AF65-F5344CB8AC3E}">
        <p14:creationId xmlns:p14="http://schemas.microsoft.com/office/powerpoint/2010/main" val="46911402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2-text-1">
            <a:extLst xmlns:a="http://schemas.openxmlformats.org/drawingml/2006/main">
              <a:ext uri="{FF2B5EF4-FFF2-40B4-BE49-F238E27FC236}">
                <a16:creationId xmlns:a16="http://schemas.microsoft.com/office/drawing/2014/main" id="{2799F784-53B0-4167-8545-D722F0EC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衡量方式</a:t>
            </a:r>
          </a:p>
        </p:txBody>
      </p:sp>
      <p:sp>
        <p:nvSpPr>
          <p:cNvPr id="2" name="slide-52-text-2">
            <a:extLst xmlns:a="http://schemas.openxmlformats.org/drawingml/2006/main">
              <a:ext uri="{FF2B5EF4-FFF2-40B4-BE49-F238E27FC236}">
                <a16:creationId xmlns:a16="http://schemas.microsoft.com/office/drawing/2014/main" id="{E9A50F35-0275-40BE-9F85-943CC735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衡量結果，也衡量人的負擔</a:t>
            </a:r>
          </a:p>
        </p:txBody>
      </p:sp>
      <p:sp>
        <p:nvSpPr>
          <p:cNvPr id="3" name="slide-52-line-3">
            <a:extLst xmlns:a="http://schemas.openxmlformats.org/drawingml/2006/main">
              <a:ext uri="{FF2B5EF4-FFF2-40B4-BE49-F238E27FC236}">
                <a16:creationId xmlns:a16="http://schemas.microsoft.com/office/drawing/2014/main" id="{AC572C9B-342E-4300-848B-9099E9D9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2-text-4">
            <a:extLst xmlns:a="http://schemas.openxmlformats.org/drawingml/2006/main">
              <a:ext uri="{FF2B5EF4-FFF2-40B4-BE49-F238E27FC236}">
                <a16:creationId xmlns:a16="http://schemas.microsoft.com/office/drawing/2014/main" id="{EF4F756B-0148-4422-9664-9D4FB552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2-text-5">
            <a:extLst xmlns:a="http://schemas.openxmlformats.org/drawingml/2006/main">
              <a:ext uri="{FF2B5EF4-FFF2-40B4-BE49-F238E27FC236}">
                <a16:creationId xmlns:a16="http://schemas.microsoft.com/office/drawing/2014/main" id="{74241B0B-8CB0-4A6A-8B9D-6A21DEB7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2039600" cy="544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每項被接受成果的平均成本</a:t>
            </a:r>
          </a:p>
        </p:txBody>
      </p:sp>
      <p:sp>
        <p:nvSpPr>
          <p:cNvPr id="6" name="slide-52-text-6">
            <a:extLst xmlns:a="http://schemas.openxmlformats.org/drawingml/2006/main">
              <a:ext uri="{FF2B5EF4-FFF2-40B4-BE49-F238E27FC236}">
                <a16:creationId xmlns:a16="http://schemas.microsoft.com/office/drawing/2014/main" id="{70C4C176-08D8-470F-8D82-D734D16B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2039600" cy="47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模型與工具費用 ＋ 人工投入（含複核及返工）</a:t>
            </a:r>
          </a:p>
        </p:txBody>
      </p:sp>
      <p:sp>
        <p:nvSpPr>
          <p:cNvPr id="7" name="slide-52-line-7">
            <a:extLst xmlns:a="http://schemas.openxmlformats.org/drawingml/2006/main">
              <a:ext uri="{FF2B5EF4-FFF2-40B4-BE49-F238E27FC236}">
                <a16:creationId xmlns:a16="http://schemas.microsoft.com/office/drawing/2014/main" id="{E4984FEC-A3B0-4DE2-8DF0-8DBD25A1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8" name="slide-52-text-8">
            <a:extLst xmlns:a="http://schemas.openxmlformats.org/drawingml/2006/main">
              <a:ext uri="{FF2B5EF4-FFF2-40B4-BE49-F238E27FC236}">
                <a16:creationId xmlns:a16="http://schemas.microsoft.com/office/drawing/2014/main" id="{D4791C06-4207-4370-942C-76818B07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20396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6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通過同一驗收標準的成果數</a:t>
            </a:r>
          </a:p>
        </p:txBody>
      </p:sp>
      <p:sp>
        <p:nvSpPr>
          <p:cNvPr id="9" name="slide-52-text-9">
            <a:extLst xmlns:a="http://schemas.openxmlformats.org/drawingml/2006/main">
              <a:ext uri="{FF2B5EF4-FFF2-40B4-BE49-F238E27FC236}">
                <a16:creationId xmlns:a16="http://schemas.microsoft.com/office/drawing/2014/main" id="{1A71578A-81C1-4426-97E3-7B35E3D9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成本只是其中一項；採用、缺陷與恢復須另看，不能互相抵銷。</a:t>
            </a:r>
          </a:p>
        </p:txBody>
      </p:sp>
      <p:sp>
        <p:nvSpPr>
          <p:cNvPr id="10" name="slide-52-text-10">
            <a:extLst xmlns:a="http://schemas.openxmlformats.org/drawingml/2006/main">
              <a:ext uri="{FF2B5EF4-FFF2-40B4-BE49-F238E27FC236}">
                <a16:creationId xmlns:a16="http://schemas.microsoft.com/office/drawing/2014/main" id="{74B916CB-FC40-46CF-9545-945BFC45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52 / 66</a:t>
            </a:r>
          </a:p>
        </p:txBody>
      </p:sp>
    </p:spTree>
    <p:extLst>
      <p:ext uri="{BB962C8B-B14F-4D97-AF65-F5344CB8AC3E}">
        <p14:creationId xmlns:p14="http://schemas.microsoft.com/office/powerpoint/2010/main" val="77391908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53-text-1">
            <a:extLst xmlns:a="http://schemas.openxmlformats.org/drawingml/2006/main">
              <a:ext uri="{FF2B5EF4-FFF2-40B4-BE49-F238E27FC236}">
                <a16:creationId xmlns:a16="http://schemas.microsoft.com/office/drawing/2014/main" id="{2F488E1A-3B86-49CC-9EAD-7BA10F28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評估與反例</a:t>
            </a:r>
          </a:p>
        </p:txBody>
      </p:sp>
      <p:sp>
        <p:nvSpPr>
          <p:cNvPr id="2" name="slide-53-text-2">
            <a:extLst xmlns:a="http://schemas.openxmlformats.org/drawingml/2006/main">
              <a:ext uri="{FF2B5EF4-FFF2-40B4-BE49-F238E27FC236}">
                <a16:creationId xmlns:a16="http://schemas.microsoft.com/office/drawing/2014/main" id="{1DD2B07B-2FB5-4335-806F-018F9B7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檢查機制也需要被檢查</a:t>
            </a:r>
          </a:p>
        </p:txBody>
      </p:sp>
      <p:sp>
        <p:nvSpPr>
          <p:cNvPr id="3" name="slide-53-line-3">
            <a:extLst xmlns:a="http://schemas.openxmlformats.org/drawingml/2006/main">
              <a:ext uri="{FF2B5EF4-FFF2-40B4-BE49-F238E27FC236}">
                <a16:creationId xmlns:a16="http://schemas.microsoft.com/office/drawing/2014/main" id="{32D1616F-CA84-4C4E-945E-EFD2CB1C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53-text-4">
            <a:extLst xmlns:a="http://schemas.openxmlformats.org/drawingml/2006/main">
              <a:ext uri="{FF2B5EF4-FFF2-40B4-BE49-F238E27FC236}">
                <a16:creationId xmlns:a16="http://schemas.microsoft.com/office/drawing/2014/main" id="{73429C77-B66E-4F0F-9627-B61B1D6F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3-text-5">
            <a:extLst xmlns:a="http://schemas.openxmlformats.org/drawingml/2006/main">
              <a:ext uri="{FF2B5EF4-FFF2-40B4-BE49-F238E27FC236}">
                <a16:creationId xmlns:a16="http://schemas.microsoft.com/office/drawing/2014/main" id="{B7BCA76C-AC93-464D-BB85-FF3C30E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正常案例</a:t>
            </a:r>
          </a:p>
        </p:txBody>
      </p:sp>
      <p:sp>
        <p:nvSpPr>
          <p:cNvPr id="6" name="slide-53-line-6">
            <a:extLst xmlns:a="http://schemas.openxmlformats.org/drawingml/2006/main">
              <a:ext uri="{FF2B5EF4-FFF2-40B4-BE49-F238E27FC236}">
                <a16:creationId xmlns:a16="http://schemas.microsoft.com/office/drawing/2014/main" id="{3B324132-C082-4456-962F-1E814DF8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53-text-7">
            <a:extLst xmlns:a="http://schemas.openxmlformats.org/drawingml/2006/main">
              <a:ext uri="{FF2B5EF4-FFF2-40B4-BE49-F238E27FC236}">
                <a16:creationId xmlns:a16="http://schemas.microsoft.com/office/drawing/2014/main" id="{0D029F33-0E68-495D-BA2B-606C9C2C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合格產物應能通過</a:t>
            </a:r>
          </a:p>
        </p:txBody>
      </p:sp>
      <p:sp>
        <p:nvSpPr>
          <p:cNvPr id="8" name="slide-53-text-8">
            <a:extLst xmlns:a="http://schemas.openxmlformats.org/drawingml/2006/main">
              <a:ext uri="{FF2B5EF4-FFF2-40B4-BE49-F238E27FC236}">
                <a16:creationId xmlns:a16="http://schemas.microsoft.com/office/drawing/2014/main" id="{6C95708C-E923-4E25-BFE4-A91EE56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6215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記錄誤報與審查負擔</a:t>
            </a:r>
          </a:p>
        </p:txBody>
      </p:sp>
      <p:sp>
        <p:nvSpPr>
          <p:cNvPr id="9" name="slide-53-text-9">
            <a:extLst xmlns:a="http://schemas.openxmlformats.org/drawingml/2006/main">
              <a:ext uri="{FF2B5EF4-FFF2-40B4-BE49-F238E27FC236}">
                <a16:creationId xmlns:a16="http://schemas.microsoft.com/office/drawing/2014/main" id="{379D22BA-8091-44E5-B038-4B06C441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194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有問題的反例</a:t>
            </a:r>
          </a:p>
        </p:txBody>
      </p:sp>
      <p:sp>
        <p:nvSpPr>
          <p:cNvPr id="10" name="slide-53-line-10">
            <a:extLst xmlns:a="http://schemas.openxmlformats.org/drawingml/2006/main">
              <a:ext uri="{FF2B5EF4-FFF2-40B4-BE49-F238E27FC236}">
                <a16:creationId xmlns:a16="http://schemas.microsoft.com/office/drawing/2014/main" id="{C9F0DA13-D721-4AB1-BF2D-1FC64AA3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53-text-11">
            <a:extLst xmlns:a="http://schemas.openxmlformats.org/drawingml/2006/main">
              <a:ext uri="{FF2B5EF4-FFF2-40B4-BE49-F238E27FC236}">
                <a16:creationId xmlns:a16="http://schemas.microsoft.com/office/drawing/2014/main" id="{A915A0E8-AA5D-4CCE-A152-7AFAC4FF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00450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錯誤或越權應能被拒絕</a:t>
            </a:r>
          </a:p>
        </p:txBody>
      </p:sp>
      <p:sp>
        <p:nvSpPr>
          <p:cNvPr id="12" name="slide-53-text-12">
            <a:extLst xmlns:a="http://schemas.openxmlformats.org/drawingml/2006/main">
              <a:ext uri="{FF2B5EF4-FFF2-40B4-BE49-F238E27FC236}">
                <a16:creationId xmlns:a16="http://schemas.microsoft.com/office/drawing/2014/main" id="{10F712AC-D7F7-4D0C-924F-05E8DBC8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06215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記錄漏查與恢復結果</a:t>
            </a:r>
          </a:p>
        </p:txBody>
      </p:sp>
      <p:sp>
        <p:nvSpPr>
          <p:cNvPr id="13" name="slide-53-text-13">
            <a:extLst xmlns:a="http://schemas.openxmlformats.org/drawingml/2006/main">
              <a:ext uri="{FF2B5EF4-FFF2-40B4-BE49-F238E27FC236}">
                <a16:creationId xmlns:a16="http://schemas.microsoft.com/office/drawing/2014/main" id="{12755B05-145A-4BB2-BB02-A319338B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規則寫在文件裏，與規則曾經有效阻止錯誤，是不同證據。</a:t>
            </a:r>
          </a:p>
        </p:txBody>
      </p:sp>
      <p:sp>
        <p:nvSpPr>
          <p:cNvPr id="14" name="slide-53-text-14">
            <a:extLst xmlns:a="http://schemas.openxmlformats.org/drawingml/2006/main">
              <a:ext uri="{FF2B5EF4-FFF2-40B4-BE49-F238E27FC236}">
                <a16:creationId xmlns:a16="http://schemas.microsoft.com/office/drawing/2014/main" id="{0ECFAE43-3D45-4ABB-AE3B-A358BEAF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53 / 66</a:t>
            </a:r>
          </a:p>
        </p:txBody>
      </p:sp>
    </p:spTree>
    <p:extLst>
      <p:ext uri="{BB962C8B-B14F-4D97-AF65-F5344CB8AC3E}">
        <p14:creationId xmlns:p14="http://schemas.microsoft.com/office/powerpoint/2010/main" val="46677308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54-text-1">
            <a:extLst xmlns:a="http://schemas.openxmlformats.org/drawingml/2006/main">
              <a:ext uri="{FF2B5EF4-FFF2-40B4-BE49-F238E27FC236}">
                <a16:creationId xmlns:a16="http://schemas.microsoft.com/office/drawing/2014/main" id="{D18D173E-A3B1-4444-8D81-A0C0DEF1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持續建設的五類資產</a:t>
            </a:r>
          </a:p>
        </p:txBody>
      </p:sp>
      <p:sp>
        <p:nvSpPr>
          <p:cNvPr id="2" name="slide-54-text-2">
            <a:extLst xmlns:a="http://schemas.openxmlformats.org/drawingml/2006/main">
              <a:ext uri="{FF2B5EF4-FFF2-40B4-BE49-F238E27FC236}">
                <a16:creationId xmlns:a16="http://schemas.microsoft.com/office/drawing/2014/main" id="{CB755DF4-3137-41F9-A444-A3D50C47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更換工具後仍需保留的工作資料</a:t>
            </a:r>
          </a:p>
        </p:txBody>
      </p:sp>
      <p:sp>
        <p:nvSpPr>
          <p:cNvPr id="3" name="slide-54-line-3">
            <a:extLst xmlns:a="http://schemas.openxmlformats.org/drawingml/2006/main">
              <a:ext uri="{FF2B5EF4-FFF2-40B4-BE49-F238E27FC236}">
                <a16:creationId xmlns:a16="http://schemas.microsoft.com/office/drawing/2014/main" id="{18EDBC77-19B8-4BBC-8BD8-5AB7E9C7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4-text-4">
            <a:extLst xmlns:a="http://schemas.openxmlformats.org/drawingml/2006/main">
              <a:ext uri="{FF2B5EF4-FFF2-40B4-BE49-F238E27FC236}">
                <a16:creationId xmlns:a16="http://schemas.microsoft.com/office/drawing/2014/main" id="{6CE2F4C0-D009-4127-A85D-CD98B86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4-text-5">
            <a:extLst xmlns:a="http://schemas.openxmlformats.org/drawingml/2006/main">
              <a:ext uri="{FF2B5EF4-FFF2-40B4-BE49-F238E27FC236}">
                <a16:creationId xmlns:a16="http://schemas.microsoft.com/office/drawing/2014/main" id="{D4396954-A899-4F2F-A356-7E2B198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任務背景</a:t>
            </a:r>
          </a:p>
        </p:txBody>
      </p:sp>
      <p:sp>
        <p:nvSpPr>
          <p:cNvPr id="6" name="slide-54-text-6">
            <a:extLst xmlns:a="http://schemas.openxmlformats.org/drawingml/2006/main">
              <a:ext uri="{FF2B5EF4-FFF2-40B4-BE49-F238E27FC236}">
                <a16:creationId xmlns:a16="http://schemas.microsoft.com/office/drawing/2014/main" id="{353821EA-61B4-4BEC-95B8-B0111389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原文、年級條件與教師需求</a:t>
            </a:r>
          </a:p>
        </p:txBody>
      </p:sp>
      <p:sp>
        <p:nvSpPr>
          <p:cNvPr id="7" name="slide-54-line-7">
            <a:extLst xmlns:a="http://schemas.openxmlformats.org/drawingml/2006/main">
              <a:ext uri="{FF2B5EF4-FFF2-40B4-BE49-F238E27FC236}">
                <a16:creationId xmlns:a16="http://schemas.microsoft.com/office/drawing/2014/main" id="{B81DE9F3-9B98-4F10-A7D1-6E5F80D6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54-text-8">
            <a:extLst xmlns:a="http://schemas.openxmlformats.org/drawingml/2006/main">
              <a:ext uri="{FF2B5EF4-FFF2-40B4-BE49-F238E27FC236}">
                <a16:creationId xmlns:a16="http://schemas.microsoft.com/office/drawing/2014/main" id="{D788F35D-34C8-4559-A5A4-E554AFB8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評估案例</a:t>
            </a:r>
          </a:p>
        </p:txBody>
      </p:sp>
      <p:sp>
        <p:nvSpPr>
          <p:cNvPr id="9" name="slide-54-text-9">
            <a:extLst xmlns:a="http://schemas.openxmlformats.org/drawingml/2006/main">
              <a:ext uri="{FF2B5EF4-FFF2-40B4-BE49-F238E27FC236}">
                <a16:creationId xmlns:a16="http://schemas.microsoft.com/office/drawing/2014/main" id="{DBACE3CF-5D40-490F-9E36-D438AD9F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0400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合格導讀與無依據情節的反例</a:t>
            </a:r>
          </a:p>
        </p:txBody>
      </p:sp>
      <p:sp>
        <p:nvSpPr>
          <p:cNvPr id="10" name="slide-54-line-10">
            <a:extLst xmlns:a="http://schemas.openxmlformats.org/drawingml/2006/main">
              <a:ext uri="{FF2B5EF4-FFF2-40B4-BE49-F238E27FC236}">
                <a16:creationId xmlns:a16="http://schemas.microsoft.com/office/drawing/2014/main" id="{2985C938-1D4A-45A0-B24B-C4600EA6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54-text-11">
            <a:extLst xmlns:a="http://schemas.openxmlformats.org/drawingml/2006/main">
              <a:ext uri="{FF2B5EF4-FFF2-40B4-BE49-F238E27FC236}">
                <a16:creationId xmlns:a16="http://schemas.microsoft.com/office/drawing/2014/main" id="{019242A8-D319-45EA-9D24-291CE432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方法版本</a:t>
            </a:r>
          </a:p>
        </p:txBody>
      </p:sp>
      <p:sp>
        <p:nvSpPr>
          <p:cNvPr id="12" name="slide-54-text-12">
            <a:extLst xmlns:a="http://schemas.openxmlformats.org/drawingml/2006/main">
              <a:ext uri="{FF2B5EF4-FFF2-40B4-BE49-F238E27FC236}">
                <a16:creationId xmlns:a16="http://schemas.microsoft.com/office/drawing/2014/main" id="{E67FC297-9444-423E-92EC-2ED3980F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52875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導讀步驟及每次改動的理由</a:t>
            </a:r>
          </a:p>
        </p:txBody>
      </p:sp>
      <p:sp>
        <p:nvSpPr>
          <p:cNvPr id="13" name="slide-54-line-13">
            <a:extLst xmlns:a="http://schemas.openxmlformats.org/drawingml/2006/main">
              <a:ext uri="{FF2B5EF4-FFF2-40B4-BE49-F238E27FC236}">
                <a16:creationId xmlns:a16="http://schemas.microsoft.com/office/drawing/2014/main" id="{99161CBA-E7FB-412E-966A-D7EC1C9B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54-text-14">
            <a:extLst xmlns:a="http://schemas.openxmlformats.org/drawingml/2006/main">
              <a:ext uri="{FF2B5EF4-FFF2-40B4-BE49-F238E27FC236}">
                <a16:creationId xmlns:a16="http://schemas.microsoft.com/office/drawing/2014/main" id="{3BD644F2-DE31-4E57-9892-8535B6F7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治理記錄</a:t>
            </a:r>
          </a:p>
        </p:txBody>
      </p:sp>
      <p:sp>
        <p:nvSpPr>
          <p:cNvPr id="15" name="slide-54-text-15">
            <a:extLst xmlns:a="http://schemas.openxmlformats.org/drawingml/2006/main">
              <a:ext uri="{FF2B5EF4-FFF2-40B4-BE49-F238E27FC236}">
                <a16:creationId xmlns:a16="http://schemas.microsoft.com/office/drawing/2014/main" id="{80B7ADEF-A6F5-4B82-8EEE-FF8E8F2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05350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誰可批准，出錯後如何恢復</a:t>
            </a:r>
          </a:p>
        </p:txBody>
      </p:sp>
      <p:sp>
        <p:nvSpPr>
          <p:cNvPr id="16" name="slide-54-line-16">
            <a:extLst xmlns:a="http://schemas.openxmlformats.org/drawingml/2006/main">
              <a:ext uri="{FF2B5EF4-FFF2-40B4-BE49-F238E27FC236}">
                <a16:creationId xmlns:a16="http://schemas.microsoft.com/office/drawing/2014/main" id="{DBD5B8B4-9721-40A0-B70A-E51EE5CF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54-text-17">
            <a:extLst xmlns:a="http://schemas.openxmlformats.org/drawingml/2006/main">
              <a:ext uri="{FF2B5EF4-FFF2-40B4-BE49-F238E27FC236}">
                <a16:creationId xmlns:a16="http://schemas.microsoft.com/office/drawing/2014/main" id="{DDF296F9-E80B-4D6B-9126-F7B13D72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實際結果</a:t>
            </a:r>
          </a:p>
        </p:txBody>
      </p:sp>
      <p:sp>
        <p:nvSpPr>
          <p:cNvPr id="18" name="slide-54-text-18">
            <a:extLst xmlns:a="http://schemas.openxmlformats.org/drawingml/2006/main">
              <a:ext uri="{FF2B5EF4-FFF2-40B4-BE49-F238E27FC236}">
                <a16:creationId xmlns:a16="http://schemas.microsoft.com/office/drawing/2014/main" id="{C220AB0E-F289-43B5-AE5F-999E2C73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57825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教師修改了哪裏，最後是否使用</a:t>
            </a:r>
          </a:p>
        </p:txBody>
      </p:sp>
      <p:sp>
        <p:nvSpPr>
          <p:cNvPr id="19" name="slide-54-line-19">
            <a:extLst xmlns:a="http://schemas.openxmlformats.org/drawingml/2006/main">
              <a:ext uri="{FF2B5EF4-FFF2-40B4-BE49-F238E27FC236}">
                <a16:creationId xmlns:a16="http://schemas.microsoft.com/office/drawing/2014/main" id="{42EA3CA1-8D82-4387-8C69-D3D25023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20" name="slide-54-text-20">
            <a:extLst xmlns:a="http://schemas.openxmlformats.org/drawingml/2006/main">
              <a:ext uri="{FF2B5EF4-FFF2-40B4-BE49-F238E27FC236}">
                <a16:creationId xmlns:a16="http://schemas.microsoft.com/office/drawing/2014/main" id="{B89AD7B0-8978-433C-A83B-53C38DA3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三類記憶回答「記甚麼」；五類資產回答「維護哪些工作材料」。</a:t>
            </a:r>
          </a:p>
        </p:txBody>
      </p:sp>
      <p:sp>
        <p:nvSpPr>
          <p:cNvPr id="21" name="slide-54-text-21">
            <a:extLst xmlns:a="http://schemas.openxmlformats.org/drawingml/2006/main">
              <a:ext uri="{FF2B5EF4-FFF2-40B4-BE49-F238E27FC236}">
                <a16:creationId xmlns:a16="http://schemas.microsoft.com/office/drawing/2014/main" id="{719F4327-B4E7-440A-BCF0-86ABD346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54 / 66</a:t>
            </a:r>
          </a:p>
        </p:txBody>
      </p:sp>
    </p:spTree>
    <p:extLst>
      <p:ext uri="{BB962C8B-B14F-4D97-AF65-F5344CB8AC3E}">
        <p14:creationId xmlns:p14="http://schemas.microsoft.com/office/powerpoint/2010/main" val="7828365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55-text-1">
            <a:extLst xmlns:a="http://schemas.openxmlformats.org/drawingml/2006/main">
              <a:ext uri="{FF2B5EF4-FFF2-40B4-BE49-F238E27FC236}">
                <a16:creationId xmlns:a16="http://schemas.microsoft.com/office/drawing/2014/main" id="{A15C3F7F-7D55-4A66-889E-124EDEC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可持續能力建設路徑</a:t>
            </a:r>
          </a:p>
        </p:txBody>
      </p:sp>
      <p:sp>
        <p:nvSpPr>
          <p:cNvPr id="2" name="slide-55-text-2">
            <a:extLst xmlns:a="http://schemas.openxmlformats.org/drawingml/2006/main">
              <a:ext uri="{FF2B5EF4-FFF2-40B4-BE49-F238E27FC236}">
                <a16:creationId xmlns:a16="http://schemas.microsoft.com/office/drawing/2014/main" id="{FB7AC736-C122-4A45-93D8-8C307914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改造路徑以證據決定下一步</a:t>
            </a:r>
          </a:p>
        </p:txBody>
      </p:sp>
      <p:sp>
        <p:nvSpPr>
          <p:cNvPr id="3" name="slide-55-line-3">
            <a:extLst xmlns:a="http://schemas.openxmlformats.org/drawingml/2006/main">
              <a:ext uri="{FF2B5EF4-FFF2-40B4-BE49-F238E27FC236}">
                <a16:creationId xmlns:a16="http://schemas.microsoft.com/office/drawing/2014/main" id="{8C8F468F-D2F3-4904-99BA-FEC6847D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55-text-4">
            <a:extLst xmlns:a="http://schemas.openxmlformats.org/drawingml/2006/main">
              <a:ext uri="{FF2B5EF4-FFF2-40B4-BE49-F238E27FC236}">
                <a16:creationId xmlns:a16="http://schemas.microsoft.com/office/drawing/2014/main" id="{2E7EBDD1-C88E-4B68-AD93-E5A57FAB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5-text-5">
            <a:extLst xmlns:a="http://schemas.openxmlformats.org/drawingml/2006/main">
              <a:ext uri="{FF2B5EF4-FFF2-40B4-BE49-F238E27FC236}">
                <a16:creationId xmlns:a16="http://schemas.microsoft.com/office/drawing/2014/main" id="{06ACFAAD-C3A2-4174-9DB4-1B2E1E2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M0  基線</a:t>
            </a:r>
          </a:p>
        </p:txBody>
      </p:sp>
      <p:sp>
        <p:nvSpPr>
          <p:cNvPr id="6" name="slide-55-text-6">
            <a:extLst xmlns:a="http://schemas.openxmlformats.org/drawingml/2006/main">
              <a:ext uri="{FF2B5EF4-FFF2-40B4-BE49-F238E27FC236}">
                <a16:creationId xmlns:a16="http://schemas.microsoft.com/office/drawing/2014/main" id="{7CF93D51-E024-4538-A197-B943DF6A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71725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確定一條真實工作與驗收標準</a:t>
            </a:r>
          </a:p>
        </p:txBody>
      </p:sp>
      <p:sp>
        <p:nvSpPr>
          <p:cNvPr id="7" name="slide-55-line-7">
            <a:extLst xmlns:a="http://schemas.openxmlformats.org/drawingml/2006/main">
              <a:ext uri="{FF2B5EF4-FFF2-40B4-BE49-F238E27FC236}">
                <a16:creationId xmlns:a16="http://schemas.microsoft.com/office/drawing/2014/main" id="{9F60CF49-BE92-4F4A-9372-D36DE93E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55-text-8">
            <a:extLst xmlns:a="http://schemas.openxmlformats.org/drawingml/2006/main">
              <a:ext uri="{FF2B5EF4-FFF2-40B4-BE49-F238E27FC236}">
                <a16:creationId xmlns:a16="http://schemas.microsoft.com/office/drawing/2014/main" id="{6DF71881-EB61-4E30-9621-7BC09C9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M1  只讀</a:t>
            </a:r>
          </a:p>
        </p:txBody>
      </p:sp>
      <p:sp>
        <p:nvSpPr>
          <p:cNvPr id="9" name="slide-55-text-9">
            <a:extLst xmlns:a="http://schemas.openxmlformats.org/drawingml/2006/main">
              <a:ext uri="{FF2B5EF4-FFF2-40B4-BE49-F238E27FC236}">
                <a16:creationId xmlns:a16="http://schemas.microsoft.com/office/drawing/2014/main" id="{66AC3FF3-5683-4189-B5A3-C7E746D9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能回查來源、版本與分歧</a:t>
            </a:r>
          </a:p>
        </p:txBody>
      </p:sp>
      <p:sp>
        <p:nvSpPr>
          <p:cNvPr id="10" name="slide-55-line-10">
            <a:extLst xmlns:a="http://schemas.openxmlformats.org/drawingml/2006/main">
              <a:ext uri="{FF2B5EF4-FFF2-40B4-BE49-F238E27FC236}">
                <a16:creationId xmlns:a16="http://schemas.microsoft.com/office/drawing/2014/main" id="{3400F249-8DEA-46EE-B15F-F1D75DA2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55-text-11">
            <a:extLst xmlns:a="http://schemas.openxmlformats.org/drawingml/2006/main">
              <a:ext uri="{FF2B5EF4-FFF2-40B4-BE49-F238E27FC236}">
                <a16:creationId xmlns:a16="http://schemas.microsoft.com/office/drawing/2014/main" id="{DB1E38A4-9BE6-40FA-AEC7-17A2E150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M2  確認寫回</a:t>
            </a:r>
          </a:p>
        </p:txBody>
      </p:sp>
      <p:sp>
        <p:nvSpPr>
          <p:cNvPr id="12" name="slide-55-text-12">
            <a:extLst xmlns:a="http://schemas.openxmlformats.org/drawingml/2006/main">
              <a:ext uri="{FF2B5EF4-FFF2-40B4-BE49-F238E27FC236}">
                <a16:creationId xmlns:a16="http://schemas.microsoft.com/office/drawing/2014/main" id="{014BFAC0-A062-40A4-B0ED-4DC4D625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86175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具名確認後更新共同狀態</a:t>
            </a:r>
          </a:p>
        </p:txBody>
      </p:sp>
      <p:sp>
        <p:nvSpPr>
          <p:cNvPr id="13" name="slide-55-line-13">
            <a:extLst xmlns:a="http://schemas.openxmlformats.org/drawingml/2006/main">
              <a:ext uri="{FF2B5EF4-FFF2-40B4-BE49-F238E27FC236}">
                <a16:creationId xmlns:a16="http://schemas.microsoft.com/office/drawing/2014/main" id="{3CF498AD-D7C8-4397-8E2E-6AC58D8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55-text-14">
            <a:extLst xmlns:a="http://schemas.openxmlformats.org/drawingml/2006/main">
              <a:ext uri="{FF2B5EF4-FFF2-40B4-BE49-F238E27FC236}">
                <a16:creationId xmlns:a16="http://schemas.microsoft.com/office/drawing/2014/main" id="{7DF48ECD-C556-42B7-9781-AD85AE73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M3  影子運行</a:t>
            </a:r>
          </a:p>
        </p:txBody>
      </p:sp>
      <p:sp>
        <p:nvSpPr>
          <p:cNvPr id="15" name="slide-55-text-15">
            <a:extLst xmlns:a="http://schemas.openxmlformats.org/drawingml/2006/main">
              <a:ext uri="{FF2B5EF4-FFF2-40B4-BE49-F238E27FC236}">
                <a16:creationId xmlns:a16="http://schemas.microsoft.com/office/drawing/2014/main" id="{6F5DE0AF-4582-41F4-89BF-FD869B62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43400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量測誤報、漏報與人工負擔</a:t>
            </a:r>
          </a:p>
        </p:txBody>
      </p:sp>
      <p:sp>
        <p:nvSpPr>
          <p:cNvPr id="16" name="slide-55-line-16">
            <a:extLst xmlns:a="http://schemas.openxmlformats.org/drawingml/2006/main">
              <a:ext uri="{FF2B5EF4-FFF2-40B4-BE49-F238E27FC236}">
                <a16:creationId xmlns:a16="http://schemas.microsoft.com/office/drawing/2014/main" id="{568C5A25-4E4D-47E4-87D4-AC66A0EC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7" name="slide-55-text-17">
            <a:extLst xmlns:a="http://schemas.openxmlformats.org/drawingml/2006/main">
              <a:ext uri="{FF2B5EF4-FFF2-40B4-BE49-F238E27FC236}">
                <a16:creationId xmlns:a16="http://schemas.microsoft.com/office/drawing/2014/main" id="{05019D1A-199C-4F81-B1E5-373F487A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M4  受控行動</a:t>
            </a:r>
          </a:p>
        </p:txBody>
      </p:sp>
      <p:sp>
        <p:nvSpPr>
          <p:cNvPr id="18" name="slide-55-text-18">
            <a:extLst xmlns:a="http://schemas.openxmlformats.org/drawingml/2006/main">
              <a:ext uri="{FF2B5EF4-FFF2-40B4-BE49-F238E27FC236}">
                <a16:creationId xmlns:a16="http://schemas.microsoft.com/office/drawing/2014/main" id="{0B91D736-556F-4D1C-9E75-BE444CED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驗證權限、停止與恢復</a:t>
            </a:r>
          </a:p>
        </p:txBody>
      </p:sp>
      <p:sp>
        <p:nvSpPr>
          <p:cNvPr id="19" name="slide-55-line-19">
            <a:extLst xmlns:a="http://schemas.openxmlformats.org/drawingml/2006/main">
              <a:ext uri="{FF2B5EF4-FFF2-40B4-BE49-F238E27FC236}">
                <a16:creationId xmlns:a16="http://schemas.microsoft.com/office/drawing/2014/main" id="{F28876B9-A76B-4C33-A31E-34954CE3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20" name="slide-55-text-20">
            <a:extLst xmlns:a="http://schemas.openxmlformats.org/drawingml/2006/main">
              <a:ext uri="{FF2B5EF4-FFF2-40B4-BE49-F238E27FC236}">
                <a16:creationId xmlns:a16="http://schemas.microsoft.com/office/drawing/2014/main" id="{F7918510-0A10-450C-9076-20552E43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M5  遷移與接管</a:t>
            </a:r>
          </a:p>
        </p:txBody>
      </p:sp>
      <p:sp>
        <p:nvSpPr>
          <p:cNvPr id="21" name="slide-55-text-21">
            <a:extLst xmlns:a="http://schemas.openxmlformats.org/drawingml/2006/main">
              <a:ext uri="{FF2B5EF4-FFF2-40B4-BE49-F238E27FC236}">
                <a16:creationId xmlns:a16="http://schemas.microsoft.com/office/drawing/2014/main" id="{D709B965-6958-41D0-890C-60C53D28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57850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內部可運行、恢復、修訂及停用</a:t>
            </a:r>
          </a:p>
        </p:txBody>
      </p:sp>
      <p:sp>
        <p:nvSpPr>
          <p:cNvPr id="22" name="slide-55-line-22">
            <a:extLst xmlns:a="http://schemas.openxmlformats.org/drawingml/2006/main">
              <a:ext uri="{FF2B5EF4-FFF2-40B4-BE49-F238E27FC236}">
                <a16:creationId xmlns:a16="http://schemas.microsoft.com/office/drawing/2014/main" id="{FACA170C-C4C6-42C7-97B1-88E85B0A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055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23" name="slide-55-text-23">
            <a:extLst xmlns:a="http://schemas.openxmlformats.org/drawingml/2006/main">
              <a:ext uri="{FF2B5EF4-FFF2-40B4-BE49-F238E27FC236}">
                <a16:creationId xmlns:a16="http://schemas.microsoft.com/office/drawing/2014/main" id="{BAD4D657-5233-4EE6-81B0-BBE31B4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L1–L5 診斷已有能力；M0–M5 決定下一步驗證，不按日曆自動晉級。</a:t>
            </a:r>
          </a:p>
        </p:txBody>
      </p:sp>
      <p:sp>
        <p:nvSpPr>
          <p:cNvPr id="24" name="slide-55-text-24">
            <a:extLst xmlns:a="http://schemas.openxmlformats.org/drawingml/2006/main">
              <a:ext uri="{FF2B5EF4-FFF2-40B4-BE49-F238E27FC236}">
                <a16:creationId xmlns:a16="http://schemas.microsoft.com/office/drawing/2014/main" id="{318D8519-417E-428F-89FD-0FAB1929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55 / 66</a:t>
            </a:r>
          </a:p>
        </p:txBody>
      </p:sp>
    </p:spTree>
    <p:extLst>
      <p:ext uri="{BB962C8B-B14F-4D97-AF65-F5344CB8AC3E}">
        <p14:creationId xmlns:p14="http://schemas.microsoft.com/office/powerpoint/2010/main" val="103779969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56-text-1">
            <a:extLst xmlns:a="http://schemas.openxmlformats.org/drawingml/2006/main">
              <a:ext uri="{FF2B5EF4-FFF2-40B4-BE49-F238E27FC236}">
                <a16:creationId xmlns:a16="http://schemas.microsoft.com/office/drawing/2014/main" id="{D622AC59-46C9-4C3C-90BB-21D4D503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  04</a:t>
            </a:r>
          </a:p>
        </p:txBody>
      </p:sp>
      <p:sp>
        <p:nvSpPr>
          <p:cNvPr id="2" name="slide-56-line-2">
            <a:extLst xmlns:a="http://schemas.openxmlformats.org/drawingml/2006/main">
              <a:ext uri="{FF2B5EF4-FFF2-40B4-BE49-F238E27FC236}">
                <a16:creationId xmlns:a16="http://schemas.microsoft.com/office/drawing/2014/main" id="{993AFA21-4CFA-458C-94BC-D965FD0E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56-text-3">
            <a:extLst xmlns:a="http://schemas.openxmlformats.org/drawingml/2006/main">
              <a:ext uri="{FF2B5EF4-FFF2-40B4-BE49-F238E27FC236}">
                <a16:creationId xmlns:a16="http://schemas.microsoft.com/office/drawing/2014/main" id="{ACFD1B7B-6B08-4C67-94F0-1111ED9F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4" name="slide-56-text-4">
            <a:extLst xmlns:a="http://schemas.openxmlformats.org/drawingml/2006/main">
              <a:ext uri="{FF2B5EF4-FFF2-40B4-BE49-F238E27FC236}">
                <a16:creationId xmlns:a16="http://schemas.microsoft.com/office/drawing/2014/main" id="{1D45F34D-4639-48CE-B42E-09CAEAFF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476500" cy="191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5" name="slide-56-text-5">
            <a:extLst xmlns:a="http://schemas.openxmlformats.org/drawingml/2006/main">
              <a:ext uri="{FF2B5EF4-FFF2-40B4-BE49-F238E27FC236}">
                <a16:creationId xmlns:a16="http://schemas.microsoft.com/office/drawing/2014/main" id="{30DD5A43-98B7-460C-AFCE-BF9B3E30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85725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交付後，能力歸誰</a:t>
            </a:r>
          </a:p>
        </p:txBody>
      </p:sp>
      <p:sp>
        <p:nvSpPr>
          <p:cNvPr id="6" name="slide-56-text-6">
            <a:extLst xmlns:a="http://schemas.openxmlformats.org/drawingml/2006/main">
              <a:ext uri="{FF2B5EF4-FFF2-40B4-BE49-F238E27FC236}">
                <a16:creationId xmlns:a16="http://schemas.microsoft.com/office/drawing/2014/main" id="{C93EE5DC-F64B-48ED-B141-B29D9265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833437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當 AI 進入現場之後</a:t>
            </a:r>
          </a:p>
        </p:txBody>
      </p:sp>
      <p:sp>
        <p:nvSpPr>
          <p:cNvPr id="7" name="slide-56-text-7">
            <a:extLst xmlns:a="http://schemas.openxmlformats.org/drawingml/2006/main">
              <a:ext uri="{FF2B5EF4-FFF2-40B4-BE49-F238E27FC236}">
                <a16:creationId xmlns:a16="http://schemas.microsoft.com/office/drawing/2014/main" id="{E834C2F5-7BAA-4F64-95C1-F2453CD1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完成項目之後，使用者與接手團隊能否繼續工作？</a:t>
            </a:r>
          </a:p>
        </p:txBody>
      </p:sp>
      <p:sp>
        <p:nvSpPr>
          <p:cNvPr id="8" name="slide-56-text-8">
            <a:extLst xmlns:a="http://schemas.openxmlformats.org/drawingml/2006/main">
              <a:ext uri="{FF2B5EF4-FFF2-40B4-BE49-F238E27FC236}">
                <a16:creationId xmlns:a16="http://schemas.microsoft.com/office/drawing/2014/main" id="{954158D7-59B5-44A0-876F-1715F4DB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56 / 66</a:t>
            </a:r>
          </a:p>
        </p:txBody>
      </p:sp>
    </p:spTree>
    <p:extLst>
      <p:ext uri="{BB962C8B-B14F-4D97-AF65-F5344CB8AC3E}">
        <p14:creationId xmlns:p14="http://schemas.microsoft.com/office/powerpoint/2010/main" val="174925771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7-text-1">
            <a:extLst xmlns:a="http://schemas.openxmlformats.org/drawingml/2006/main">
              <a:ext uri="{FF2B5EF4-FFF2-40B4-BE49-F238E27FC236}">
                <a16:creationId xmlns:a16="http://schemas.microsoft.com/office/drawing/2014/main" id="{F829727A-F7E1-4212-9B92-D814713E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   現場需求</a:t>
            </a:r>
          </a:p>
        </p:txBody>
      </p:sp>
      <p:sp>
        <p:nvSpPr>
          <p:cNvPr id="2" name="slide-57-text-2">
            <a:extLst xmlns:a="http://schemas.openxmlformats.org/drawingml/2006/main">
              <a:ext uri="{FF2B5EF4-FFF2-40B4-BE49-F238E27FC236}">
                <a16:creationId xmlns:a16="http://schemas.microsoft.com/office/drawing/2014/main" id="{214727D8-F419-4033-9C21-8E08CA9E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制度、系統與實際工作可能不同</a:t>
            </a:r>
          </a:p>
        </p:txBody>
      </p:sp>
      <p:sp>
        <p:nvSpPr>
          <p:cNvPr id="3" name="slide-57-line-3">
            <a:extLst xmlns:a="http://schemas.openxmlformats.org/drawingml/2006/main">
              <a:ext uri="{FF2B5EF4-FFF2-40B4-BE49-F238E27FC236}">
                <a16:creationId xmlns:a16="http://schemas.microsoft.com/office/drawing/2014/main" id="{DB1B95CF-087B-4159-9EB6-0FDDA822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7-text-4">
            <a:extLst xmlns:a="http://schemas.openxmlformats.org/drawingml/2006/main">
              <a:ext uri="{FF2B5EF4-FFF2-40B4-BE49-F238E27FC236}">
                <a16:creationId xmlns:a16="http://schemas.microsoft.com/office/drawing/2014/main" id="{D4D82C10-8C45-4B71-894F-6F6E2890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7-text-5">
            <a:extLst xmlns:a="http://schemas.openxmlformats.org/drawingml/2006/main">
              <a:ext uri="{FF2B5EF4-FFF2-40B4-BE49-F238E27FC236}">
                <a16:creationId xmlns:a16="http://schemas.microsoft.com/office/drawing/2014/main" id="{62AEABD0-3EB2-429F-81AC-B85A5243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制度要求</a:t>
            </a:r>
          </a:p>
        </p:txBody>
      </p:sp>
      <p:sp>
        <p:nvSpPr>
          <p:cNvPr id="6" name="slide-57-line-6">
            <a:extLst xmlns:a="http://schemas.openxmlformats.org/drawingml/2006/main">
              <a:ext uri="{FF2B5EF4-FFF2-40B4-BE49-F238E27FC236}">
                <a16:creationId xmlns:a16="http://schemas.microsoft.com/office/drawing/2014/main" id="{B93C4182-F037-4856-BB50-E3F8931B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57-text-7">
            <a:extLst xmlns:a="http://schemas.openxmlformats.org/drawingml/2006/main">
              <a:ext uri="{FF2B5EF4-FFF2-40B4-BE49-F238E27FC236}">
                <a16:creationId xmlns:a16="http://schemas.microsoft.com/office/drawing/2014/main" id="{A68E466B-377E-496A-98D9-2EF39840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36195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規定如何做</a:t>
            </a:r>
          </a:p>
        </p:txBody>
      </p:sp>
      <p:sp>
        <p:nvSpPr>
          <p:cNvPr id="8" name="slide-57-text-8">
            <a:extLst xmlns:a="http://schemas.openxmlformats.org/drawingml/2006/main">
              <a:ext uri="{FF2B5EF4-FFF2-40B4-BE49-F238E27FC236}">
                <a16:creationId xmlns:a16="http://schemas.microsoft.com/office/drawing/2014/main" id="{67818186-F315-4CD2-B852-E094D5EB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194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系統流程</a:t>
            </a:r>
          </a:p>
        </p:txBody>
      </p:sp>
      <p:sp>
        <p:nvSpPr>
          <p:cNvPr id="9" name="slide-57-line-9">
            <a:extLst xmlns:a="http://schemas.openxmlformats.org/drawingml/2006/main">
              <a:ext uri="{FF2B5EF4-FFF2-40B4-BE49-F238E27FC236}">
                <a16:creationId xmlns:a16="http://schemas.microsoft.com/office/drawing/2014/main" id="{7A69F450-2780-45BA-AC59-9164E2A1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0" name="slide-57-text-10">
            <a:extLst xmlns:a="http://schemas.openxmlformats.org/drawingml/2006/main">
              <a:ext uri="{FF2B5EF4-FFF2-40B4-BE49-F238E27FC236}">
                <a16:creationId xmlns:a16="http://schemas.microsoft.com/office/drawing/2014/main" id="{7FD42A4D-DEC2-4228-83FB-764A3921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00475"/>
            <a:ext cx="36195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介面允許怎樣做</a:t>
            </a:r>
          </a:p>
        </p:txBody>
      </p:sp>
      <p:sp>
        <p:nvSpPr>
          <p:cNvPr id="11" name="slide-57-text-11">
            <a:extLst xmlns:a="http://schemas.openxmlformats.org/drawingml/2006/main">
              <a:ext uri="{FF2B5EF4-FFF2-40B4-BE49-F238E27FC236}">
                <a16:creationId xmlns:a16="http://schemas.microsoft.com/office/drawing/2014/main" id="{976049BA-E7C9-454E-A6EA-AB9EF823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194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實際工作</a:t>
            </a:r>
          </a:p>
        </p:txBody>
      </p:sp>
      <p:sp>
        <p:nvSpPr>
          <p:cNvPr id="12" name="slide-57-line-12">
            <a:extLst xmlns:a="http://schemas.openxmlformats.org/drawingml/2006/main">
              <a:ext uri="{FF2B5EF4-FFF2-40B4-BE49-F238E27FC236}">
                <a16:creationId xmlns:a16="http://schemas.microsoft.com/office/drawing/2014/main" id="{56E29A02-7DDD-43DB-863D-EBB8548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76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3" name="slide-57-text-13">
            <a:extLst xmlns:a="http://schemas.openxmlformats.org/drawingml/2006/main">
              <a:ext uri="{FF2B5EF4-FFF2-40B4-BE49-F238E27FC236}">
                <a16:creationId xmlns:a16="http://schemas.microsoft.com/office/drawing/2014/main" id="{B96929EC-57D2-4C80-9E88-6E26BA0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00475"/>
            <a:ext cx="36195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使用者今天如何完成</a:t>
            </a:r>
          </a:p>
        </p:txBody>
      </p:sp>
      <p:sp>
        <p:nvSpPr>
          <p:cNvPr id="14" name="slide-57-text-14">
            <a:extLst xmlns:a="http://schemas.openxmlformats.org/drawingml/2006/main">
              <a:ext uri="{FF2B5EF4-FFF2-40B4-BE49-F238E27FC236}">
                <a16:creationId xmlns:a16="http://schemas.microsoft.com/office/drawing/2014/main" id="{F309EA2B-A414-4C3D-87B3-53037998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20396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現場調查需要解釋三者的差異，再形成可驗證的委託。</a:t>
            </a:r>
          </a:p>
        </p:txBody>
      </p:sp>
      <p:sp>
        <p:nvSpPr>
          <p:cNvPr id="15" name="slide-57-text-15">
            <a:extLst xmlns:a="http://schemas.openxmlformats.org/drawingml/2006/main">
              <a:ext uri="{FF2B5EF4-FFF2-40B4-BE49-F238E27FC236}">
                <a16:creationId xmlns:a16="http://schemas.microsoft.com/office/drawing/2014/main" id="{76734E9B-9EBE-4EEA-88D6-D4E66799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一線經驗是重要證據，也需要來源、時效與規範校準。</a:t>
            </a:r>
          </a:p>
        </p:txBody>
      </p:sp>
      <p:sp>
        <p:nvSpPr>
          <p:cNvPr id="16" name="slide-57-text-16">
            <a:extLst xmlns:a="http://schemas.openxmlformats.org/drawingml/2006/main">
              <a:ext uri="{FF2B5EF4-FFF2-40B4-BE49-F238E27FC236}">
                <a16:creationId xmlns:a16="http://schemas.microsoft.com/office/drawing/2014/main" id="{0BA4A474-6C18-4F26-A884-8AE2EDD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57 / 66</a:t>
            </a:r>
          </a:p>
        </p:txBody>
      </p:sp>
    </p:spTree>
    <p:extLst>
      <p:ext uri="{BB962C8B-B14F-4D97-AF65-F5344CB8AC3E}">
        <p14:creationId xmlns:p14="http://schemas.microsoft.com/office/powerpoint/2010/main" val="164890660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58-text-1">
            <a:extLst xmlns:a="http://schemas.openxmlformats.org/drawingml/2006/main">
              <a:ext uri="{FF2B5EF4-FFF2-40B4-BE49-F238E27FC236}">
                <a16:creationId xmlns:a16="http://schemas.microsoft.com/office/drawing/2014/main" id="{40440F35-5C9C-43AE-87DD-E0694DD3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   現場記錄與下一步</a:t>
            </a:r>
          </a:p>
        </p:txBody>
      </p:sp>
      <p:sp>
        <p:nvSpPr>
          <p:cNvPr id="2" name="slide-58-text-2">
            <a:extLst xmlns:a="http://schemas.openxmlformats.org/drawingml/2006/main">
              <a:ext uri="{FF2B5EF4-FFF2-40B4-BE49-F238E27FC236}">
                <a16:creationId xmlns:a16="http://schemas.microsoft.com/office/drawing/2014/main" id="{64AFBCCD-4AA9-45FC-A25C-FE9B3B99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試用後，哪一項觀察會改變方案？</a:t>
            </a:r>
          </a:p>
        </p:txBody>
      </p:sp>
      <p:sp>
        <p:nvSpPr>
          <p:cNvPr id="3" name="slide-58-line-3">
            <a:extLst xmlns:a="http://schemas.openxmlformats.org/drawingml/2006/main">
              <a:ext uri="{FF2B5EF4-FFF2-40B4-BE49-F238E27FC236}">
                <a16:creationId xmlns:a16="http://schemas.microsoft.com/office/drawing/2014/main" id="{68DDFB86-5E1A-4091-BB4B-741BFEDA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58-text-4">
            <a:extLst xmlns:a="http://schemas.openxmlformats.org/drawingml/2006/main">
              <a:ext uri="{FF2B5EF4-FFF2-40B4-BE49-F238E27FC236}">
                <a16:creationId xmlns:a16="http://schemas.microsoft.com/office/drawing/2014/main" id="{B9EBAB12-3B48-4715-930E-DB8E9379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8-text-5">
            <a:extLst xmlns:a="http://schemas.openxmlformats.org/drawingml/2006/main">
              <a:ext uri="{FF2B5EF4-FFF2-40B4-BE49-F238E27FC236}">
                <a16:creationId xmlns:a16="http://schemas.microsoft.com/office/drawing/2014/main" id="{7A0A3D05-CA9D-4BBC-B904-158E9647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觀察記錄</a:t>
            </a:r>
          </a:p>
        </p:txBody>
      </p:sp>
      <p:sp>
        <p:nvSpPr>
          <p:cNvPr id="6" name="slide-58-text-6">
            <a:extLst xmlns:a="http://schemas.openxmlformats.org/drawingml/2006/main">
              <a:ext uri="{FF2B5EF4-FFF2-40B4-BE49-F238E27FC236}">
                <a16:creationId xmlns:a16="http://schemas.microsoft.com/office/drawing/2014/main" id="{5EC18EBC-C5B7-4CF4-AE40-0A13C7C9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教師跳過模板，用自備教材重寫提問</a:t>
            </a:r>
          </a:p>
        </p:txBody>
      </p:sp>
      <p:sp>
        <p:nvSpPr>
          <p:cNvPr id="7" name="slide-58-line-7">
            <a:extLst xmlns:a="http://schemas.openxmlformats.org/drawingml/2006/main">
              <a:ext uri="{FF2B5EF4-FFF2-40B4-BE49-F238E27FC236}">
                <a16:creationId xmlns:a16="http://schemas.microsoft.com/office/drawing/2014/main" id="{A9789016-1199-435E-B8AE-6B47E542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58-text-8">
            <a:extLst xmlns:a="http://schemas.openxmlformats.org/drawingml/2006/main">
              <a:ext uri="{FF2B5EF4-FFF2-40B4-BE49-F238E27FC236}">
                <a16:creationId xmlns:a16="http://schemas.microsoft.com/office/drawing/2014/main" id="{B4794B3B-17F3-4F73-9AA7-BEB42604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仍需核實</a:t>
            </a:r>
          </a:p>
        </p:txBody>
      </p:sp>
      <p:sp>
        <p:nvSpPr>
          <p:cNvPr id="9" name="slide-58-text-9">
            <a:extLst xmlns:a="http://schemas.openxmlformats.org/drawingml/2006/main">
              <a:ext uri="{FF2B5EF4-FFF2-40B4-BE49-F238E27FC236}">
                <a16:creationId xmlns:a16="http://schemas.microsoft.com/office/drawing/2014/main" id="{02E0542E-FC00-4DF6-BFA3-3CC9E673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教材不合、目標不同，還是入口難用？</a:t>
            </a:r>
          </a:p>
        </p:txBody>
      </p:sp>
      <p:sp>
        <p:nvSpPr>
          <p:cNvPr id="10" name="slide-58-line-10">
            <a:extLst xmlns:a="http://schemas.openxmlformats.org/drawingml/2006/main">
              <a:ext uri="{FF2B5EF4-FFF2-40B4-BE49-F238E27FC236}">
                <a16:creationId xmlns:a16="http://schemas.microsoft.com/office/drawing/2014/main" id="{66F7696C-D9DE-4537-9DE0-479C7B14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58-text-11">
            <a:extLst xmlns:a="http://schemas.openxmlformats.org/drawingml/2006/main">
              <a:ext uri="{FF2B5EF4-FFF2-40B4-BE49-F238E27FC236}">
                <a16:creationId xmlns:a16="http://schemas.microsoft.com/office/drawing/2014/main" id="{C12DA2E9-F53E-42BF-B5BE-53554F28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條件式修訂</a:t>
            </a:r>
          </a:p>
        </p:txBody>
      </p:sp>
      <p:sp>
        <p:nvSpPr>
          <p:cNvPr id="12" name="slide-58-text-12">
            <a:extLst xmlns:a="http://schemas.openxmlformats.org/drawingml/2006/main">
              <a:ext uri="{FF2B5EF4-FFF2-40B4-BE49-F238E27FC236}">
                <a16:creationId xmlns:a16="http://schemas.microsoft.com/office/drawing/2014/main" id="{CEDEC636-09A0-4A8B-B7BF-7DA902BD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720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若確認是入口問題，先改入口，再觀察採用</a:t>
            </a:r>
          </a:p>
        </p:txBody>
      </p:sp>
      <p:sp>
        <p:nvSpPr>
          <p:cNvPr id="13" name="slide-58-line-13">
            <a:extLst xmlns:a="http://schemas.openxmlformats.org/drawingml/2006/main">
              <a:ext uri="{FF2B5EF4-FFF2-40B4-BE49-F238E27FC236}">
                <a16:creationId xmlns:a16="http://schemas.microsoft.com/office/drawing/2014/main" id="{E0953D11-90F5-4B70-B0E1-B0A65224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58-text-14">
            <a:extLst xmlns:a="http://schemas.openxmlformats.org/drawingml/2006/main">
              <a:ext uri="{FF2B5EF4-FFF2-40B4-BE49-F238E27FC236}">
                <a16:creationId xmlns:a16="http://schemas.microsoft.com/office/drawing/2014/main" id="{811F4F18-EE72-4EA4-98E2-BBD4276E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構擬觀察。記錄行為不等於知道原因，也不等於證明學習效果。</a:t>
            </a:r>
          </a:p>
        </p:txBody>
      </p:sp>
      <p:sp>
        <p:nvSpPr>
          <p:cNvPr id="15" name="slide-58-text-15">
            <a:extLst xmlns:a="http://schemas.openxmlformats.org/drawingml/2006/main">
              <a:ext uri="{FF2B5EF4-FFF2-40B4-BE49-F238E27FC236}">
                <a16:creationId xmlns:a16="http://schemas.microsoft.com/office/drawing/2014/main" id="{F17B5D1B-A997-497E-8CD0-7BBC9244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58 / 66</a:t>
            </a:r>
          </a:p>
        </p:txBody>
      </p:sp>
    </p:spTree>
    <p:extLst>
      <p:ext uri="{BB962C8B-B14F-4D97-AF65-F5344CB8AC3E}">
        <p14:creationId xmlns:p14="http://schemas.microsoft.com/office/powerpoint/2010/main" val="143832774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59-text-1">
            <a:extLst xmlns:a="http://schemas.openxmlformats.org/drawingml/2006/main">
              <a:ext uri="{FF2B5EF4-FFF2-40B4-BE49-F238E27FC236}">
                <a16:creationId xmlns:a16="http://schemas.microsoft.com/office/drawing/2014/main" id="{34F2399E-6554-4404-9AB7-FEC1818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   完成、可用、採用與效果</a:t>
            </a:r>
          </a:p>
        </p:txBody>
      </p:sp>
      <p:sp>
        <p:nvSpPr>
          <p:cNvPr id="2" name="slide-59-text-2">
            <a:extLst xmlns:a="http://schemas.openxmlformats.org/drawingml/2006/main">
              <a:ext uri="{FF2B5EF4-FFF2-40B4-BE49-F238E27FC236}">
                <a16:creationId xmlns:a16="http://schemas.microsoft.com/office/drawing/2014/main" id="{4410E214-EF1C-4D03-8C6A-C6BFE4B9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驗收包含四種不同證據</a:t>
            </a:r>
          </a:p>
        </p:txBody>
      </p:sp>
      <p:sp>
        <p:nvSpPr>
          <p:cNvPr id="3" name="slide-59-line-3">
            <a:extLst xmlns:a="http://schemas.openxmlformats.org/drawingml/2006/main">
              <a:ext uri="{FF2B5EF4-FFF2-40B4-BE49-F238E27FC236}">
                <a16:creationId xmlns:a16="http://schemas.microsoft.com/office/drawing/2014/main" id="{2F6B8DE3-1A2F-4E8D-8752-089ABCD5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9-text-4">
            <a:extLst xmlns:a="http://schemas.openxmlformats.org/drawingml/2006/main">
              <a:ext uri="{FF2B5EF4-FFF2-40B4-BE49-F238E27FC236}">
                <a16:creationId xmlns:a16="http://schemas.microsoft.com/office/drawing/2014/main" id="{6C79DD5C-6B46-4876-93EE-CC07B9E4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59-text-5">
            <a:extLst xmlns:a="http://schemas.openxmlformats.org/drawingml/2006/main">
              <a:ext uri="{FF2B5EF4-FFF2-40B4-BE49-F238E27FC236}">
                <a16:creationId xmlns:a16="http://schemas.microsoft.com/office/drawing/2014/main" id="{41F87B09-50DD-4ACA-AB35-AF5E900F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59-line-6">
            <a:extLst xmlns:a="http://schemas.openxmlformats.org/drawingml/2006/main">
              <a:ext uri="{FF2B5EF4-FFF2-40B4-BE49-F238E27FC236}">
                <a16:creationId xmlns:a16="http://schemas.microsoft.com/office/drawing/2014/main" id="{E2DB46CC-361B-4542-BDE3-5E50AED8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59-text-7">
            <a:extLst xmlns:a="http://schemas.openxmlformats.org/drawingml/2006/main">
              <a:ext uri="{FF2B5EF4-FFF2-40B4-BE49-F238E27FC236}">
                <a16:creationId xmlns:a16="http://schemas.microsoft.com/office/drawing/2014/main" id="{E74F785E-12BA-4F30-89EA-1A9DA85D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交付</a:t>
            </a:r>
          </a:p>
        </p:txBody>
      </p:sp>
      <p:sp>
        <p:nvSpPr>
          <p:cNvPr id="8" name="slide-59-text-8">
            <a:extLst xmlns:a="http://schemas.openxmlformats.org/drawingml/2006/main">
              <a:ext uri="{FF2B5EF4-FFF2-40B4-BE49-F238E27FC236}">
                <a16:creationId xmlns:a16="http://schemas.microsoft.com/office/drawing/2014/main" id="{2E3B425F-6849-4434-A3D4-44C9368B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約定材料</a:t>
            </a:r>
          </a:p>
        </p:txBody>
      </p:sp>
      <p:sp>
        <p:nvSpPr>
          <p:cNvPr id="9" name="slide-59-text-9">
            <a:extLst xmlns:a="http://schemas.openxmlformats.org/drawingml/2006/main">
              <a:ext uri="{FF2B5EF4-FFF2-40B4-BE49-F238E27FC236}">
                <a16:creationId xmlns:a16="http://schemas.microsoft.com/office/drawing/2014/main" id="{43703E61-61C2-4F22-98C5-403CBAE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是否齊備</a:t>
            </a:r>
          </a:p>
        </p:txBody>
      </p:sp>
      <p:sp>
        <p:nvSpPr>
          <p:cNvPr id="10" name="slide-59-line-10">
            <a:extLst xmlns:a="http://schemas.openxmlformats.org/drawingml/2006/main">
              <a:ext uri="{FF2B5EF4-FFF2-40B4-BE49-F238E27FC236}">
                <a16:creationId xmlns:a16="http://schemas.microsoft.com/office/drawing/2014/main" id="{FAA88B1A-13DB-49DE-815E-7006FC63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59-text-11">
            <a:extLst xmlns:a="http://schemas.openxmlformats.org/drawingml/2006/main">
              <a:ext uri="{FF2B5EF4-FFF2-40B4-BE49-F238E27FC236}">
                <a16:creationId xmlns:a16="http://schemas.microsoft.com/office/drawing/2014/main" id="{E7786C0C-1093-41F8-8919-5486B93B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59-line-12">
            <a:extLst xmlns:a="http://schemas.openxmlformats.org/drawingml/2006/main">
              <a:ext uri="{FF2B5EF4-FFF2-40B4-BE49-F238E27FC236}">
                <a16:creationId xmlns:a16="http://schemas.microsoft.com/office/drawing/2014/main" id="{CDA0155D-A662-40C2-87A3-E4B67CE5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59-text-13">
            <a:extLst xmlns:a="http://schemas.openxmlformats.org/drawingml/2006/main">
              <a:ext uri="{FF2B5EF4-FFF2-40B4-BE49-F238E27FC236}">
                <a16:creationId xmlns:a16="http://schemas.microsoft.com/office/drawing/2014/main" id="{40DF7527-72F6-4CEB-90CF-E849652E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系統</a:t>
            </a:r>
          </a:p>
        </p:txBody>
      </p:sp>
      <p:sp>
        <p:nvSpPr>
          <p:cNvPr id="14" name="slide-59-text-14">
            <a:extLst xmlns:a="http://schemas.openxmlformats.org/drawingml/2006/main">
              <a:ext uri="{FF2B5EF4-FFF2-40B4-BE49-F238E27FC236}">
                <a16:creationId xmlns:a16="http://schemas.microsoft.com/office/drawing/2014/main" id="{4C293C9B-90C4-4F41-989E-1C7BA31C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功能與限制</a:t>
            </a:r>
          </a:p>
        </p:txBody>
      </p:sp>
      <p:sp>
        <p:nvSpPr>
          <p:cNvPr id="15" name="slide-59-text-15">
            <a:extLst xmlns:a="http://schemas.openxmlformats.org/drawingml/2006/main">
              <a:ext uri="{FF2B5EF4-FFF2-40B4-BE49-F238E27FC236}">
                <a16:creationId xmlns:a16="http://schemas.microsoft.com/office/drawing/2014/main" id="{0A819F45-2132-48E8-9DD4-0327B2A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是否已驗證</a:t>
            </a:r>
          </a:p>
        </p:txBody>
      </p:sp>
      <p:sp>
        <p:nvSpPr>
          <p:cNvPr id="16" name="slide-59-line-16">
            <a:extLst xmlns:a="http://schemas.openxmlformats.org/drawingml/2006/main">
              <a:ext uri="{FF2B5EF4-FFF2-40B4-BE49-F238E27FC236}">
                <a16:creationId xmlns:a16="http://schemas.microsoft.com/office/drawing/2014/main" id="{C0024B52-6C0C-480B-818B-5981C754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59-text-17">
            <a:extLst xmlns:a="http://schemas.openxmlformats.org/drawingml/2006/main">
              <a:ext uri="{FF2B5EF4-FFF2-40B4-BE49-F238E27FC236}">
                <a16:creationId xmlns:a16="http://schemas.microsoft.com/office/drawing/2014/main" id="{CB4E9925-2F65-4090-91A8-497637D0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59-line-18">
            <a:extLst xmlns:a="http://schemas.openxmlformats.org/drawingml/2006/main">
              <a:ext uri="{FF2B5EF4-FFF2-40B4-BE49-F238E27FC236}">
                <a16:creationId xmlns:a16="http://schemas.microsoft.com/office/drawing/2014/main" id="{5929F320-9BCB-46D4-82F7-0BD0A6D4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59-text-19">
            <a:extLst xmlns:a="http://schemas.openxmlformats.org/drawingml/2006/main">
              <a:ext uri="{FF2B5EF4-FFF2-40B4-BE49-F238E27FC236}">
                <a16:creationId xmlns:a16="http://schemas.microsoft.com/office/drawing/2014/main" id="{6DC53EFD-6798-4576-A9BA-68B8DE40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採用</a:t>
            </a:r>
          </a:p>
        </p:txBody>
      </p:sp>
      <p:sp>
        <p:nvSpPr>
          <p:cNvPr id="20" name="slide-59-text-20">
            <a:extLst xmlns:a="http://schemas.openxmlformats.org/drawingml/2006/main">
              <a:ext uri="{FF2B5EF4-FFF2-40B4-BE49-F238E27FC236}">
                <a16:creationId xmlns:a16="http://schemas.microsoft.com/office/drawing/2014/main" id="{4227AD00-0043-495B-B37B-56F3D6A3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教師是否</a:t>
            </a:r>
          </a:p>
        </p:txBody>
      </p:sp>
      <p:sp>
        <p:nvSpPr>
          <p:cNvPr id="21" name="slide-59-text-21">
            <a:extLst xmlns:a="http://schemas.openxmlformats.org/drawingml/2006/main">
              <a:ext uri="{FF2B5EF4-FFF2-40B4-BE49-F238E27FC236}">
                <a16:creationId xmlns:a16="http://schemas.microsoft.com/office/drawing/2014/main" id="{AF03AD22-C522-4D43-984C-7CB7F088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實際使用</a:t>
            </a:r>
          </a:p>
        </p:txBody>
      </p:sp>
      <p:sp>
        <p:nvSpPr>
          <p:cNvPr id="22" name="slide-59-line-22">
            <a:extLst xmlns:a="http://schemas.openxmlformats.org/drawingml/2006/main">
              <a:ext uri="{FF2B5EF4-FFF2-40B4-BE49-F238E27FC236}">
                <a16:creationId xmlns:a16="http://schemas.microsoft.com/office/drawing/2014/main" id="{4777D78F-1740-4A22-A205-9AED6484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3" name="slide-59-text-23">
            <a:extLst xmlns:a="http://schemas.openxmlformats.org/drawingml/2006/main">
              <a:ext uri="{FF2B5EF4-FFF2-40B4-BE49-F238E27FC236}">
                <a16:creationId xmlns:a16="http://schemas.microsoft.com/office/drawing/2014/main" id="{F2AFDADB-1FEF-49A0-82C0-18D0374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59-line-24">
            <a:extLst xmlns:a="http://schemas.openxmlformats.org/drawingml/2006/main">
              <a:ext uri="{FF2B5EF4-FFF2-40B4-BE49-F238E27FC236}">
                <a16:creationId xmlns:a16="http://schemas.microsoft.com/office/drawing/2014/main" id="{75EFD07D-41FA-4CFB-8142-69D9F892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5" name="slide-59-text-25">
            <a:extLst xmlns:a="http://schemas.openxmlformats.org/drawingml/2006/main">
              <a:ext uri="{FF2B5EF4-FFF2-40B4-BE49-F238E27FC236}">
                <a16:creationId xmlns:a16="http://schemas.microsoft.com/office/drawing/2014/main" id="{F346C2EA-5EA3-4864-B482-5B34DB35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結果</a:t>
            </a:r>
          </a:p>
        </p:txBody>
      </p:sp>
      <p:sp>
        <p:nvSpPr>
          <p:cNvPr id="26" name="slide-59-text-26">
            <a:extLst xmlns:a="http://schemas.openxmlformats.org/drawingml/2006/main">
              <a:ext uri="{FF2B5EF4-FFF2-40B4-BE49-F238E27FC236}">
                <a16:creationId xmlns:a16="http://schemas.microsoft.com/office/drawing/2014/main" id="{3BEDC9C2-F6DF-46F1-9A51-AC8C1EE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預期效果</a:t>
            </a:r>
          </a:p>
        </p:txBody>
      </p:sp>
      <p:sp>
        <p:nvSpPr>
          <p:cNvPr id="27" name="slide-59-text-27">
            <a:extLst xmlns:a="http://schemas.openxmlformats.org/drawingml/2006/main">
              <a:ext uri="{FF2B5EF4-FFF2-40B4-BE49-F238E27FC236}">
                <a16:creationId xmlns:a16="http://schemas.microsoft.com/office/drawing/2014/main" id="{CBEAE4FB-2441-4A10-BD1C-057ED6A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是否有證據</a:t>
            </a:r>
          </a:p>
        </p:txBody>
      </p:sp>
      <p:sp>
        <p:nvSpPr>
          <p:cNvPr id="28" name="slide-59-text-28">
            <a:extLst xmlns:a="http://schemas.openxmlformats.org/drawingml/2006/main">
              <a:ext uri="{FF2B5EF4-FFF2-40B4-BE49-F238E27FC236}">
                <a16:creationId xmlns:a16="http://schemas.microsoft.com/office/drawing/2014/main" id="{037BA4E3-3DD6-448D-954D-44354788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完成文件、系統可用與學習提升，不能互相代替。</a:t>
            </a:r>
          </a:p>
        </p:txBody>
      </p:sp>
      <p:sp>
        <p:nvSpPr>
          <p:cNvPr id="29" name="slide-59-text-29">
            <a:extLst xmlns:a="http://schemas.openxmlformats.org/drawingml/2006/main">
              <a:ext uri="{FF2B5EF4-FFF2-40B4-BE49-F238E27FC236}">
                <a16:creationId xmlns:a16="http://schemas.microsoft.com/office/drawing/2014/main" id="{B167AFD8-94E4-4ADD-927D-BDF23C84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59 / 66</a:t>
            </a:r>
          </a:p>
        </p:txBody>
      </p:sp>
    </p:spTree>
    <p:extLst>
      <p:ext uri="{BB962C8B-B14F-4D97-AF65-F5344CB8AC3E}">
        <p14:creationId xmlns:p14="http://schemas.microsoft.com/office/powerpoint/2010/main" val="60083383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60-text-1">
            <a:extLst xmlns:a="http://schemas.openxmlformats.org/drawingml/2006/main">
              <a:ext uri="{FF2B5EF4-FFF2-40B4-BE49-F238E27FC236}">
                <a16:creationId xmlns:a16="http://schemas.microsoft.com/office/drawing/2014/main" id="{B0E6FAD7-5554-4D89-B3ED-FD98BAAA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   能力轉移</a:t>
            </a:r>
          </a:p>
        </p:txBody>
      </p:sp>
      <p:sp>
        <p:nvSpPr>
          <p:cNvPr id="2" name="slide-60-text-2">
            <a:extLst xmlns:a="http://schemas.openxmlformats.org/drawingml/2006/main">
              <a:ext uri="{FF2B5EF4-FFF2-40B4-BE49-F238E27FC236}">
                <a16:creationId xmlns:a16="http://schemas.microsoft.com/office/drawing/2014/main" id="{5C537060-9DC5-43AE-BC8C-FE320375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接手的人需要相應的運行權</a:t>
            </a:r>
          </a:p>
        </p:txBody>
      </p:sp>
      <p:sp>
        <p:nvSpPr>
          <p:cNvPr id="3" name="slide-60-line-3">
            <a:extLst xmlns:a="http://schemas.openxmlformats.org/drawingml/2006/main">
              <a:ext uri="{FF2B5EF4-FFF2-40B4-BE49-F238E27FC236}">
                <a16:creationId xmlns:a16="http://schemas.microsoft.com/office/drawing/2014/main" id="{38A9A62D-1ACA-4D19-BA1F-9387BE5C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0-text-4">
            <a:extLst xmlns:a="http://schemas.openxmlformats.org/drawingml/2006/main">
              <a:ext uri="{FF2B5EF4-FFF2-40B4-BE49-F238E27FC236}">
                <a16:creationId xmlns:a16="http://schemas.microsoft.com/office/drawing/2014/main" id="{445AFAEC-010D-4577-947D-D6416075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60-text-5">
            <a:extLst xmlns:a="http://schemas.openxmlformats.org/drawingml/2006/main">
              <a:ext uri="{FF2B5EF4-FFF2-40B4-BE49-F238E27FC236}">
                <a16:creationId xmlns:a16="http://schemas.microsoft.com/office/drawing/2014/main" id="{093D6856-E25E-43EB-A9B4-FD096E6E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結果責任</a:t>
            </a:r>
          </a:p>
        </p:txBody>
      </p:sp>
      <p:sp>
        <p:nvSpPr>
          <p:cNvPr id="6" name="slide-60-line-6">
            <a:extLst xmlns:a="http://schemas.openxmlformats.org/drawingml/2006/main">
              <a:ext uri="{FF2B5EF4-FFF2-40B4-BE49-F238E27FC236}">
                <a16:creationId xmlns:a16="http://schemas.microsoft.com/office/drawing/2014/main" id="{B5F7E359-E97D-4350-BFF8-27671C13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60-text-7">
            <a:extLst xmlns:a="http://schemas.openxmlformats.org/drawingml/2006/main">
              <a:ext uri="{FF2B5EF4-FFF2-40B4-BE49-F238E27FC236}">
                <a16:creationId xmlns:a16="http://schemas.microsoft.com/office/drawing/2014/main" id="{8A594C02-7C61-4B41-BA85-760FEF45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理解用途與採用情況</a:t>
            </a:r>
          </a:p>
        </p:txBody>
      </p:sp>
      <p:sp>
        <p:nvSpPr>
          <p:cNvPr id="8" name="slide-60-text-8">
            <a:extLst xmlns:a="http://schemas.openxmlformats.org/drawingml/2006/main">
              <a:ext uri="{FF2B5EF4-FFF2-40B4-BE49-F238E27FC236}">
                <a16:creationId xmlns:a16="http://schemas.microsoft.com/office/drawing/2014/main" id="{FA91ACE0-2F24-4CDE-9A03-ABA348B8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運行責任</a:t>
            </a:r>
          </a:p>
        </p:txBody>
      </p:sp>
      <p:sp>
        <p:nvSpPr>
          <p:cNvPr id="9" name="slide-60-line-9">
            <a:extLst xmlns:a="http://schemas.openxmlformats.org/drawingml/2006/main">
              <a:ext uri="{FF2B5EF4-FFF2-40B4-BE49-F238E27FC236}">
                <a16:creationId xmlns:a16="http://schemas.microsoft.com/office/drawing/2014/main" id="{381D4B89-A2E0-45DF-B354-F0C2A39B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9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0" name="slide-60-text-10">
            <a:extLst xmlns:a="http://schemas.openxmlformats.org/drawingml/2006/main">
              <a:ext uri="{FF2B5EF4-FFF2-40B4-BE49-F238E27FC236}">
                <a16:creationId xmlns:a16="http://schemas.microsoft.com/office/drawing/2014/main" id="{9E8CE1D0-6260-4C86-9307-7A625AB0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33800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有權操作、停止與恢復</a:t>
            </a:r>
          </a:p>
        </p:txBody>
      </p:sp>
      <p:sp>
        <p:nvSpPr>
          <p:cNvPr id="11" name="slide-60-text-11">
            <a:extLst xmlns:a="http://schemas.openxmlformats.org/drawingml/2006/main">
              <a:ext uri="{FF2B5EF4-FFF2-40B4-BE49-F238E27FC236}">
                <a16:creationId xmlns:a16="http://schemas.microsoft.com/office/drawing/2014/main" id="{59E9C353-E4E2-4B7A-B28C-21E247CB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證據與治理</a:t>
            </a:r>
          </a:p>
        </p:txBody>
      </p:sp>
      <p:sp>
        <p:nvSpPr>
          <p:cNvPr id="12" name="slide-60-line-12">
            <a:extLst xmlns:a="http://schemas.openxmlformats.org/drawingml/2006/main">
              <a:ext uri="{FF2B5EF4-FFF2-40B4-BE49-F238E27FC236}">
                <a16:creationId xmlns:a16="http://schemas.microsoft.com/office/drawing/2014/main" id="{710892C4-B53B-444F-92FD-FA2AE732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9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3" name="slide-60-text-13">
            <a:extLst xmlns:a="http://schemas.openxmlformats.org/drawingml/2006/main">
              <a:ext uri="{FF2B5EF4-FFF2-40B4-BE49-F238E27FC236}">
                <a16:creationId xmlns:a16="http://schemas.microsoft.com/office/drawing/2014/main" id="{5E9FB6F3-5593-4AF2-BCCB-8BC8B227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能核對來源、標準與風險</a:t>
            </a:r>
          </a:p>
        </p:txBody>
      </p:sp>
      <p:sp>
        <p:nvSpPr>
          <p:cNvPr id="14" name="slide-60-text-14">
            <a:extLst xmlns:a="http://schemas.openxmlformats.org/drawingml/2006/main">
              <a:ext uri="{FF2B5EF4-FFF2-40B4-BE49-F238E27FC236}">
                <a16:creationId xmlns:a16="http://schemas.microsoft.com/office/drawing/2014/main" id="{F11C47C7-A1A5-4D85-A892-E1030E4A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六類責任是工作內容；這裏確認接手後由誰承擔，並給予相應權限。</a:t>
            </a:r>
          </a:p>
        </p:txBody>
      </p:sp>
      <p:sp>
        <p:nvSpPr>
          <p:cNvPr id="15" name="slide-60-text-15">
            <a:extLst xmlns:a="http://schemas.openxmlformats.org/drawingml/2006/main">
              <a:ext uri="{FF2B5EF4-FFF2-40B4-BE49-F238E27FC236}">
                <a16:creationId xmlns:a16="http://schemas.microsoft.com/office/drawing/2014/main" id="{60723F0D-3404-4B70-9C0C-60F76459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60 / 66</a:t>
            </a:r>
          </a:p>
        </p:txBody>
      </p:sp>
    </p:spTree>
    <p:extLst>
      <p:ext uri="{BB962C8B-B14F-4D97-AF65-F5344CB8AC3E}">
        <p14:creationId xmlns:p14="http://schemas.microsoft.com/office/powerpoint/2010/main" val="192927258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61-text-1">
            <a:extLst xmlns:a="http://schemas.openxmlformats.org/drawingml/2006/main">
              <a:ext uri="{FF2B5EF4-FFF2-40B4-BE49-F238E27FC236}">
                <a16:creationId xmlns:a16="http://schemas.microsoft.com/office/drawing/2014/main" id="{7D016CAB-31BA-4D8B-A5AB-99B33C8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   接管檢驗</a:t>
            </a:r>
          </a:p>
        </p:txBody>
      </p:sp>
      <p:sp>
        <p:nvSpPr>
          <p:cNvPr id="2" name="slide-61-text-2">
            <a:extLst xmlns:a="http://schemas.openxmlformats.org/drawingml/2006/main">
              <a:ext uri="{FF2B5EF4-FFF2-40B4-BE49-F238E27FC236}">
                <a16:creationId xmlns:a16="http://schemas.microsoft.com/office/drawing/2014/main" id="{6EE5DFC6-8E20-4F3A-97CF-CB3E9257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離場測試檢驗獨立接管能力</a:t>
            </a:r>
          </a:p>
        </p:txBody>
      </p:sp>
      <p:sp>
        <p:nvSpPr>
          <p:cNvPr id="3" name="slide-61-line-3">
            <a:extLst xmlns:a="http://schemas.openxmlformats.org/drawingml/2006/main">
              <a:ext uri="{FF2B5EF4-FFF2-40B4-BE49-F238E27FC236}">
                <a16:creationId xmlns:a16="http://schemas.microsoft.com/office/drawing/2014/main" id="{2E54BEF0-F356-4E2D-8488-53A0F11D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61-text-4">
            <a:extLst xmlns:a="http://schemas.openxmlformats.org/drawingml/2006/main">
              <a:ext uri="{FF2B5EF4-FFF2-40B4-BE49-F238E27FC236}">
                <a16:creationId xmlns:a16="http://schemas.microsoft.com/office/drawing/2014/main" id="{E45DE2A1-944C-4782-A729-8F1B500E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61-text-5">
            <a:extLst xmlns:a="http://schemas.openxmlformats.org/drawingml/2006/main">
              <a:ext uri="{FF2B5EF4-FFF2-40B4-BE49-F238E27FC236}">
                <a16:creationId xmlns:a16="http://schemas.microsoft.com/office/drawing/2014/main" id="{1B64DFE3-02B8-4439-B338-D1C04999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61-line-6">
            <a:extLst xmlns:a="http://schemas.openxmlformats.org/drawingml/2006/main">
              <a:ext uri="{FF2B5EF4-FFF2-40B4-BE49-F238E27FC236}">
                <a16:creationId xmlns:a16="http://schemas.microsoft.com/office/drawing/2014/main" id="{78C18690-448B-43D7-8F85-41A30A00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61-text-7">
            <a:extLst xmlns:a="http://schemas.openxmlformats.org/drawingml/2006/main">
              <a:ext uri="{FF2B5EF4-FFF2-40B4-BE49-F238E27FC236}">
                <a16:creationId xmlns:a16="http://schemas.microsoft.com/office/drawing/2014/main" id="{9A18CC7E-A4F3-42C9-9128-840C9837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另一組接手</a:t>
            </a:r>
          </a:p>
        </p:txBody>
      </p:sp>
      <p:sp>
        <p:nvSpPr>
          <p:cNvPr id="8" name="slide-61-text-8">
            <a:extLst xmlns:a="http://schemas.openxmlformats.org/drawingml/2006/main">
              <a:ext uri="{FF2B5EF4-FFF2-40B4-BE49-F238E27FC236}">
                <a16:creationId xmlns:a16="http://schemas.microsoft.com/office/drawing/2014/main" id="{4C802E60-4202-4248-9222-1C21AA47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用交接資料</a:t>
            </a:r>
          </a:p>
        </p:txBody>
      </p:sp>
      <p:sp>
        <p:nvSpPr>
          <p:cNvPr id="9" name="slide-61-text-9">
            <a:extLst xmlns:a="http://schemas.openxmlformats.org/drawingml/2006/main">
              <a:ext uri="{FF2B5EF4-FFF2-40B4-BE49-F238E27FC236}">
                <a16:creationId xmlns:a16="http://schemas.microsoft.com/office/drawing/2014/main" id="{BDAB6476-EC01-4C15-AF25-BE39E257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完成同類導讀</a:t>
            </a:r>
          </a:p>
        </p:txBody>
      </p:sp>
      <p:sp>
        <p:nvSpPr>
          <p:cNvPr id="10" name="slide-61-line-10">
            <a:extLst xmlns:a="http://schemas.openxmlformats.org/drawingml/2006/main">
              <a:ext uri="{FF2B5EF4-FFF2-40B4-BE49-F238E27FC236}">
                <a16:creationId xmlns:a16="http://schemas.microsoft.com/office/drawing/2014/main" id="{AEC37094-953F-42EE-822A-A5C19F12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61-text-11">
            <a:extLst xmlns:a="http://schemas.openxmlformats.org/drawingml/2006/main">
              <a:ext uri="{FF2B5EF4-FFF2-40B4-BE49-F238E27FC236}">
                <a16:creationId xmlns:a16="http://schemas.microsoft.com/office/drawing/2014/main" id="{1BE706ED-A184-4900-9DA7-6BFA739E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61-line-12">
            <a:extLst xmlns:a="http://schemas.openxmlformats.org/drawingml/2006/main">
              <a:ext uri="{FF2B5EF4-FFF2-40B4-BE49-F238E27FC236}">
                <a16:creationId xmlns:a16="http://schemas.microsoft.com/office/drawing/2014/main" id="{6D3ACA3A-B7C2-49B1-B46C-2A06A0AB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61-text-13">
            <a:extLst xmlns:a="http://schemas.openxmlformats.org/drawingml/2006/main">
              <a:ext uri="{FF2B5EF4-FFF2-40B4-BE49-F238E27FC236}">
                <a16:creationId xmlns:a16="http://schemas.microsoft.com/office/drawing/2014/main" id="{2CBE54EB-A6C1-4082-9B34-9C105A20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放入已知異常</a:t>
            </a:r>
          </a:p>
        </p:txBody>
      </p:sp>
      <p:sp>
        <p:nvSpPr>
          <p:cNvPr id="14" name="slide-61-text-14">
            <a:extLst xmlns:a="http://schemas.openxmlformats.org/drawingml/2006/main">
              <a:ext uri="{FF2B5EF4-FFF2-40B4-BE49-F238E27FC236}">
                <a16:creationId xmlns:a16="http://schemas.microsoft.com/office/drawing/2014/main" id="{91E87E0F-A8A9-48E1-9D9D-4A568D6B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隔離副本中</a:t>
            </a:r>
          </a:p>
        </p:txBody>
      </p:sp>
      <p:sp>
        <p:nvSpPr>
          <p:cNvPr id="15" name="slide-61-text-15">
            <a:extLst xmlns:a="http://schemas.openxmlformats.org/drawingml/2006/main">
              <a:ext uri="{FF2B5EF4-FFF2-40B4-BE49-F238E27FC236}">
                <a16:creationId xmlns:a16="http://schemas.microsoft.com/office/drawing/2014/main" id="{B87F4503-F8E6-4AD3-B3E6-12F339D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改動原文版本</a:t>
            </a:r>
          </a:p>
        </p:txBody>
      </p:sp>
      <p:sp>
        <p:nvSpPr>
          <p:cNvPr id="16" name="slide-61-line-16">
            <a:extLst xmlns:a="http://schemas.openxmlformats.org/drawingml/2006/main">
              <a:ext uri="{FF2B5EF4-FFF2-40B4-BE49-F238E27FC236}">
                <a16:creationId xmlns:a16="http://schemas.microsoft.com/office/drawing/2014/main" id="{788CBD5A-7AB5-4A89-A779-5AC87744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61-text-17">
            <a:extLst xmlns:a="http://schemas.openxmlformats.org/drawingml/2006/main">
              <a:ext uri="{FF2B5EF4-FFF2-40B4-BE49-F238E27FC236}">
                <a16:creationId xmlns:a16="http://schemas.microsoft.com/office/drawing/2014/main" id="{58891A12-35A1-4BB9-A4FA-9A6A11AC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61-line-18">
            <a:extLst xmlns:a="http://schemas.openxmlformats.org/drawingml/2006/main">
              <a:ext uri="{FF2B5EF4-FFF2-40B4-BE49-F238E27FC236}">
                <a16:creationId xmlns:a16="http://schemas.microsoft.com/office/drawing/2014/main" id="{AFACEFF8-F486-4015-AEE4-7531FB9E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61-text-19">
            <a:extLst xmlns:a="http://schemas.openxmlformats.org/drawingml/2006/main">
              <a:ext uri="{FF2B5EF4-FFF2-40B4-BE49-F238E27FC236}">
                <a16:creationId xmlns:a16="http://schemas.microsoft.com/office/drawing/2014/main" id="{ECB2CF08-10D9-400A-BF6A-693E66F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核對與恢復</a:t>
            </a:r>
          </a:p>
        </p:txBody>
      </p:sp>
      <p:sp>
        <p:nvSpPr>
          <p:cNvPr id="20" name="slide-61-text-20">
            <a:extLst xmlns:a="http://schemas.openxmlformats.org/drawingml/2006/main">
              <a:ext uri="{FF2B5EF4-FFF2-40B4-BE49-F238E27FC236}">
                <a16:creationId xmlns:a16="http://schemas.microsoft.com/office/drawing/2014/main" id="{CCDE3E90-7EF2-475F-B502-A4705572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發現版本不符</a:t>
            </a:r>
          </a:p>
        </p:txBody>
      </p:sp>
      <p:sp>
        <p:nvSpPr>
          <p:cNvPr id="21" name="slide-61-text-21">
            <a:extLst xmlns:a="http://schemas.openxmlformats.org/drawingml/2006/main">
              <a:ext uri="{FF2B5EF4-FFF2-40B4-BE49-F238E27FC236}">
                <a16:creationId xmlns:a16="http://schemas.microsoft.com/office/drawing/2014/main" id="{8CFD885A-B65A-4A44-BCBD-E9B5C47C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恢復後重新審查</a:t>
            </a:r>
          </a:p>
        </p:txBody>
      </p:sp>
      <p:sp>
        <p:nvSpPr>
          <p:cNvPr id="22" name="slide-61-text-22">
            <a:extLst xmlns:a="http://schemas.openxmlformats.org/drawingml/2006/main">
              <a:ext uri="{FF2B5EF4-FFF2-40B4-BE49-F238E27FC236}">
                <a16:creationId xmlns:a16="http://schemas.microsoft.com/office/drawing/2014/main" id="{07B3798D-6286-40F3-AC7D-30314EF1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演練建議：原作者不逐步口授，保留約定支援，不動正式資料。</a:t>
            </a:r>
          </a:p>
        </p:txBody>
      </p:sp>
      <p:sp>
        <p:nvSpPr>
          <p:cNvPr id="23" name="slide-61-text-23">
            <a:extLst xmlns:a="http://schemas.openxmlformats.org/drawingml/2006/main">
              <a:ext uri="{FF2B5EF4-FFF2-40B4-BE49-F238E27FC236}">
                <a16:creationId xmlns:a16="http://schemas.microsoft.com/office/drawing/2014/main" id="{5015B0F1-9972-4C09-BA3D-F83C4D88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61 / 66</a:t>
            </a:r>
          </a:p>
        </p:txBody>
      </p:sp>
    </p:spTree>
    <p:extLst>
      <p:ext uri="{BB962C8B-B14F-4D97-AF65-F5344CB8AC3E}">
        <p14:creationId xmlns:p14="http://schemas.microsoft.com/office/powerpoint/2010/main" val="76440498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62-text-1">
            <a:extLst xmlns:a="http://schemas.openxmlformats.org/drawingml/2006/main">
              <a:ext uri="{FF2B5EF4-FFF2-40B4-BE49-F238E27FC236}">
                <a16:creationId xmlns:a16="http://schemas.microsoft.com/office/drawing/2014/main" id="{742D0232-29CC-4E04-9933-E59A187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   回到大學學習</a:t>
            </a:r>
          </a:p>
        </p:txBody>
      </p:sp>
      <p:sp>
        <p:nvSpPr>
          <p:cNvPr id="2" name="slide-62-text-2">
            <a:extLst xmlns:a="http://schemas.openxmlformats.org/drawingml/2006/main">
              <a:ext uri="{FF2B5EF4-FFF2-40B4-BE49-F238E27FC236}">
                <a16:creationId xmlns:a16="http://schemas.microsoft.com/office/drawing/2014/main" id="{7D3C5804-1C20-4DFC-9BE8-C288E747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團隊接管與個人學習需要分開檢驗</a:t>
            </a:r>
          </a:p>
        </p:txBody>
      </p:sp>
      <p:sp>
        <p:nvSpPr>
          <p:cNvPr id="3" name="slide-62-line-3">
            <a:extLst xmlns:a="http://schemas.openxmlformats.org/drawingml/2006/main">
              <a:ext uri="{FF2B5EF4-FFF2-40B4-BE49-F238E27FC236}">
                <a16:creationId xmlns:a16="http://schemas.microsoft.com/office/drawing/2014/main" id="{5E9CEA87-316F-472B-ABAF-28DE5305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2-text-4">
            <a:extLst xmlns:a="http://schemas.openxmlformats.org/drawingml/2006/main">
              <a:ext uri="{FF2B5EF4-FFF2-40B4-BE49-F238E27FC236}">
                <a16:creationId xmlns:a16="http://schemas.microsoft.com/office/drawing/2014/main" id="{B2254F30-8629-455B-980F-9579F97D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62-text-5">
            <a:extLst xmlns:a="http://schemas.openxmlformats.org/drawingml/2006/main">
              <a:ext uri="{FF2B5EF4-FFF2-40B4-BE49-F238E27FC236}">
                <a16:creationId xmlns:a16="http://schemas.microsoft.com/office/drawing/2014/main" id="{496E8C6A-21C7-4BE8-AF45-96E372D8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獨立理解</a:t>
            </a:r>
          </a:p>
        </p:txBody>
      </p:sp>
      <p:sp>
        <p:nvSpPr>
          <p:cNvPr id="6" name="slide-62-line-6">
            <a:extLst xmlns:a="http://schemas.openxmlformats.org/drawingml/2006/main">
              <a:ext uri="{FF2B5EF4-FFF2-40B4-BE49-F238E27FC236}">
                <a16:creationId xmlns:a16="http://schemas.microsoft.com/office/drawing/2014/main" id="{70A79269-3969-4301-80CC-E2A45B05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62-text-7">
            <a:extLst xmlns:a="http://schemas.openxmlformats.org/drawingml/2006/main">
              <a:ext uri="{FF2B5EF4-FFF2-40B4-BE49-F238E27FC236}">
                <a16:creationId xmlns:a16="http://schemas.microsoft.com/office/drawing/2014/main" id="{9484C665-13BE-4D77-BB1C-735D92E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自己說明重要判斷</a:t>
            </a:r>
          </a:p>
        </p:txBody>
      </p:sp>
      <p:sp>
        <p:nvSpPr>
          <p:cNvPr id="8" name="slide-62-text-8">
            <a:extLst xmlns:a="http://schemas.openxmlformats.org/drawingml/2006/main">
              <a:ext uri="{FF2B5EF4-FFF2-40B4-BE49-F238E27FC236}">
                <a16:creationId xmlns:a16="http://schemas.microsoft.com/office/drawing/2014/main" id="{6BC18292-0BD6-4464-89F8-FFD2D5B7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2116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指出證據仍不足之處</a:t>
            </a:r>
          </a:p>
        </p:txBody>
      </p:sp>
      <p:sp>
        <p:nvSpPr>
          <p:cNvPr id="9" name="slide-62-text-9">
            <a:extLst xmlns:a="http://schemas.openxmlformats.org/drawingml/2006/main">
              <a:ext uri="{FF2B5EF4-FFF2-40B4-BE49-F238E27FC236}">
                <a16:creationId xmlns:a16="http://schemas.microsoft.com/office/drawing/2014/main" id="{4BCE8497-3E77-47E8-B694-72C9FEC5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協作與遷移</a:t>
            </a:r>
          </a:p>
        </p:txBody>
      </p:sp>
      <p:sp>
        <p:nvSpPr>
          <p:cNvPr id="10" name="slide-62-line-10">
            <a:extLst xmlns:a="http://schemas.openxmlformats.org/drawingml/2006/main">
              <a:ext uri="{FF2B5EF4-FFF2-40B4-BE49-F238E27FC236}">
                <a16:creationId xmlns:a16="http://schemas.microsoft.com/office/drawing/2014/main" id="{22BFDFE6-37B3-4A46-A3DC-2BD44355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28975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62-text-11">
            <a:extLst xmlns:a="http://schemas.openxmlformats.org/drawingml/2006/main">
              <a:ext uri="{FF2B5EF4-FFF2-40B4-BE49-F238E27FC236}">
                <a16:creationId xmlns:a16="http://schemas.microsoft.com/office/drawing/2014/main" id="{48355A9E-12BE-459E-B7FA-5E2CB6B6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52825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保留 AI，改變任務條件</a:t>
            </a:r>
          </a:p>
        </p:txBody>
      </p:sp>
      <p:sp>
        <p:nvSpPr>
          <p:cNvPr id="12" name="slide-62-text-12">
            <a:extLst xmlns:a="http://schemas.openxmlformats.org/drawingml/2006/main">
              <a:ext uri="{FF2B5EF4-FFF2-40B4-BE49-F238E27FC236}">
                <a16:creationId xmlns:a16="http://schemas.microsoft.com/office/drawing/2014/main" id="{1CA6D5A0-C6D2-4277-983E-BFB56510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72116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檢查方法如何調整</a:t>
            </a:r>
          </a:p>
        </p:txBody>
      </p:sp>
      <p:sp>
        <p:nvSpPr>
          <p:cNvPr id="13" name="slide-62-text-13">
            <a:extLst xmlns:a="http://schemas.openxmlformats.org/drawingml/2006/main">
              <a:ext uri="{FF2B5EF4-FFF2-40B4-BE49-F238E27FC236}">
                <a16:creationId xmlns:a16="http://schemas.microsoft.com/office/drawing/2014/main" id="{4038CC9F-7EEE-4865-A5EE-30FCFE4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兩種檢驗回答不同問題，採用方式由學習目標決定。</a:t>
            </a:r>
          </a:p>
        </p:txBody>
      </p:sp>
      <p:sp>
        <p:nvSpPr>
          <p:cNvPr id="14" name="slide-62-text-14">
            <a:extLst xmlns:a="http://schemas.openxmlformats.org/drawingml/2006/main">
              <a:ext uri="{FF2B5EF4-FFF2-40B4-BE49-F238E27FC236}">
                <a16:creationId xmlns:a16="http://schemas.microsoft.com/office/drawing/2014/main" id="{519D1FC6-E715-43B3-9897-4CF6FDB2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62 / 66</a:t>
            </a:r>
          </a:p>
        </p:txBody>
      </p:sp>
    </p:spTree>
    <p:extLst>
      <p:ext uri="{BB962C8B-B14F-4D97-AF65-F5344CB8AC3E}">
        <p14:creationId xmlns:p14="http://schemas.microsoft.com/office/powerpoint/2010/main" val="82805935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63-text-1">
            <a:extLst xmlns:a="http://schemas.openxmlformats.org/drawingml/2006/main">
              <a:ext uri="{FF2B5EF4-FFF2-40B4-BE49-F238E27FC236}">
                <a16:creationId xmlns:a16="http://schemas.microsoft.com/office/drawing/2014/main" id="{CA1774AA-FA0D-42C9-B81D-230DE089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   企業家的未來人才判斷</a:t>
            </a:r>
          </a:p>
        </p:txBody>
      </p:sp>
      <p:sp>
        <p:nvSpPr>
          <p:cNvPr id="2" name="slide-63-text-2">
            <a:extLst xmlns:a="http://schemas.openxmlformats.org/drawingml/2006/main">
              <a:ext uri="{FF2B5EF4-FFF2-40B4-BE49-F238E27FC236}">
                <a16:creationId xmlns:a16="http://schemas.microsoft.com/office/drawing/2014/main" id="{4F2DC44E-099E-4C4B-AC9C-347CF820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作品說明裏，我希望看到判斷的依據</a:t>
            </a:r>
          </a:p>
        </p:txBody>
      </p:sp>
      <p:sp>
        <p:nvSpPr>
          <p:cNvPr id="3" name="slide-63-line-3">
            <a:extLst xmlns:a="http://schemas.openxmlformats.org/drawingml/2006/main">
              <a:ext uri="{FF2B5EF4-FFF2-40B4-BE49-F238E27FC236}">
                <a16:creationId xmlns:a16="http://schemas.microsoft.com/office/drawing/2014/main" id="{8C1E1649-2030-4130-9C23-5A32CCBB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63-text-4">
            <a:extLst xmlns:a="http://schemas.openxmlformats.org/drawingml/2006/main">
              <a:ext uri="{FF2B5EF4-FFF2-40B4-BE49-F238E27FC236}">
                <a16:creationId xmlns:a16="http://schemas.microsoft.com/office/drawing/2014/main" id="{0869935D-6E61-4BF3-95C7-86D74438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63-text-5">
            <a:extLst xmlns:a="http://schemas.openxmlformats.org/drawingml/2006/main">
              <a:ext uri="{FF2B5EF4-FFF2-40B4-BE49-F238E27FC236}">
                <a16:creationId xmlns:a16="http://schemas.microsoft.com/office/drawing/2014/main" id="{968E3B70-D671-4153-ACA1-7CCE25A4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5241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我查出甚麼</a:t>
            </a:r>
          </a:p>
        </p:txBody>
      </p:sp>
      <p:sp>
        <p:nvSpPr>
          <p:cNvPr id="6" name="slide-63-text-6">
            <a:extLst xmlns:a="http://schemas.openxmlformats.org/drawingml/2006/main">
              <a:ext uri="{FF2B5EF4-FFF2-40B4-BE49-F238E27FC236}">
                <a16:creationId xmlns:a16="http://schemas.microsoft.com/office/drawing/2014/main" id="{AA8F3A45-00DE-40B6-BF47-2E02D4E5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14600"/>
            <a:ext cx="9210675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第 2 題依賴原文沒有的情節</a:t>
            </a:r>
          </a:p>
        </p:txBody>
      </p:sp>
      <p:sp>
        <p:nvSpPr>
          <p:cNvPr id="7" name="slide-63-line-7">
            <a:extLst xmlns:a="http://schemas.openxmlformats.org/drawingml/2006/main">
              <a:ext uri="{FF2B5EF4-FFF2-40B4-BE49-F238E27FC236}">
                <a16:creationId xmlns:a16="http://schemas.microsoft.com/office/drawing/2014/main" id="{5AD15619-5384-4D17-9221-E3CCBC77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63-text-8">
            <a:extLst xmlns:a="http://schemas.openxmlformats.org/drawingml/2006/main">
              <a:ext uri="{FF2B5EF4-FFF2-40B4-BE49-F238E27FC236}">
                <a16:creationId xmlns:a16="http://schemas.microsoft.com/office/drawing/2014/main" id="{21522808-DC54-4D74-9735-872A4037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5241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我改了甚麼</a:t>
            </a:r>
          </a:p>
        </p:txBody>
      </p:sp>
      <p:sp>
        <p:nvSpPr>
          <p:cNvPr id="9" name="slide-63-text-9">
            <a:extLst xmlns:a="http://schemas.openxmlformats.org/drawingml/2006/main">
              <a:ext uri="{FF2B5EF4-FFF2-40B4-BE49-F238E27FC236}">
                <a16:creationId xmlns:a16="http://schemas.microsoft.com/office/drawing/2014/main" id="{3FD67409-F707-4E5D-9F66-3AE1197B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81375"/>
            <a:ext cx="9210675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重寫題目與教師說明，保留文本依據</a:t>
            </a:r>
          </a:p>
        </p:txBody>
      </p:sp>
      <p:sp>
        <p:nvSpPr>
          <p:cNvPr id="10" name="slide-63-line-10">
            <a:extLst xmlns:a="http://schemas.openxmlformats.org/drawingml/2006/main">
              <a:ext uri="{FF2B5EF4-FFF2-40B4-BE49-F238E27FC236}">
                <a16:creationId xmlns:a16="http://schemas.microsoft.com/office/drawing/2014/main" id="{A928D490-C9D9-4C08-A1C8-6C1B40F4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63-text-11">
            <a:extLst xmlns:a="http://schemas.openxmlformats.org/drawingml/2006/main">
              <a:ext uri="{FF2B5EF4-FFF2-40B4-BE49-F238E27FC236}">
                <a16:creationId xmlns:a16="http://schemas.microsoft.com/office/drawing/2014/main" id="{F54D477E-3CB3-4750-B440-811F9B2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5241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誰協助確認</a:t>
            </a:r>
          </a:p>
        </p:txBody>
      </p:sp>
      <p:sp>
        <p:nvSpPr>
          <p:cNvPr id="12" name="slide-63-text-12">
            <a:extLst xmlns:a="http://schemas.openxmlformats.org/drawingml/2006/main">
              <a:ext uri="{FF2B5EF4-FFF2-40B4-BE49-F238E27FC236}">
                <a16:creationId xmlns:a16="http://schemas.microsoft.com/office/drawing/2014/main" id="{7ABA5156-1B3E-4B16-8EC3-99F38D7F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48150"/>
            <a:ext cx="9210675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AI 起草，同伴複核，教師審查適切性</a:t>
            </a:r>
          </a:p>
        </p:txBody>
      </p:sp>
      <p:sp>
        <p:nvSpPr>
          <p:cNvPr id="13" name="slide-63-line-13">
            <a:extLst xmlns:a="http://schemas.openxmlformats.org/drawingml/2006/main">
              <a:ext uri="{FF2B5EF4-FFF2-40B4-BE49-F238E27FC236}">
                <a16:creationId xmlns:a16="http://schemas.microsoft.com/office/drawing/2014/main" id="{F4D47180-B59E-42DA-9ECD-100B7867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63-text-14">
            <a:extLst xmlns:a="http://schemas.openxmlformats.org/drawingml/2006/main">
              <a:ext uri="{FF2B5EF4-FFF2-40B4-BE49-F238E27FC236}">
                <a16:creationId xmlns:a16="http://schemas.microsoft.com/office/drawing/2014/main" id="{A70F4430-6E39-47D3-8B3D-C7AA94BF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25241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仍不知道甚麼</a:t>
            </a:r>
          </a:p>
        </p:txBody>
      </p:sp>
      <p:sp>
        <p:nvSpPr>
          <p:cNvPr id="15" name="slide-63-text-15">
            <a:extLst xmlns:a="http://schemas.openxmlformats.org/drawingml/2006/main">
              <a:ext uri="{FF2B5EF4-FFF2-40B4-BE49-F238E27FC236}">
                <a16:creationId xmlns:a16="http://schemas.microsoft.com/office/drawing/2014/main" id="{AD51C661-B840-43B6-B359-FCE1BB81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14925"/>
            <a:ext cx="9210675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內容已修正，學生理解是否提升仍待檢驗</a:t>
            </a:r>
          </a:p>
        </p:txBody>
      </p:sp>
      <p:sp>
        <p:nvSpPr>
          <p:cNvPr id="16" name="slide-63-line-16">
            <a:extLst xmlns:a="http://schemas.openxmlformats.org/drawingml/2006/main">
              <a:ext uri="{FF2B5EF4-FFF2-40B4-BE49-F238E27FC236}">
                <a16:creationId xmlns:a16="http://schemas.microsoft.com/office/drawing/2014/main" id="{C962F174-5EAB-433F-ABA2-DB5B4108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63-text-17">
            <a:extLst xmlns:a="http://schemas.openxmlformats.org/drawingml/2006/main">
              <a:ext uri="{FF2B5EF4-FFF2-40B4-BE49-F238E27FC236}">
                <a16:creationId xmlns:a16="http://schemas.microsoft.com/office/drawing/2014/main" id="{DBCF1583-DD9D-4EE3-8A99-1A181BA4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構擬作品說明。實際求職應據實交代個人、AI 與他人的貢獻。</a:t>
            </a:r>
          </a:p>
        </p:txBody>
      </p:sp>
      <p:sp>
        <p:nvSpPr>
          <p:cNvPr id="18" name="slide-63-text-18">
            <a:extLst xmlns:a="http://schemas.openxmlformats.org/drawingml/2006/main">
              <a:ext uri="{FF2B5EF4-FFF2-40B4-BE49-F238E27FC236}">
                <a16:creationId xmlns:a16="http://schemas.microsoft.com/office/drawing/2014/main" id="{CDFBAF0A-F734-4F17-8748-1C19CBD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63 / 66</a:t>
            </a:r>
          </a:p>
        </p:txBody>
      </p:sp>
    </p:spTree>
    <p:extLst>
      <p:ext uri="{BB962C8B-B14F-4D97-AF65-F5344CB8AC3E}">
        <p14:creationId xmlns:p14="http://schemas.microsoft.com/office/powerpoint/2010/main" val="138889820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64-text-1">
            <a:extLst xmlns:a="http://schemas.openxmlformats.org/drawingml/2006/main">
              <a:ext uri="{FF2B5EF4-FFF2-40B4-BE49-F238E27FC236}">
                <a16:creationId xmlns:a16="http://schemas.microsoft.com/office/drawing/2014/main" id="{42BBBEFF-81CD-4D7F-A14D-A93861ED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   企業的責任</a:t>
            </a:r>
          </a:p>
        </p:txBody>
      </p:sp>
      <p:sp>
        <p:nvSpPr>
          <p:cNvPr id="2" name="slide-64-text-2">
            <a:extLst xmlns:a="http://schemas.openxmlformats.org/drawingml/2006/main">
              <a:ext uri="{FF2B5EF4-FFF2-40B4-BE49-F238E27FC236}">
                <a16:creationId xmlns:a16="http://schemas.microsoft.com/office/drawing/2014/main" id="{ADF5A2C8-5960-4F57-8246-1710CD66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企業要保留新人練習判斷的機會</a:t>
            </a:r>
          </a:p>
        </p:txBody>
      </p:sp>
      <p:sp>
        <p:nvSpPr>
          <p:cNvPr id="3" name="slide-64-line-3">
            <a:extLst xmlns:a="http://schemas.openxmlformats.org/drawingml/2006/main">
              <a:ext uri="{FF2B5EF4-FFF2-40B4-BE49-F238E27FC236}">
                <a16:creationId xmlns:a16="http://schemas.microsoft.com/office/drawing/2014/main" id="{A4A37C60-9B0F-4A8B-B0ED-1261EE3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4-text-4">
            <a:extLst xmlns:a="http://schemas.openxmlformats.org/drawingml/2006/main">
              <a:ext uri="{FF2B5EF4-FFF2-40B4-BE49-F238E27FC236}">
                <a16:creationId xmlns:a16="http://schemas.microsoft.com/office/drawing/2014/main" id="{64482A1F-8117-4BFF-8EFE-287F739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64-text-5">
            <a:extLst xmlns:a="http://schemas.openxmlformats.org/drawingml/2006/main">
              <a:ext uri="{FF2B5EF4-FFF2-40B4-BE49-F238E27FC236}">
                <a16:creationId xmlns:a16="http://schemas.microsoft.com/office/drawing/2014/main" id="{BAC3DBA2-DE94-4870-8F04-0175A0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20396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小而完整的任務</a:t>
            </a:r>
          </a:p>
        </p:txBody>
      </p:sp>
      <p:sp>
        <p:nvSpPr>
          <p:cNvPr id="6" name="slide-64-text-6">
            <a:extLst xmlns:a="http://schemas.openxmlformats.org/drawingml/2006/main">
              <a:ext uri="{FF2B5EF4-FFF2-40B4-BE49-F238E27FC236}">
                <a16:creationId xmlns:a16="http://schemas.microsoft.com/office/drawing/2014/main" id="{D3926E99-181A-4FD0-B73B-C959A6D9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2058"/>
            <a:ext cx="120396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及時且具體的回饋</a:t>
            </a:r>
          </a:p>
        </p:txBody>
      </p:sp>
      <p:sp>
        <p:nvSpPr>
          <p:cNvPr id="7" name="slide-64-text-7">
            <a:extLst xmlns:a="http://schemas.openxmlformats.org/drawingml/2006/main">
              <a:ext uri="{FF2B5EF4-FFF2-40B4-BE49-F238E27FC236}">
                <a16:creationId xmlns:a16="http://schemas.microsoft.com/office/drawing/2014/main" id="{9B81F999-7144-49E5-8D65-4670B11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20396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企業提供支援與求助途徑，再隨能力擴大委託範圍。</a:t>
            </a:r>
          </a:p>
        </p:txBody>
      </p:sp>
      <p:sp>
        <p:nvSpPr>
          <p:cNvPr id="8" name="slide-64-text-8">
            <a:extLst xmlns:a="http://schemas.openxmlformats.org/drawingml/2006/main">
              <a:ext uri="{FF2B5EF4-FFF2-40B4-BE49-F238E27FC236}">
                <a16:creationId xmlns:a16="http://schemas.microsoft.com/office/drawing/2014/main" id="{FDBD9405-44A7-421E-AB2B-90BD642A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人才要求與培養條件，需要由組織共同承擔。</a:t>
            </a:r>
          </a:p>
        </p:txBody>
      </p:sp>
      <p:sp>
        <p:nvSpPr>
          <p:cNvPr id="9" name="slide-64-text-9">
            <a:extLst xmlns:a="http://schemas.openxmlformats.org/drawingml/2006/main">
              <a:ext uri="{FF2B5EF4-FFF2-40B4-BE49-F238E27FC236}">
                <a16:creationId xmlns:a16="http://schemas.microsoft.com/office/drawing/2014/main" id="{04CFE6F1-9CCF-4640-B563-9CACA5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64 / 66</a:t>
            </a:r>
          </a:p>
        </p:txBody>
      </p:sp>
    </p:spTree>
    <p:extLst>
      <p:ext uri="{BB962C8B-B14F-4D97-AF65-F5344CB8AC3E}">
        <p14:creationId xmlns:p14="http://schemas.microsoft.com/office/powerpoint/2010/main" val="135800227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65-text-1">
            <a:extLst xmlns:a="http://schemas.openxmlformats.org/drawingml/2006/main">
              <a:ext uri="{FF2B5EF4-FFF2-40B4-BE49-F238E27FC236}">
                <a16:creationId xmlns:a16="http://schemas.microsoft.com/office/drawing/2014/main" id="{838EB433-AC0B-4B3B-ACC8-1DA18357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總結   同一個故事</a:t>
            </a:r>
          </a:p>
        </p:txBody>
      </p:sp>
      <p:sp>
        <p:nvSpPr>
          <p:cNvPr id="2" name="slide-65-text-2">
            <a:extLst xmlns:a="http://schemas.openxmlformats.org/drawingml/2006/main">
              <a:ext uri="{FF2B5EF4-FFF2-40B4-BE49-F238E27FC236}">
                <a16:creationId xmlns:a16="http://schemas.microsoft.com/office/drawing/2014/main" id="{EE87E2EF-B9F8-497D-AFD1-FEFD2183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回到那位準備課堂的教師</a:t>
            </a:r>
          </a:p>
        </p:txBody>
      </p:sp>
      <p:sp>
        <p:nvSpPr>
          <p:cNvPr id="3" name="slide-65-line-3">
            <a:extLst xmlns:a="http://schemas.openxmlformats.org/drawingml/2006/main">
              <a:ext uri="{FF2B5EF4-FFF2-40B4-BE49-F238E27FC236}">
                <a16:creationId xmlns:a16="http://schemas.microsoft.com/office/drawing/2014/main" id="{CF25081D-7183-4512-9C8C-7C293271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65-text-4">
            <a:extLst xmlns:a="http://schemas.openxmlformats.org/drawingml/2006/main">
              <a:ext uri="{FF2B5EF4-FFF2-40B4-BE49-F238E27FC236}">
                <a16:creationId xmlns:a16="http://schemas.microsoft.com/office/drawing/2014/main" id="{03B5CF0F-F831-48CA-A63C-DCECF2D9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65-text-5">
            <a:extLst xmlns:a="http://schemas.openxmlformats.org/drawingml/2006/main">
              <a:ext uri="{FF2B5EF4-FFF2-40B4-BE49-F238E27FC236}">
                <a16:creationId xmlns:a16="http://schemas.microsoft.com/office/drawing/2014/main" id="{EA352A1B-BD63-4C0A-BEBE-EF2E4428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65-line-6">
            <a:extLst xmlns:a="http://schemas.openxmlformats.org/drawingml/2006/main">
              <a:ext uri="{FF2B5EF4-FFF2-40B4-BE49-F238E27FC236}">
                <a16:creationId xmlns:a16="http://schemas.microsoft.com/office/drawing/2014/main" id="{14B72B80-87F5-42E9-AB0B-C3804897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65-text-7">
            <a:extLst xmlns:a="http://schemas.openxmlformats.org/drawingml/2006/main">
              <a:ext uri="{FF2B5EF4-FFF2-40B4-BE49-F238E27FC236}">
                <a16:creationId xmlns:a16="http://schemas.microsoft.com/office/drawing/2014/main" id="{63B7F8C7-72C3-428D-BF1D-0E94261F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共同理解</a:t>
            </a:r>
          </a:p>
        </p:txBody>
      </p:sp>
      <p:sp>
        <p:nvSpPr>
          <p:cNvPr id="8" name="slide-65-text-8">
            <a:extLst xmlns:a="http://schemas.openxmlformats.org/drawingml/2006/main">
              <a:ext uri="{FF2B5EF4-FFF2-40B4-BE49-F238E27FC236}">
                <a16:creationId xmlns:a16="http://schemas.microsoft.com/office/drawing/2014/main" id="{03775215-9994-4BB7-813E-5BEF349A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任務、證據</a:t>
            </a:r>
          </a:p>
        </p:txBody>
      </p:sp>
      <p:sp>
        <p:nvSpPr>
          <p:cNvPr id="9" name="slide-65-text-9">
            <a:extLst xmlns:a="http://schemas.openxmlformats.org/drawingml/2006/main">
              <a:ext uri="{FF2B5EF4-FFF2-40B4-BE49-F238E27FC236}">
                <a16:creationId xmlns:a16="http://schemas.microsoft.com/office/drawing/2014/main" id="{19C03CA4-D38E-43A6-9DFD-6E08CA45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與承諾</a:t>
            </a:r>
          </a:p>
        </p:txBody>
      </p:sp>
      <p:sp>
        <p:nvSpPr>
          <p:cNvPr id="10" name="slide-65-line-10">
            <a:extLst xmlns:a="http://schemas.openxmlformats.org/drawingml/2006/main">
              <a:ext uri="{FF2B5EF4-FFF2-40B4-BE49-F238E27FC236}">
                <a16:creationId xmlns:a16="http://schemas.microsoft.com/office/drawing/2014/main" id="{BA36F2B2-8BD1-4F56-A05B-186E4F9F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65-text-11">
            <a:extLst xmlns:a="http://schemas.openxmlformats.org/drawingml/2006/main">
              <a:ext uri="{FF2B5EF4-FFF2-40B4-BE49-F238E27FC236}">
                <a16:creationId xmlns:a16="http://schemas.microsoft.com/office/drawing/2014/main" id="{F9F3A0CA-77CB-4522-A5AA-17E8415A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65-line-12">
            <a:extLst xmlns:a="http://schemas.openxmlformats.org/drawingml/2006/main">
              <a:ext uri="{FF2B5EF4-FFF2-40B4-BE49-F238E27FC236}">
                <a16:creationId xmlns:a16="http://schemas.microsoft.com/office/drawing/2014/main" id="{47C5ED91-AB72-45E0-99FA-AF901FC2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65-text-13">
            <a:extLst xmlns:a="http://schemas.openxmlformats.org/drawingml/2006/main">
              <a:ext uri="{FF2B5EF4-FFF2-40B4-BE49-F238E27FC236}">
                <a16:creationId xmlns:a16="http://schemas.microsoft.com/office/drawing/2014/main" id="{514F39BE-E28E-4660-9A64-871AFCFC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受控執行</a:t>
            </a:r>
          </a:p>
        </p:txBody>
      </p:sp>
      <p:sp>
        <p:nvSpPr>
          <p:cNvPr id="14" name="slide-65-text-14">
            <a:extLst xmlns:a="http://schemas.openxmlformats.org/drawingml/2006/main">
              <a:ext uri="{FF2B5EF4-FFF2-40B4-BE49-F238E27FC236}">
                <a16:creationId xmlns:a16="http://schemas.microsoft.com/office/drawing/2014/main" id="{1C89413C-7036-4D08-8736-5D48F4B5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工具、權限</a:t>
            </a:r>
          </a:p>
        </p:txBody>
      </p:sp>
      <p:sp>
        <p:nvSpPr>
          <p:cNvPr id="15" name="slide-65-text-15">
            <a:extLst xmlns:a="http://schemas.openxmlformats.org/drawingml/2006/main">
              <a:ext uri="{FF2B5EF4-FFF2-40B4-BE49-F238E27FC236}">
                <a16:creationId xmlns:a16="http://schemas.microsoft.com/office/drawing/2014/main" id="{3FB28D72-6367-4704-92BA-B1547922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與驗證</a:t>
            </a:r>
          </a:p>
        </p:txBody>
      </p:sp>
      <p:sp>
        <p:nvSpPr>
          <p:cNvPr id="16" name="slide-65-line-16">
            <a:extLst xmlns:a="http://schemas.openxmlformats.org/drawingml/2006/main">
              <a:ext uri="{FF2B5EF4-FFF2-40B4-BE49-F238E27FC236}">
                <a16:creationId xmlns:a16="http://schemas.microsoft.com/office/drawing/2014/main" id="{8D230C13-0606-4E67-BF6A-FABB3A6C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65-text-17">
            <a:extLst xmlns:a="http://schemas.openxmlformats.org/drawingml/2006/main">
              <a:ext uri="{FF2B5EF4-FFF2-40B4-BE49-F238E27FC236}">
                <a16:creationId xmlns:a16="http://schemas.microsoft.com/office/drawing/2014/main" id="{3BF9ECFB-41AF-4136-B11A-DAAF4F7A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65-line-18">
            <a:extLst xmlns:a="http://schemas.openxmlformats.org/drawingml/2006/main">
              <a:ext uri="{FF2B5EF4-FFF2-40B4-BE49-F238E27FC236}">
                <a16:creationId xmlns:a16="http://schemas.microsoft.com/office/drawing/2014/main" id="{013EC7D6-D960-4423-A8D3-1A65A972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65-text-19">
            <a:extLst xmlns:a="http://schemas.openxmlformats.org/drawingml/2006/main">
              <a:ext uri="{FF2B5EF4-FFF2-40B4-BE49-F238E27FC236}">
                <a16:creationId xmlns:a16="http://schemas.microsoft.com/office/drawing/2014/main" id="{0326FDB2-1C42-4207-9712-0DBDB1B4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持續接管</a:t>
            </a:r>
          </a:p>
        </p:txBody>
      </p:sp>
      <p:sp>
        <p:nvSpPr>
          <p:cNvPr id="20" name="slide-65-text-20">
            <a:extLst xmlns:a="http://schemas.openxmlformats.org/drawingml/2006/main">
              <a:ext uri="{FF2B5EF4-FFF2-40B4-BE49-F238E27FC236}">
                <a16:creationId xmlns:a16="http://schemas.microsoft.com/office/drawing/2014/main" id="{C8ABE800-6425-4420-A499-5D4A6888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記憶、分工</a:t>
            </a:r>
          </a:p>
        </p:txBody>
      </p:sp>
      <p:sp>
        <p:nvSpPr>
          <p:cNvPr id="21" name="slide-65-text-21">
            <a:extLst xmlns:a="http://schemas.openxmlformats.org/drawingml/2006/main">
              <a:ext uri="{FF2B5EF4-FFF2-40B4-BE49-F238E27FC236}">
                <a16:creationId xmlns:a16="http://schemas.microsoft.com/office/drawing/2014/main" id="{9DD62A0F-5554-4576-8C78-4FBFFA46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與恢復</a:t>
            </a:r>
          </a:p>
        </p:txBody>
      </p:sp>
      <p:sp>
        <p:nvSpPr>
          <p:cNvPr id="22" name="slide-65-line-22">
            <a:extLst xmlns:a="http://schemas.openxmlformats.org/drawingml/2006/main">
              <a:ext uri="{FF2B5EF4-FFF2-40B4-BE49-F238E27FC236}">
                <a16:creationId xmlns:a16="http://schemas.microsoft.com/office/drawing/2014/main" id="{7C4287E5-7DB9-4F8E-A78C-DE9C5AE9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3" name="slide-65-text-23">
            <a:extLst xmlns:a="http://schemas.openxmlformats.org/drawingml/2006/main">
              <a:ext uri="{FF2B5EF4-FFF2-40B4-BE49-F238E27FC236}">
                <a16:creationId xmlns:a16="http://schemas.microsoft.com/office/drawing/2014/main" id="{C0A8EF6F-7866-4387-AFEA-3BAD6C32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65-line-24">
            <a:extLst xmlns:a="http://schemas.openxmlformats.org/drawingml/2006/main">
              <a:ext uri="{FF2B5EF4-FFF2-40B4-BE49-F238E27FC236}">
                <a16:creationId xmlns:a16="http://schemas.microsoft.com/office/drawing/2014/main" id="{FE9772BA-829C-43F6-97B5-BCFD435E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5" name="slide-65-text-25">
            <a:extLst xmlns:a="http://schemas.openxmlformats.org/drawingml/2006/main">
              <a:ext uri="{FF2B5EF4-FFF2-40B4-BE49-F238E27FC236}">
                <a16:creationId xmlns:a16="http://schemas.microsoft.com/office/drawing/2014/main" id="{9FE36DE9-54F9-4FAB-8363-35EBAAD6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根據結果修訂</a:t>
            </a:r>
          </a:p>
        </p:txBody>
      </p:sp>
      <p:sp>
        <p:nvSpPr>
          <p:cNvPr id="26" name="slide-65-text-26">
            <a:extLst xmlns:a="http://schemas.openxmlformats.org/drawingml/2006/main">
              <a:ext uri="{FF2B5EF4-FFF2-40B4-BE49-F238E27FC236}">
                <a16:creationId xmlns:a16="http://schemas.microsoft.com/office/drawing/2014/main" id="{6E771A1E-50DC-4A06-9246-51914F92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採用、結果</a:t>
            </a:r>
          </a:p>
        </p:txBody>
      </p:sp>
      <p:sp>
        <p:nvSpPr>
          <p:cNvPr id="27" name="slide-65-text-27">
            <a:extLst xmlns:a="http://schemas.openxmlformats.org/drawingml/2006/main">
              <a:ext uri="{FF2B5EF4-FFF2-40B4-BE49-F238E27FC236}">
                <a16:creationId xmlns:a16="http://schemas.microsoft.com/office/drawing/2014/main" id="{07C3B1DF-95AD-4457-9847-125C64F2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與方法更新</a:t>
            </a:r>
          </a:p>
        </p:txBody>
      </p:sp>
      <p:sp>
        <p:nvSpPr>
          <p:cNvPr id="28" name="slide-65-text-28">
            <a:extLst xmlns:a="http://schemas.openxmlformats.org/drawingml/2006/main">
              <a:ext uri="{FF2B5EF4-FFF2-40B4-BE49-F238E27FC236}">
                <a16:creationId xmlns:a16="http://schemas.microsoft.com/office/drawing/2014/main" id="{EE5B4783-82F9-4CD8-8F30-85842DAB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可靠的工作，需要這些條件在同一個項目中實際成立。</a:t>
            </a:r>
          </a:p>
        </p:txBody>
      </p:sp>
      <p:sp>
        <p:nvSpPr>
          <p:cNvPr id="29" name="slide-65-text-29">
            <a:extLst xmlns:a="http://schemas.openxmlformats.org/drawingml/2006/main">
              <a:ext uri="{FF2B5EF4-FFF2-40B4-BE49-F238E27FC236}">
                <a16:creationId xmlns:a16="http://schemas.microsoft.com/office/drawing/2014/main" id="{595525D8-1029-4736-BC14-5F4041CD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65 / 66</a:t>
            </a:r>
          </a:p>
        </p:txBody>
      </p:sp>
    </p:spTree>
    <p:extLst>
      <p:ext uri="{BB962C8B-B14F-4D97-AF65-F5344CB8AC3E}">
        <p14:creationId xmlns:p14="http://schemas.microsoft.com/office/powerpoint/2010/main" val="78849186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66-text-1">
            <a:extLst xmlns:a="http://schemas.openxmlformats.org/drawingml/2006/main">
              <a:ext uri="{FF2B5EF4-FFF2-40B4-BE49-F238E27FC236}">
                <a16:creationId xmlns:a16="http://schemas.microsoft.com/office/drawing/2014/main" id="{B8C8E76F-2EC6-4622-8068-AB4BC949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結語與討論</a:t>
            </a:r>
          </a:p>
        </p:txBody>
      </p:sp>
      <p:sp>
        <p:nvSpPr>
          <p:cNvPr id="2" name="slide-66-text-2">
            <a:extLst xmlns:a="http://schemas.openxmlformats.org/drawingml/2006/main">
              <a:ext uri="{FF2B5EF4-FFF2-40B4-BE49-F238E27FC236}">
                <a16:creationId xmlns:a16="http://schemas.microsoft.com/office/drawing/2014/main" id="{294DAD98-0B77-4FDA-B382-AF5DA6A8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時代，中文傳意連接判斷與合作</a:t>
            </a:r>
          </a:p>
        </p:txBody>
      </p:sp>
      <p:sp>
        <p:nvSpPr>
          <p:cNvPr id="3" name="slide-66-line-3">
            <a:extLst xmlns:a="http://schemas.openxmlformats.org/drawingml/2006/main">
              <a:ext uri="{FF2B5EF4-FFF2-40B4-BE49-F238E27FC236}">
                <a16:creationId xmlns:a16="http://schemas.microsoft.com/office/drawing/2014/main" id="{D4BFCF38-3FB2-42C4-9A46-78DDBB56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6-text-4">
            <a:extLst xmlns:a="http://schemas.openxmlformats.org/drawingml/2006/main">
              <a:ext uri="{FF2B5EF4-FFF2-40B4-BE49-F238E27FC236}">
                <a16:creationId xmlns:a16="http://schemas.microsoft.com/office/drawing/2014/main" id="{3C6FF26F-473D-4AFC-8986-EEFBBDD4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辛海洋（Tony），CocoRobo</a:t>
            </a:r>
          </a:p>
        </p:txBody>
      </p:sp>
      <p:sp>
        <p:nvSpPr>
          <p:cNvPr id="5" name="slide-66-text-5">
            <a:extLst xmlns:a="http://schemas.openxmlformats.org/drawingml/2006/main">
              <a:ext uri="{FF2B5EF4-FFF2-40B4-BE49-F238E27FC236}">
                <a16:creationId xmlns:a16="http://schemas.microsoft.com/office/drawing/2014/main" id="{D61B0467-A4FB-4B4D-BECB-92CB2687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20396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能夠說明判斷</a:t>
            </a:r>
          </a:p>
        </p:txBody>
      </p:sp>
      <p:sp>
        <p:nvSpPr>
          <p:cNvPr id="6" name="slide-66-text-6">
            <a:extLst xmlns:a="http://schemas.openxmlformats.org/drawingml/2006/main">
              <a:ext uri="{FF2B5EF4-FFF2-40B4-BE49-F238E27FC236}">
                <a16:creationId xmlns:a16="http://schemas.microsoft.com/office/drawing/2014/main" id="{E0513DF6-E25E-4BE0-9FFF-3972FAEC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4334"/>
            <a:ext cx="120396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也能讓工作繼續</a:t>
            </a:r>
          </a:p>
        </p:txBody>
      </p:sp>
      <p:sp>
        <p:nvSpPr>
          <p:cNvPr id="7" name="slide-66-text-7">
            <a:extLst xmlns:a="http://schemas.openxmlformats.org/drawingml/2006/main">
              <a:ext uri="{FF2B5EF4-FFF2-40B4-BE49-F238E27FC236}">
                <a16:creationId xmlns:a16="http://schemas.microsoft.com/office/drawing/2014/main" id="{434C706C-8A0B-474E-B9FA-7BA44339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20396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在你的專業裏，哪些判斷需要親自練習？</a:t>
            </a:r>
          </a:p>
        </p:txBody>
      </p:sp>
      <p:sp>
        <p:nvSpPr>
          <p:cNvPr id="8" name="slide-66-text-8">
            <a:extLst xmlns:a="http://schemas.openxmlformats.org/drawingml/2006/main">
              <a:ext uri="{FF2B5EF4-FFF2-40B4-BE49-F238E27FC236}">
                <a16:creationId xmlns:a16="http://schemas.microsoft.com/office/drawing/2014/main" id="{836EC4F2-0C7F-4C30-8F8E-D0362B2D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203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01–04</a:t>
            </a:r>
          </a:p>
        </p:txBody>
      </p:sp>
      <p:sp>
        <p:nvSpPr>
          <p:cNvPr id="9" name="slide-66-text-9">
            <a:extLst xmlns:a="http://schemas.openxmlformats.org/drawingml/2006/main">
              <a:ext uri="{FF2B5EF4-FFF2-40B4-BE49-F238E27FC236}">
                <a16:creationId xmlns:a16="http://schemas.microsoft.com/office/drawing/2014/main" id="{3FB48045-3BE7-49D7-97FB-25935098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tonyxinvip.github.io/slides/</a:t>
            </a:r>
          </a:p>
        </p:txBody>
      </p:sp>
      <p:sp>
        <p:nvSpPr>
          <p:cNvPr id="10" name="slide-66-text-10">
            <a:extLst xmlns:a="http://schemas.openxmlformats.org/drawingml/2006/main">
              <a:ext uri="{FF2B5EF4-FFF2-40B4-BE49-F238E27FC236}">
                <a16:creationId xmlns:a16="http://schemas.microsoft.com/office/drawing/2014/main" id="{3443D82C-C696-42DB-AEB1-ECC72062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66 / 66</a:t>
            </a:r>
          </a:p>
        </p:txBody>
      </p:sp>
    </p:spTree>
    <p:extLst>
      <p:ext uri="{BB962C8B-B14F-4D97-AF65-F5344CB8AC3E}">
        <p14:creationId xmlns:p14="http://schemas.microsoft.com/office/powerpoint/2010/main" val="1445042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2026-09-23T07:15:05.7120000Z</dcterms:created>
  <dcterms:modified xsi:type="dcterms:W3CDTF">2026-09-23T07:15:05.7130000Z</dcterms:modified>
</coreProperties>
</file>