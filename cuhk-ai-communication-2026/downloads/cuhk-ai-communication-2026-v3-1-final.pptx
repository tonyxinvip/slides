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2df82613b642f4" /><Relationship Type="http://schemas.openxmlformats.org/officeDocument/2006/relationships/extended-properties" Target="/docProps/app.xml" Id="R1be9f1a12a754c3e" /><Relationship Type="http://schemas.openxmlformats.org/officeDocument/2006/relationships/officeDocument" Target="/ppt/presentation.xml" Id="R1f799eb5fec84e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eefcacd994789"/>
  </p:sldMasterIdLst>
  <p:notesMasterIdLst>
    <p:notesMasterId xmlns:r="http://schemas.openxmlformats.org/officeDocument/2006/relationships" r:id="R070e8e42cccc4c81"/>
  </p:notesMasterIdLst>
  <p:sldIdLst>
    <p:sldId xmlns:r="http://schemas.openxmlformats.org/officeDocument/2006/relationships" id="256" r:id="R7f6f13c85076428b"/>
    <p:sldId xmlns:r="http://schemas.openxmlformats.org/officeDocument/2006/relationships" id="257" r:id="R05a900a783dd437e"/>
    <p:sldId xmlns:r="http://schemas.openxmlformats.org/officeDocument/2006/relationships" id="258" r:id="Rb26690880dd94130"/>
    <p:sldId xmlns:r="http://schemas.openxmlformats.org/officeDocument/2006/relationships" id="259" r:id="Rdc2a355ba12d49e1"/>
    <p:sldId xmlns:r="http://schemas.openxmlformats.org/officeDocument/2006/relationships" id="260" r:id="R93b1b8bfa6b04204"/>
    <p:sldId xmlns:r="http://schemas.openxmlformats.org/officeDocument/2006/relationships" id="261" r:id="R3884072d294c446a"/>
    <p:sldId xmlns:r="http://schemas.openxmlformats.org/officeDocument/2006/relationships" id="262" r:id="Rc5200ea68fe54ef8"/>
    <p:sldId xmlns:r="http://schemas.openxmlformats.org/officeDocument/2006/relationships" id="263" r:id="R5dc8017b3f274bbe"/>
    <p:sldId xmlns:r="http://schemas.openxmlformats.org/officeDocument/2006/relationships" id="264" r:id="R15d225aa2358404e"/>
    <p:sldId xmlns:r="http://schemas.openxmlformats.org/officeDocument/2006/relationships" id="265" r:id="R6ebbb6ab93d1413b"/>
    <p:sldId xmlns:r="http://schemas.openxmlformats.org/officeDocument/2006/relationships" id="266" r:id="R27526427547846cf"/>
    <p:sldId xmlns:r="http://schemas.openxmlformats.org/officeDocument/2006/relationships" id="267" r:id="R5a605e9648d74398"/>
    <p:sldId xmlns:r="http://schemas.openxmlformats.org/officeDocument/2006/relationships" id="268" r:id="R0fba27c1514342e4"/>
    <p:sldId xmlns:r="http://schemas.openxmlformats.org/officeDocument/2006/relationships" id="269" r:id="R8a0a3ab4053b4d36"/>
    <p:sldId xmlns:r="http://schemas.openxmlformats.org/officeDocument/2006/relationships" id="270" r:id="R14faf47f639e44e6"/>
    <p:sldId xmlns:r="http://schemas.openxmlformats.org/officeDocument/2006/relationships" id="271" r:id="R88c0b16b24d244a1"/>
    <p:sldId xmlns:r="http://schemas.openxmlformats.org/officeDocument/2006/relationships" id="272" r:id="Rba169d2b0cb148c5"/>
    <p:sldId xmlns:r="http://schemas.openxmlformats.org/officeDocument/2006/relationships" id="273" r:id="R4a152202123449cb"/>
    <p:sldId xmlns:r="http://schemas.openxmlformats.org/officeDocument/2006/relationships" id="274" r:id="Rf120b6ddb6654545"/>
    <p:sldId xmlns:r="http://schemas.openxmlformats.org/officeDocument/2006/relationships" id="275" r:id="Rf5b4e82e02d84ed0"/>
    <p:sldId xmlns:r="http://schemas.openxmlformats.org/officeDocument/2006/relationships" id="276" r:id="Rea7da1ec515442cb"/>
    <p:sldId xmlns:r="http://schemas.openxmlformats.org/officeDocument/2006/relationships" id="277" r:id="R534b69bebc9344b8"/>
    <p:sldId xmlns:r="http://schemas.openxmlformats.org/officeDocument/2006/relationships" id="278" r:id="R0b8d42ac42a040ba"/>
    <p:sldId xmlns:r="http://schemas.openxmlformats.org/officeDocument/2006/relationships" id="279" r:id="R253ab8640d504145"/>
    <p:sldId xmlns:r="http://schemas.openxmlformats.org/officeDocument/2006/relationships" id="280" r:id="Rc0a1f60d0e774416"/>
    <p:sldId xmlns:r="http://schemas.openxmlformats.org/officeDocument/2006/relationships" id="281" r:id="R424b3304f61a44cd"/>
    <p:sldId xmlns:r="http://schemas.openxmlformats.org/officeDocument/2006/relationships" id="282" r:id="Ra1b048d636d64259"/>
    <p:sldId xmlns:r="http://schemas.openxmlformats.org/officeDocument/2006/relationships" id="283" r:id="R9a3882c5c88f4312"/>
    <p:sldId xmlns:r="http://schemas.openxmlformats.org/officeDocument/2006/relationships" id="284" r:id="R0d18da7cf4ab413a"/>
    <p:sldId xmlns:r="http://schemas.openxmlformats.org/officeDocument/2006/relationships" id="285" r:id="Rf01237d69ab54f0e"/>
    <p:sldId xmlns:r="http://schemas.openxmlformats.org/officeDocument/2006/relationships" id="286" r:id="Rfc9955fe5d91414a"/>
    <p:sldId xmlns:r="http://schemas.openxmlformats.org/officeDocument/2006/relationships" id="287" r:id="R7006c960fd7640ef"/>
    <p:sldId xmlns:r="http://schemas.openxmlformats.org/officeDocument/2006/relationships" id="288" r:id="R5a154c48506947a0"/>
    <p:sldId xmlns:r="http://schemas.openxmlformats.org/officeDocument/2006/relationships" id="289" r:id="R904ec18996cd453a"/>
    <p:sldId xmlns:r="http://schemas.openxmlformats.org/officeDocument/2006/relationships" id="290" r:id="R7ef53f40a6ff4eca"/>
    <p:sldId xmlns:r="http://schemas.openxmlformats.org/officeDocument/2006/relationships" id="291" r:id="Rf8d3d63bd7cb492b"/>
    <p:sldId xmlns:r="http://schemas.openxmlformats.org/officeDocument/2006/relationships" id="292" r:id="R1df8648cd1634629"/>
    <p:sldId xmlns:r="http://schemas.openxmlformats.org/officeDocument/2006/relationships" id="293" r:id="R6a8de9d7458e41b5"/>
    <p:sldId xmlns:r="http://schemas.openxmlformats.org/officeDocument/2006/relationships" id="294" r:id="R3a15a757a9884ae3"/>
    <p:sldId xmlns:r="http://schemas.openxmlformats.org/officeDocument/2006/relationships" id="295" r:id="R0b079fea0c254dcc"/>
    <p:sldId xmlns:r="http://schemas.openxmlformats.org/officeDocument/2006/relationships" id="296" r:id="Re4e209d433cc4dce"/>
    <p:sldId xmlns:r="http://schemas.openxmlformats.org/officeDocument/2006/relationships" id="297" r:id="R9838feecc8d5488a"/>
    <p:sldId xmlns:r="http://schemas.openxmlformats.org/officeDocument/2006/relationships" id="298" r:id="R2962c7a9c9934849"/>
    <p:sldId xmlns:r="http://schemas.openxmlformats.org/officeDocument/2006/relationships" id="299" r:id="R8903c3ef566e4603"/>
    <p:sldId xmlns:r="http://schemas.openxmlformats.org/officeDocument/2006/relationships" id="300" r:id="R8c3ffa6441624ddf"/>
    <p:sldId xmlns:r="http://schemas.openxmlformats.org/officeDocument/2006/relationships" id="301" r:id="R6b44466702fe4d83"/>
    <p:sldId xmlns:r="http://schemas.openxmlformats.org/officeDocument/2006/relationships" id="302" r:id="R04cd50638b4d4940"/>
    <p:sldId xmlns:r="http://schemas.openxmlformats.org/officeDocument/2006/relationships" id="303" r:id="R1fd22af717b24415"/>
    <p:sldId xmlns:r="http://schemas.openxmlformats.org/officeDocument/2006/relationships" id="304" r:id="R4d37eb08f7e14db4"/>
    <p:sldId xmlns:r="http://schemas.openxmlformats.org/officeDocument/2006/relationships" id="305" r:id="R5d3bce64145647ac"/>
    <p:sldId xmlns:r="http://schemas.openxmlformats.org/officeDocument/2006/relationships" id="306" r:id="Refc9c4761bdb46c6"/>
    <p:sldId xmlns:r="http://schemas.openxmlformats.org/officeDocument/2006/relationships" id="307" r:id="Rf5803d27998c474a"/>
    <p:sldId xmlns:r="http://schemas.openxmlformats.org/officeDocument/2006/relationships" id="308" r:id="R5234fe048f6d4d89"/>
    <p:sldId xmlns:r="http://schemas.openxmlformats.org/officeDocument/2006/relationships" id="309" r:id="R5139ebe0c5e94927"/>
    <p:sldId xmlns:r="http://schemas.openxmlformats.org/officeDocument/2006/relationships" id="310" r:id="Rdab412e82f06403f"/>
    <p:sldId xmlns:r="http://schemas.openxmlformats.org/officeDocument/2006/relationships" id="311" r:id="Rd2dcb61874984081"/>
    <p:sldId xmlns:r="http://schemas.openxmlformats.org/officeDocument/2006/relationships" id="312" r:id="R6f4a15d41ac34745"/>
    <p:sldId xmlns:r="http://schemas.openxmlformats.org/officeDocument/2006/relationships" id="313" r:id="R28267801b7e2472b"/>
    <p:sldId xmlns:r="http://schemas.openxmlformats.org/officeDocument/2006/relationships" id="314" r:id="Rb84bfa5830964963"/>
    <p:sldId xmlns:r="http://schemas.openxmlformats.org/officeDocument/2006/relationships" id="315" r:id="Rd72713ba20f54bf3"/>
    <p:sldId xmlns:r="http://schemas.openxmlformats.org/officeDocument/2006/relationships" id="316" r:id="Rc36b587802d44eaf"/>
    <p:sldId xmlns:r="http://schemas.openxmlformats.org/officeDocument/2006/relationships" id="317" r:id="R98d3e76256db43db"/>
    <p:sldId xmlns:r="http://schemas.openxmlformats.org/officeDocument/2006/relationships" id="318" r:id="R860745f4963f4aa6"/>
    <p:sldId xmlns:r="http://schemas.openxmlformats.org/officeDocument/2006/relationships" id="319" r:id="R4e9cf10493024f65"/>
    <p:sldId xmlns:r="http://schemas.openxmlformats.org/officeDocument/2006/relationships" id="320" r:id="Rd764715e337544cc"/>
    <p:sldId xmlns:r="http://schemas.openxmlformats.org/officeDocument/2006/relationships" id="321" r:id="R20158ca0561145a7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44c06b5fea4455" /><Relationship Type="http://schemas.openxmlformats.org/officeDocument/2006/relationships/slideMaster" Target="/ppt/slideMasters/slideMaster1.xml" Id="R6eceefcacd994789" /><Relationship Type="http://schemas.openxmlformats.org/officeDocument/2006/relationships/notesMaster" Target="/ppt/notesMasters/notesMaster1.xml" Id="R070e8e42cccc4c81" /><Relationship Type="http://schemas.openxmlformats.org/officeDocument/2006/relationships/presProps" Target="/ppt/presProps.xml" Id="R160bc06a35dc421b" /><Relationship Type="http://schemas.openxmlformats.org/officeDocument/2006/relationships/tableStyles" Target="/ppt/tableStyles.xml" Id="R9cc593fb4d1e46da" /><Relationship Type="http://schemas.openxmlformats.org/officeDocument/2006/relationships/slide" Target="/ppt/slides/slide1.xml" Id="R7f6f13c85076428b" /><Relationship Type="http://schemas.openxmlformats.org/officeDocument/2006/relationships/slide" Target="/ppt/slides/slide2.xml" Id="R05a900a783dd437e" /><Relationship Type="http://schemas.openxmlformats.org/officeDocument/2006/relationships/slide" Target="/ppt/slides/slide3.xml" Id="Rb26690880dd94130" /><Relationship Type="http://schemas.openxmlformats.org/officeDocument/2006/relationships/slide" Target="/ppt/slides/slide4.xml" Id="Rdc2a355ba12d49e1" /><Relationship Type="http://schemas.openxmlformats.org/officeDocument/2006/relationships/slide" Target="/ppt/slides/slide5.xml" Id="R93b1b8bfa6b04204" /><Relationship Type="http://schemas.openxmlformats.org/officeDocument/2006/relationships/slide" Target="/ppt/slides/slide6.xml" Id="R3884072d294c446a" /><Relationship Type="http://schemas.openxmlformats.org/officeDocument/2006/relationships/slide" Target="/ppt/slides/slide7.xml" Id="Rc5200ea68fe54ef8" /><Relationship Type="http://schemas.openxmlformats.org/officeDocument/2006/relationships/slide" Target="/ppt/slides/slide8.xml" Id="R5dc8017b3f274bbe" /><Relationship Type="http://schemas.openxmlformats.org/officeDocument/2006/relationships/slide" Target="/ppt/slides/slide9.xml" Id="R15d225aa2358404e" /><Relationship Type="http://schemas.openxmlformats.org/officeDocument/2006/relationships/slide" Target="/ppt/slides/slide10.xml" Id="R6ebbb6ab93d1413b" /><Relationship Type="http://schemas.openxmlformats.org/officeDocument/2006/relationships/slide" Target="/ppt/slides/slide11.xml" Id="R27526427547846cf" /><Relationship Type="http://schemas.openxmlformats.org/officeDocument/2006/relationships/slide" Target="/ppt/slides/slide12.xml" Id="R5a605e9648d74398" /><Relationship Type="http://schemas.openxmlformats.org/officeDocument/2006/relationships/slide" Target="/ppt/slides/slide13.xml" Id="R0fba27c1514342e4" /><Relationship Type="http://schemas.openxmlformats.org/officeDocument/2006/relationships/slide" Target="/ppt/slides/slide14.xml" Id="R8a0a3ab4053b4d36" /><Relationship Type="http://schemas.openxmlformats.org/officeDocument/2006/relationships/slide" Target="/ppt/slides/slide15.xml" Id="R14faf47f639e44e6" /><Relationship Type="http://schemas.openxmlformats.org/officeDocument/2006/relationships/slide" Target="/ppt/slides/slide16.xml" Id="R88c0b16b24d244a1" /><Relationship Type="http://schemas.openxmlformats.org/officeDocument/2006/relationships/slide" Target="/ppt/slides/slide17.xml" Id="Rba169d2b0cb148c5" /><Relationship Type="http://schemas.openxmlformats.org/officeDocument/2006/relationships/slide" Target="/ppt/slides/slide18.xml" Id="R4a152202123449cb" /><Relationship Type="http://schemas.openxmlformats.org/officeDocument/2006/relationships/slide" Target="/ppt/slides/slide19.xml" Id="Rf120b6ddb6654545" /><Relationship Type="http://schemas.openxmlformats.org/officeDocument/2006/relationships/slide" Target="/ppt/slides/slide20.xml" Id="Rf5b4e82e02d84ed0" /><Relationship Type="http://schemas.openxmlformats.org/officeDocument/2006/relationships/slide" Target="/ppt/slides/slide21.xml" Id="Rea7da1ec515442cb" /><Relationship Type="http://schemas.openxmlformats.org/officeDocument/2006/relationships/slide" Target="/ppt/slides/slide22.xml" Id="R534b69bebc9344b8" /><Relationship Type="http://schemas.openxmlformats.org/officeDocument/2006/relationships/slide" Target="/ppt/slides/slide23.xml" Id="R0b8d42ac42a040ba" /><Relationship Type="http://schemas.openxmlformats.org/officeDocument/2006/relationships/slide" Target="/ppt/slides/slide24.xml" Id="R253ab8640d504145" /><Relationship Type="http://schemas.openxmlformats.org/officeDocument/2006/relationships/slide" Target="/ppt/slides/slide25.xml" Id="Rc0a1f60d0e774416" /><Relationship Type="http://schemas.openxmlformats.org/officeDocument/2006/relationships/slide" Target="/ppt/slides/slide26.xml" Id="R424b3304f61a44cd" /><Relationship Type="http://schemas.openxmlformats.org/officeDocument/2006/relationships/slide" Target="/ppt/slides/slide27.xml" Id="Ra1b048d636d64259" /><Relationship Type="http://schemas.openxmlformats.org/officeDocument/2006/relationships/slide" Target="/ppt/slides/slide28.xml" Id="R9a3882c5c88f4312" /><Relationship Type="http://schemas.openxmlformats.org/officeDocument/2006/relationships/slide" Target="/ppt/slides/slide29.xml" Id="R0d18da7cf4ab413a" /><Relationship Type="http://schemas.openxmlformats.org/officeDocument/2006/relationships/slide" Target="/ppt/slides/slide30.xml" Id="Rf01237d69ab54f0e" /><Relationship Type="http://schemas.openxmlformats.org/officeDocument/2006/relationships/slide" Target="/ppt/slides/slide31.xml" Id="Rfc9955fe5d91414a" /><Relationship Type="http://schemas.openxmlformats.org/officeDocument/2006/relationships/slide" Target="/ppt/slides/slide32.xml" Id="R7006c960fd7640ef" /><Relationship Type="http://schemas.openxmlformats.org/officeDocument/2006/relationships/slide" Target="/ppt/slides/slide33.xml" Id="R5a154c48506947a0" /><Relationship Type="http://schemas.openxmlformats.org/officeDocument/2006/relationships/slide" Target="/ppt/slides/slide34.xml" Id="R904ec18996cd453a" /><Relationship Type="http://schemas.openxmlformats.org/officeDocument/2006/relationships/slide" Target="/ppt/slides/slide35.xml" Id="R7ef53f40a6ff4eca" /><Relationship Type="http://schemas.openxmlformats.org/officeDocument/2006/relationships/slide" Target="/ppt/slides/slide36.xml" Id="Rf8d3d63bd7cb492b" /><Relationship Type="http://schemas.openxmlformats.org/officeDocument/2006/relationships/slide" Target="/ppt/slides/slide37.xml" Id="R1df8648cd1634629" /><Relationship Type="http://schemas.openxmlformats.org/officeDocument/2006/relationships/slide" Target="/ppt/slides/slide38.xml" Id="R6a8de9d7458e41b5" /><Relationship Type="http://schemas.openxmlformats.org/officeDocument/2006/relationships/slide" Target="/ppt/slides/slide39.xml" Id="R3a15a757a9884ae3" /><Relationship Type="http://schemas.openxmlformats.org/officeDocument/2006/relationships/slide" Target="/ppt/slides/slide40.xml" Id="R0b079fea0c254dcc" /><Relationship Type="http://schemas.openxmlformats.org/officeDocument/2006/relationships/slide" Target="/ppt/slides/slide41.xml" Id="Re4e209d433cc4dce" /><Relationship Type="http://schemas.openxmlformats.org/officeDocument/2006/relationships/slide" Target="/ppt/slides/slide42.xml" Id="R9838feecc8d5488a" /><Relationship Type="http://schemas.openxmlformats.org/officeDocument/2006/relationships/slide" Target="/ppt/slides/slide43.xml" Id="R2962c7a9c9934849" /><Relationship Type="http://schemas.openxmlformats.org/officeDocument/2006/relationships/slide" Target="/ppt/slides/slide44.xml" Id="R8903c3ef566e4603" /><Relationship Type="http://schemas.openxmlformats.org/officeDocument/2006/relationships/slide" Target="/ppt/slides/slide45.xml" Id="R8c3ffa6441624ddf" /><Relationship Type="http://schemas.openxmlformats.org/officeDocument/2006/relationships/slide" Target="/ppt/slides/slide46.xml" Id="R6b44466702fe4d83" /><Relationship Type="http://schemas.openxmlformats.org/officeDocument/2006/relationships/slide" Target="/ppt/slides/slide47.xml" Id="R04cd50638b4d4940" /><Relationship Type="http://schemas.openxmlformats.org/officeDocument/2006/relationships/slide" Target="/ppt/slides/slide48.xml" Id="R1fd22af717b24415" /><Relationship Type="http://schemas.openxmlformats.org/officeDocument/2006/relationships/slide" Target="/ppt/slides/slide49.xml" Id="R4d37eb08f7e14db4" /><Relationship Type="http://schemas.openxmlformats.org/officeDocument/2006/relationships/slide" Target="/ppt/slides/slide50.xml" Id="R5d3bce64145647ac" /><Relationship Type="http://schemas.openxmlformats.org/officeDocument/2006/relationships/slide" Target="/ppt/slides/slide51.xml" Id="Refc9c4761bdb46c6" /><Relationship Type="http://schemas.openxmlformats.org/officeDocument/2006/relationships/slide" Target="/ppt/slides/slide52.xml" Id="Rf5803d27998c474a" /><Relationship Type="http://schemas.openxmlformats.org/officeDocument/2006/relationships/slide" Target="/ppt/slides/slide53.xml" Id="R5234fe048f6d4d89" /><Relationship Type="http://schemas.openxmlformats.org/officeDocument/2006/relationships/slide" Target="/ppt/slides/slide54.xml" Id="R5139ebe0c5e94927" /><Relationship Type="http://schemas.openxmlformats.org/officeDocument/2006/relationships/slide" Target="/ppt/slides/slide55.xml" Id="Rdab412e82f06403f" /><Relationship Type="http://schemas.openxmlformats.org/officeDocument/2006/relationships/slide" Target="/ppt/slides/slide56.xml" Id="Rd2dcb61874984081" /><Relationship Type="http://schemas.openxmlformats.org/officeDocument/2006/relationships/slide" Target="/ppt/slides/slide57.xml" Id="R6f4a15d41ac34745" /><Relationship Type="http://schemas.openxmlformats.org/officeDocument/2006/relationships/slide" Target="/ppt/slides/slide58.xml" Id="R28267801b7e2472b" /><Relationship Type="http://schemas.openxmlformats.org/officeDocument/2006/relationships/slide" Target="/ppt/slides/slide59.xml" Id="Rb84bfa5830964963" /><Relationship Type="http://schemas.openxmlformats.org/officeDocument/2006/relationships/slide" Target="/ppt/slides/slide60.xml" Id="Rd72713ba20f54bf3" /><Relationship Type="http://schemas.openxmlformats.org/officeDocument/2006/relationships/slide" Target="/ppt/slides/slide61.xml" Id="Rc36b587802d44eaf" /><Relationship Type="http://schemas.openxmlformats.org/officeDocument/2006/relationships/slide" Target="/ppt/slides/slide62.xml" Id="R98d3e76256db43db" /><Relationship Type="http://schemas.openxmlformats.org/officeDocument/2006/relationships/slide" Target="/ppt/slides/slide63.xml" Id="R860745f4963f4aa6" /><Relationship Type="http://schemas.openxmlformats.org/officeDocument/2006/relationships/slide" Target="/ppt/slides/slide64.xml" Id="R4e9cf10493024f65" /><Relationship Type="http://schemas.openxmlformats.org/officeDocument/2006/relationships/slide" Target="/ppt/slides/slide65.xml" Id="Rd764715e337544cc" /><Relationship Type="http://schemas.openxmlformats.org/officeDocument/2006/relationships/slide" Target="/ppt/slides/slide66.xml" Id="R20158ca0561145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13f4a3d33141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a1c9cf9fdb433e" /><Relationship Type="http://schemas.openxmlformats.org/officeDocument/2006/relationships/notesMaster" Target="/ppt/notesMasters/notesMaster1.xml" Id="R6bbaa75621f04f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0c7a02e9448e4" /><Relationship Type="http://schemas.openxmlformats.org/officeDocument/2006/relationships/notesMaster" Target="/ppt/notesMasters/notesMaster1.xml" Id="Rc3750aa76e7d4f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3639ed449490f" /><Relationship Type="http://schemas.openxmlformats.org/officeDocument/2006/relationships/notesMaster" Target="/ppt/notesMasters/notesMaster1.xml" Id="R8b0745aa3c6244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77a34edcbc41a3" /><Relationship Type="http://schemas.openxmlformats.org/officeDocument/2006/relationships/notesMaster" Target="/ppt/notesMasters/notesMaster1.xml" Id="R83e70ccf436744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dcc521a94c4d05" /><Relationship Type="http://schemas.openxmlformats.org/officeDocument/2006/relationships/notesMaster" Target="/ppt/notesMasters/notesMaster1.xml" Id="R1002ea16785b4a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67ac9bb5f8401d" /><Relationship Type="http://schemas.openxmlformats.org/officeDocument/2006/relationships/notesMaster" Target="/ppt/notesMasters/notesMaster1.xml" Id="R15ef82b2b1e045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7a8510ce44e24" /><Relationship Type="http://schemas.openxmlformats.org/officeDocument/2006/relationships/notesMaster" Target="/ppt/notesMasters/notesMaster1.xml" Id="R6a0edd3e4a5a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c8a65cc9c74645" /><Relationship Type="http://schemas.openxmlformats.org/officeDocument/2006/relationships/notesMaster" Target="/ppt/notesMasters/notesMaster1.xml" Id="R01f6191bc0f546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86795b9dba4e64" /><Relationship Type="http://schemas.openxmlformats.org/officeDocument/2006/relationships/notesMaster" Target="/ppt/notesMasters/notesMaster1.xml" Id="Rc3d5d681ac394a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d42abbe9624575" /><Relationship Type="http://schemas.openxmlformats.org/officeDocument/2006/relationships/notesMaster" Target="/ppt/notesMasters/notesMaster1.xml" Id="R57bf8017b2294f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372732057d4ee0" /><Relationship Type="http://schemas.openxmlformats.org/officeDocument/2006/relationships/notesMaster" Target="/ppt/notesMasters/notesMaster1.xml" Id="Rd408b63190da48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b8572152d948f7" /><Relationship Type="http://schemas.openxmlformats.org/officeDocument/2006/relationships/notesMaster" Target="/ppt/notesMasters/notesMaster1.xml" Id="R701fbf0af1d545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b33074629164300" /><Relationship Type="http://schemas.openxmlformats.org/officeDocument/2006/relationships/notesMaster" Target="/ppt/notesMasters/notesMaster1.xml" Id="R53b7b93306d142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64eff40a434216" /><Relationship Type="http://schemas.openxmlformats.org/officeDocument/2006/relationships/notesMaster" Target="/ppt/notesMasters/notesMaster1.xml" Id="R3ee47df9caf041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3b2358c71fa4388" /><Relationship Type="http://schemas.openxmlformats.org/officeDocument/2006/relationships/notesMaster" Target="/ppt/notesMasters/notesMaster1.xml" Id="R0ef60a78fc2b4e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14e7ff2fc047d3" /><Relationship Type="http://schemas.openxmlformats.org/officeDocument/2006/relationships/notesMaster" Target="/ppt/notesMasters/notesMaster1.xml" Id="R1dafb28c5dbb45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01b74d512b34d75" /><Relationship Type="http://schemas.openxmlformats.org/officeDocument/2006/relationships/notesMaster" Target="/ppt/notesMasters/notesMaster1.xml" Id="R46fe663167374a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e2c9cde12b4d9a" /><Relationship Type="http://schemas.openxmlformats.org/officeDocument/2006/relationships/notesMaster" Target="/ppt/notesMasters/notesMaster1.xml" Id="R04cb7f495b4e43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8f6d398c86415b" /><Relationship Type="http://schemas.openxmlformats.org/officeDocument/2006/relationships/notesMaster" Target="/ppt/notesMasters/notesMaster1.xml" Id="R8a187f6a90ff48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508a5b413644bbb" /><Relationship Type="http://schemas.openxmlformats.org/officeDocument/2006/relationships/notesMaster" Target="/ppt/notesMasters/notesMaster1.xml" Id="Rc4c59cbf57924a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3604c25a394fe1" /><Relationship Type="http://schemas.openxmlformats.org/officeDocument/2006/relationships/notesMaster" Target="/ppt/notesMasters/notesMaster1.xml" Id="Re23fd305b469480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f3d8ab42684204" /><Relationship Type="http://schemas.openxmlformats.org/officeDocument/2006/relationships/notesMaster" Target="/ppt/notesMasters/notesMaster1.xml" Id="R09fb8e4ee06946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6cd9ea059c4269" /><Relationship Type="http://schemas.openxmlformats.org/officeDocument/2006/relationships/notesMaster" Target="/ppt/notesMasters/notesMaster1.xml" Id="Rdc065e19ad7d475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a48dd57b834447" /><Relationship Type="http://schemas.openxmlformats.org/officeDocument/2006/relationships/notesMaster" Target="/ppt/notesMasters/notesMaster1.xml" Id="R14abb3ad22624d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3177de8b69642a0" /><Relationship Type="http://schemas.openxmlformats.org/officeDocument/2006/relationships/notesMaster" Target="/ppt/notesMasters/notesMaster1.xml" Id="R5f67a61c16fe41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d17c025c114520" /><Relationship Type="http://schemas.openxmlformats.org/officeDocument/2006/relationships/notesMaster" Target="/ppt/notesMasters/notesMaster1.xml" Id="R6705771216034c4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64ee2469500472c" /><Relationship Type="http://schemas.openxmlformats.org/officeDocument/2006/relationships/notesMaster" Target="/ppt/notesMasters/notesMaster1.xml" Id="Ra2acad757cbc460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03a0f2426e4e5d" /><Relationship Type="http://schemas.openxmlformats.org/officeDocument/2006/relationships/notesMaster" Target="/ppt/notesMasters/notesMaster1.xml" Id="R453142e8de6d4e0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5eb493eb1cb4fb0" /><Relationship Type="http://schemas.openxmlformats.org/officeDocument/2006/relationships/notesMaster" Target="/ppt/notesMasters/notesMaster1.xml" Id="R0011ebaa1dba4a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d85b34e45145f5" /><Relationship Type="http://schemas.openxmlformats.org/officeDocument/2006/relationships/notesMaster" Target="/ppt/notesMasters/notesMaster1.xml" Id="Rf8c73eaf8e43463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d41408d05574209" /><Relationship Type="http://schemas.openxmlformats.org/officeDocument/2006/relationships/notesMaster" Target="/ppt/notesMasters/notesMaster1.xml" Id="R0dd4142d86fb4b6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704c77cf5a74507" /><Relationship Type="http://schemas.openxmlformats.org/officeDocument/2006/relationships/notesMaster" Target="/ppt/notesMasters/notesMaster1.xml" Id="R1ab833d887a74a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8f13b5918504926" /><Relationship Type="http://schemas.openxmlformats.org/officeDocument/2006/relationships/notesMaster" Target="/ppt/notesMasters/notesMaster1.xml" Id="R26328764a614403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17712810d224b24" /><Relationship Type="http://schemas.openxmlformats.org/officeDocument/2006/relationships/notesMaster" Target="/ppt/notesMasters/notesMaster1.xml" Id="R982a8353c78f4ae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19355e0290b41cf" /><Relationship Type="http://schemas.openxmlformats.org/officeDocument/2006/relationships/notesMaster" Target="/ppt/notesMasters/notesMaster1.xml" Id="Re0b0e7a4fd05487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5d9896e75804fbf" /><Relationship Type="http://schemas.openxmlformats.org/officeDocument/2006/relationships/notesMaster" Target="/ppt/notesMasters/notesMaster1.xml" Id="R9f1cfc4e2c174b0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416075b1bd146c9" /><Relationship Type="http://schemas.openxmlformats.org/officeDocument/2006/relationships/notesMaster" Target="/ppt/notesMasters/notesMaster1.xml" Id="R7f5893c021794d5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c4fea3728b14ebd" /><Relationship Type="http://schemas.openxmlformats.org/officeDocument/2006/relationships/notesMaster" Target="/ppt/notesMasters/notesMaster1.xml" Id="R8cacdc8a23244f8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7185814b8794596" /><Relationship Type="http://schemas.openxmlformats.org/officeDocument/2006/relationships/notesMaster" Target="/ppt/notesMasters/notesMaster1.xml" Id="Rb7417e00b4bb4c4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49be1db3c934e17" /><Relationship Type="http://schemas.openxmlformats.org/officeDocument/2006/relationships/notesMaster" Target="/ppt/notesMasters/notesMaster1.xml" Id="R890873167bc2481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1dc006e1890436f" /><Relationship Type="http://schemas.openxmlformats.org/officeDocument/2006/relationships/notesMaster" Target="/ppt/notesMasters/notesMaster1.xml" Id="R37680ef07d1a440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e8a9b51f9504469" /><Relationship Type="http://schemas.openxmlformats.org/officeDocument/2006/relationships/notesMaster" Target="/ppt/notesMasters/notesMaster1.xml" Id="Rdcaa5b72a4b8471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6d3a867f14b44e5" /><Relationship Type="http://schemas.openxmlformats.org/officeDocument/2006/relationships/notesMaster" Target="/ppt/notesMasters/notesMaster1.xml" Id="Rc3688e1fc2a1405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caf93110be94748" /><Relationship Type="http://schemas.openxmlformats.org/officeDocument/2006/relationships/notesMaster" Target="/ppt/notesMasters/notesMaster1.xml" Id="R4a66b0a03fe141e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634ec56757a434d" /><Relationship Type="http://schemas.openxmlformats.org/officeDocument/2006/relationships/notesMaster" Target="/ppt/notesMasters/notesMaster1.xml" Id="Rea903a67b98a440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8fa6f35d8ed4b5c" /><Relationship Type="http://schemas.openxmlformats.org/officeDocument/2006/relationships/notesMaster" Target="/ppt/notesMasters/notesMaster1.xml" Id="R917f7ba6f61c419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3fd029e52a9547d4" /><Relationship Type="http://schemas.openxmlformats.org/officeDocument/2006/relationships/notesMaster" Target="/ppt/notesMasters/notesMaster1.xml" Id="Raf289db37589420d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2b47036e90a46d6" /><Relationship Type="http://schemas.openxmlformats.org/officeDocument/2006/relationships/notesMaster" Target="/ppt/notesMasters/notesMaster1.xml" Id="R44456c0d2314434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115f392ceee4da5" /><Relationship Type="http://schemas.openxmlformats.org/officeDocument/2006/relationships/notesMaster" Target="/ppt/notesMasters/notesMaster1.xml" Id="R308b51e8520c4be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2e36ff128a74127" /><Relationship Type="http://schemas.openxmlformats.org/officeDocument/2006/relationships/notesMaster" Target="/ppt/notesMasters/notesMaster1.xml" Id="R8ce89d4b39c94e3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af01e79878d43cb" /><Relationship Type="http://schemas.openxmlformats.org/officeDocument/2006/relationships/notesMaster" Target="/ppt/notesMasters/notesMaster1.xml" Id="R3df5fb972d94423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73a48bae13a444f" /><Relationship Type="http://schemas.openxmlformats.org/officeDocument/2006/relationships/notesMaster" Target="/ppt/notesMasters/notesMaster1.xml" Id="R358635c84c0047f3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0d63cfd4a3e4cc7" /><Relationship Type="http://schemas.openxmlformats.org/officeDocument/2006/relationships/notesMaster" Target="/ppt/notesMasters/notesMaster1.xml" Id="Rd4204a6ce4d9463c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b581f8044094d93" /><Relationship Type="http://schemas.openxmlformats.org/officeDocument/2006/relationships/notesMaster" Target="/ppt/notesMasters/notesMaster1.xml" Id="R39f07268c34b454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bf2d9b7aa104b4f" /><Relationship Type="http://schemas.openxmlformats.org/officeDocument/2006/relationships/notesMaster" Target="/ppt/notesMasters/notesMaster1.xml" Id="R173ede6b936c461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f5774128ef54f68" /><Relationship Type="http://schemas.openxmlformats.org/officeDocument/2006/relationships/notesMaster" Target="/ppt/notesMasters/notesMaster1.xml" Id="Rc037280de655463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b5b93ac4d634589" /><Relationship Type="http://schemas.openxmlformats.org/officeDocument/2006/relationships/notesMaster" Target="/ppt/notesMasters/notesMaster1.xml" Id="Ra426c9ed1ed6451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5c9ead941fd499b" /><Relationship Type="http://schemas.openxmlformats.org/officeDocument/2006/relationships/notesMaster" Target="/ppt/notesMasters/notesMaster1.xml" Id="R05e7d8f1a9814c1b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d1a00c82ada4359" /><Relationship Type="http://schemas.openxmlformats.org/officeDocument/2006/relationships/notesMaster" Target="/ppt/notesMasters/notesMaster1.xml" Id="R0823efdd9af5460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386398d2c4f74373" /><Relationship Type="http://schemas.openxmlformats.org/officeDocument/2006/relationships/notesMaster" Target="/ppt/notesMasters/notesMaster1.xml" Id="R1deddbcec2594b4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b17994846414423" /><Relationship Type="http://schemas.openxmlformats.org/officeDocument/2006/relationships/notesMaster" Target="/ppt/notesMasters/notesMaster1.xml" Id="R2d2a0cafc1c54898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3c2832cf3354d50" /><Relationship Type="http://schemas.openxmlformats.org/officeDocument/2006/relationships/notesMaster" Target="/ppt/notesMasters/notesMaster1.xml" Id="R71b0894eed8b412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e83545fdbd44bdc" /><Relationship Type="http://schemas.openxmlformats.org/officeDocument/2006/relationships/notesMaster" Target="/ppt/notesMasters/notesMaster1.xml" Id="R4b83a1bf1729499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33a0b29bbbaf499f" /><Relationship Type="http://schemas.openxmlformats.org/officeDocument/2006/relationships/notesMaster" Target="/ppt/notesMasters/notesMaster1.xml" Id="R84e3148bb56b47a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5746efb12f841c7" /><Relationship Type="http://schemas.openxmlformats.org/officeDocument/2006/relationships/notesMaster" Target="/ppt/notesMasters/notesMaster1.xml" Id="Rc8e201f636d143e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18a7fc18b4344a0" /><Relationship Type="http://schemas.openxmlformats.org/officeDocument/2006/relationships/notesMaster" Target="/ppt/notesMasters/notesMaster1.xml" Id="Rb3abdbadaee8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講座面向跨學科本科一、二年級學生。題目中的成本降低，主要指文字起草、改寫和部分方案試做的門檻下降，不代表理解他人、取得可靠證據或協調合作的成本已經消失。以一次產品評審進入問題，沿著一份課前導讀的委託討論中文傳意與人才成長。 材料說明：開場為既有產品評審的匿名轉述，後續導讀、回饋和異常均為構擬案例。四篇連載的框架屬講者分析及實施建議，未作普遍效果或標準化人才量表的驗證。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月20日的產品評審，討論由界面調整轉向教師如何開始工作。講者從語文教師的視角追問學科與教材的選擇、資源生成及補充資料的位置。這些是根據轉錄整理的問題，並非逐字引述。此處不判定同事的能力，也不宣稱改動帶來了效果。片段揭示的是一種評審方法：沿使用者的工作次序，檢查一句需求省略了哪些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名稱可以很簡短，但使用者的工作包含先後條件。教師先確定學科和教材，再補充教學目的與材料，取得候選資源後還需要檢查和修改。本頁把評審問題整理為工作示意，不是現有產品的實測操作路徑。中文傳意在這裏參與需求定義：不同的描述會讓團隊製作出不同的東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 講者分析與建議，承接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以一位語文教師的備課任務，檢查 AI 能接到怎樣的委託。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情境與材料均為講座構擬，不延伸冒充開場的真實項目。假設一位教師需要一份小學三年級課前導讀。最初一句話沒有說明學生已讀過甚麼、課前可用多久，以及這份材料是給教師備課還是直接交給學生。補充條件後，應能檢查材料是否符合這次任務，而不只憑文字是否流暢判斷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自己放在設計導讀服務的本科生小組中。AI可以協助起草、查找依據和試做原型，讓構想更早接受回饋。支援程度依工具、資料和任務而變。引用仍需回原文核對，對外操作須另行授權。學生可以在有專業支援的小任務中，經歷較完整的製作過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委託不只是一句要求，也需要說明可用材料、預期產物以及不可改動的內容。這些資訊讓人與AI有共同的檢查依據。初學者不必寫複雜的技術規格，只要讓另一位同學能夠指出哪裏符合要求、哪裏仍待確認。條件也可以在試做後更新，但要說明改動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使用本講座準備的示例短文「窗邊的樹」。先給模型只有「做一份語文課前導讀」的要求，再保留同一短文，增加年級、十分鐘、辨認描寫變化語句、不能新增情節及教師說明等條件。觀察兩次輸出對提問和用途的安排，不能預先保證哪次一定更好。展示下一頁離線示例時，明確說明是事先準備的對照稿，不是現場模型輸出。完整材料與可複製提示見演示材料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側提問沒有指定文本依據，也未對應這次辨認景物變化的閱讀目的。右側把辨認語句和推論區分開來，讓學生可以回到短文說明理由。這一對照用來解釋委託品質與可檢查性的關係，不是對兩個模型的比較，也不是已證明有效的教學設計。學生可以不同意提問本身，教師仍需根據課程和學生程度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第一次試用的範圍寫清楚：一位願意提供回饋的教師、一份已獲授權材料、一次具體備課。小組記下原有做法和希望觀察的改變，約定哪些資料不收集、甚麼情況要停止。這樣才能辨認接下來的回饋在說甚麼。單次試用可以暴露問題，不能據此宣稱普遍需求或教學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導讀完成之後，介紹它的語言會影響他人對效果的期待。 本節沿用同一構擬案例，後續判斷不代表已經完成實際試用。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是構擬示範。先提供「教師覺得整理材料較方便」的回饋，再告知沒有學生作答、比較或追蹤資料。請模型核對「這份導讀能提升學生的閱讀理解」，重寫給教師的介紹。關鍵是主句能否收窄到已有證據支持的範圍：目前只有備課便利的回饋，沒有閱讀理解提升的證據。現場輸出可能不同，應回到資料逐項核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師的便利感是與備課相關的主觀回饋，學生閱讀理解則是另一個需要觀察的對象。不能把前者直接當作後者的證據。修訂後的介紹仍可以說明用途，但不承諾已獲證實的成效。後續若要判斷學生理解，需根據學習目標設計評量，並考慮原有程度、教學過程與其他可能影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證據邊界常常落在普通中文詞語中。「教師認為」交代意見來源，「目前」限定時間，「尚未評估」說明未知。它們有時會降低句子的宣傳力度，卻會提高讀者判斷的精度。簡潔應刪去重複，而不是刪去會影響決定的條件。這不要求每份文字都列出所有限制，要優先保留會改變讀者理解、行動或承諾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斷力需要知識支撐。教育背景使人留意便利感與學習表現的區別，其他專業也有自己的證據標準。AI可以協助列出可能的問題，但學生需要逐漸理解為甚麼某些差異重要，才能對答案作出有根據的取捨。學科訓練因此仍是形成專業判斷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 AI Native Field Notes 1–4：https://tonyxinvip.github.io/slides/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份導讀材料，教師需要知道它適用於甚麼課堂，協作同學需要知道具體要做甚麼，負責人則要知道目前可以承諾到哪裏。三種表達共享同一事實，不得因對象不同就改變成熟度或效果承諾。中文傳意在此既是轉譯，也是協調：把角色關心的內容補足，使對方能夠完成相應判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來源：本講座的構擬語文課前導讀案例。人物、任務條件、反例、回饋及修訂稿均用於示範，不是實際試驗或客戶成果。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面的兩次示範，一次把模糊意圖寫成可檢查的委託，一次收窄了超過證據的承諾。前者決定別人接下來做甚麼，後者決定他可以相信甚麼。中文傳意因此直接參與分工和驗收。寫下的條件也要與現場核對，不能靠一份完整文件假定大家已經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可以縮短部分起草及試做時間，企業因而有機會比較更多方案。但需求訪談、專業審查、試用觀察和維護仍消耗稀缺時間。多做十份方案未必比查清一個重要假設更有價值。這是資源配置的判斷，不是一條已經量化的生產率定律。試做成本下降多少，需要用具體工作及基線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這個構擬項目放到投入決策上：手上的時間可以增加模板，也可以觀察教師如何備課。在尚未知道教師卡在哪一步時，我傾向先觀察。代價是本輪可展示的功能較少，但能避免把下一筆投入用在錯誤方向。如果已有多次使用記錄顯示流程順暢、只是缺少某類教材模板，我會改為擴充模板。這是有前提、可以被新證據改變的判斷，並非一律反對擴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一個構擬的作品討論，不是實際候選人比較。兩份作品即使看起來相近，過程仍可能不同：有人只展示完成頁面，有人能說明為甚麼刪去一個功能、甚麼證據改變了方案，以及哪些缺陷尚未解決。我會把後者作為進一步了解判斷力的入口，同時考慮對方獲得的支援、時間及專業背景，不能只憑口頭表現下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份委託寫清楚之後，還要讓另一個人真正開始工作。可以把自己放在這個導讀項目的小組裏：有人訪談教師，有人核對文本，有人試做工具。接下來看三者如何交接、處理分歧，並在出錯後修訂。低年級學生可以從課堂或社團的一個小項目開始，責任範圍要與能力及支援相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份導讀的要求已說清楚，但它仍可能停在一個人的聊天視窗。若交給AI執行、讓同事重用，再交到教師手中，每一步都增加新的條件。後半段以講者四篇連載回答這些連續問題：系統怎樣完成任務，組織需要保留甚麼，團隊如何共同負責，交付後能力歸誰。同一個案例延續，不另起四場互不相干的演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2：https://tonyxinvip.github.io/slides/ainative-2/ 。辛海洋，AI Native Field Notes 3：https://tonyxinvip.github.io/slides/ainative-3/ 。辛海洋，AI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委託已說清楚，接下來要看系統是否真的完成工作。先沿著這份導讀，區分交回文字與交回可檢查的產物。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篇連載討論Agent從語言輸出走向行動的條件。在這裏，Worker指一種工作方式：系統取得任務和工具後，能經過多個步驟交付可檢查產物。是否可靠仍由具體任務、權限、觀測及驗證決定，名稱本身不能保證自治能力。用導讀案例，差別在於只產生提問，還是把提問放入指定文件、檢查文本依據並交還審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過程包括讀取材料、計劃與執行、檢查產物、依回饋修正。這幅圖只是機制示意，不代表每項任務都需要同樣次序。固定格式檢查可以由程式執行，語文或教學適切性仍需要專業審查。紀錄應讓負責人辨認已完成步驟與仍未確認的部分，避免用模型自述取代外部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系統交回一份流暢導讀，卻引用了原文沒有的情節。若評估只看語言，錯誤可能過關。另一種情況是文件正確，但系統自行發給學生，超過了授權。內容正確、程序合規與行動權限回答不同問題，必須分別驗證。兩種情況都是構擬反例，不代表已發生的產品事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3：https://tonyxinvip.github.io/slides/ainative-3/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段的委託進一步寫成工作契約。目標、輸入、驗收、權限及失敗處理各有作用：目標界定要完成甚麼，輸入界定可用材料，驗收界定何時可交付，權限界定不可擅自行動的範圍。失敗時允許停止及求助，可以避免系統為了完成而補造資料。這些條件適用於人與人交接，也適用於人與AI協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原系列第17頁。構擬導讀案例，非實際試驗或客戶成果。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動作造成的後果不同。讀取獲授權的材料，與修改共享版本、對外發送或刪除資料，需要不同的批准。對高影響動作，應以系統權限及具名批准控制，不能只在提示詞寫一句先詢問。圖中是本講座的風險分流示意，不是對所有機構均適用的安全等級。具體權限仍要依制度、對象與資料敏感度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成功一次的對話保存下來，不代表它已經成為可重用能力。Skill在此指版本化的工作說明及相關資源，可包括輸入格式、操作方法、適用範圍和檢查要求。它仍需在有代表性的任務上評估。導讀模板若只針對景物描寫，套用到議論文可能失效。這一區分承接第一篇的工作系統，以及第三篇對可遷移資產的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項目可有不同託管程度。已驗證的格式整理可以在限定範圍執行，公開承諾和涉及學生資料的行動仍需相應批准。暫停、拒絕和轉交人處理也是有效的工作狀態。可委託的範圍由風險、可靠性與接管能力共同決定，並非自動化越多越成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原系列第6、19頁。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沿用前面的短文與委託，要求系統交回候選導讀、文本依據及待確認事項。只在隔離文件中生成，不連接真實學生資料，不發送消息。隨後移除必要短文或給出互相衝突的年級條件，觀察系統能否明確停止並求助。不能把模型自報完成當作驗收。若現場工具不可用，使用演示材料頁的預備對照稿，明確標示為離線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3：https://tonyxinvip.github.io/slides/ainative-3/ 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章回答了系統如何接到及完成一項有邊界的任務。下一個問題是另一位同事接手時，能否知道這次成功的條件、被拒絕的方案及未解決的風險。如果答案只在原作者記憶或聊天中，團隊仍需重新理解。由此轉向第二篇：模型和工具可以替換，哪些工作資產應持續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2：https://tonyxinvip.github.io/slides/ainative-2/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第一份導讀交回來了，但小組換人之後，還能繼續嗎？這一章看接手者需要哪些記錄，才能理解前一次的選擇。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個人產生初稿的時間縮短後，如果接收者仍要重新尋找來源、追問版本和重做驗證，部分負擔便轉移到下一個人。要判斷組織效率，應觀察整條工作的等待、重複確認和返工。這是由證據鏈、運行狀態與工作契約作出的分析，尚非已量化的效率結論。組織需要讓個人產物附有足以繼續工作的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 原系列第6、13、29頁；本頁為交接成本的分析推論。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、三篇以Context、Harness和Loop描述不同設計責任。Context回答系統知道甚麼以及依據何在。Harness是執行環境與約束，回答能做甚麼、如何被限制和恢復。Loop回答結果如何經過驗證和回饋，改變下一次工作。三者有重疊，但不能彼此代替。收集大量資料不會自動產生授權機制，設置權限也不會自動帶來學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同學接手這份導讀時，除了最後的文件，還需要知道教師實際說了甚麼、為甚麼沒有採用續寫，以及哪次修訂處理了甚麼錯誤。這三類內容分別是事實、互動與推理、行動記憶。分類沿用Ashwin Gopinath的組織記憶討論，用來檢查記錄的缺口，並非已證明有效的普遍定律。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構擬導讀項目中，事實記憶應能指向哪份短文、哪個版本、誰提出回饋，以及回饋涉及哪個任務。教師覺得備課方便，是教師回饋，不能在下一版記錄中變成學生理解提升。候選摘要需由適當負責人確認，敏感原始資料可以限制存取，只向協作人員提供必要的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原系列第7、8頁。構擬導讀案例，非實際試驗或客戶成果。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構擬情境中，團隊曾考慮加入故事續寫，但因當次目標是辨認原文描寫而未採用。若只保存最後一版導讀，下一位協作者可能再次提出相同擴充，也不知道當時的限制。保留否決理由能減少重複討論，也允許新條件出現後重開決策。否決不是永久禁令，當目標改為創作時，原理由可能不再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原系列第7頁。構擬導讀案例，非實際試驗或客戶成果。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動記憶連接錯誤、處理與結果。構擬例子中，檢查發現一項提問依賴原文不存在的情節。負責人須先判斷其他題目或教師說明是否也依賴這個錯誤；只有影響可以隔離，才保留不受影響的部分。修正後重新核對相關內容，並在下一次檢查加入同類反例。此處的結果是內容驗證結果，不能寫成教學成效。長期是否減少同類錯誤，仍需多次任務的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原系列第15、21頁。構擬導讀案例，非實際試驗或客戶成果。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被保存、同步或召回的內容，可能仍是錯誤或過期的。經驗條目應保留來源、適用條件及需要重查的情形。當教材、受眾、模型或規則改變時，相關結論需要重新確認。這與建立組織記憶並不矛盾：保存記錄的目的包含支持修正與撤回，不是把歷史判斷固定為永久規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。辛海洋，AI Native Field Notes 4：https://tonyxinvip.github.io/slides/ainative-4/ 。 第四篇第7頁。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可能把方案列為候選，內容正在審查，研發的測試版已可執行。這些狀態可以同時成立，不應簡化成一個含混的完成。共用狀態需要同一任務及版本的引用，並記錄誰能改變甚麼。共享並不要求公開所有資料，也不要求消除異議。共識不足時，狀態應明確停在待確認，而非由AI補寫一個看似一致的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原系列第8、17頁。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斷組織是否獲得能力，可以安排小範圍交接：由另一位具備相應專業和授權的同事，根據保存的材料完成同類任務。若他必須依靠原作者逐步口授，就暴露了記錄或工具的缺口。交接測試不是要求任何人取代專家，而是看必要知識、責任與支援能否持續。下一章分析產品、內容及研發如何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2：https://tonyxinvip.github.io/slides/ainative-2/ 。辛海洋，AI Native Field Notes 3：https://tonyxinvip.github.io/slides/ainative-3/ 。 第三篇第25頁。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記錄有了，誰來確認？先看產品、內容與研發對同一份導讀各自負責甚麼，再診斷這條工作流還缺哪些能力。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工作把需求、證據與投入決策連起來。教師說整理較方便，是來源事實。團隊把它解釋為可減少選材時間，是待檢驗的假設。承諾改善學生理解則需要另一些證據。AI可以整理訪談和提示矛盾，但不能把猜測提升為已批准承諾。產品負責人需保存異議並根據後續結果修訂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原系列第12–13頁。構擬導讀案例，非實際試驗或客戶成果。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容工作除了起草，還要交代來源、權利、專業標準及版本。導讀中的短文、提問、教師說明和評量依據可以分別管理，但必須能找到它們的關係。當原文被更正，應能定位受影響的題目。AI生成不消除素材使用權與專業審查的要求。復用次數本身不能證明適切性，應同時觀察採用後的修改、拒絕與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原系列第16頁。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發使用AI後仍需要理解關鍵設計、依賴與副作用。驗收對象要固定到可識別版本，區分本機測試、預覽環境與正式運行。同一個AI系統生成及審查一份改動，不足以構成獨立批准。檢查可以分工，但高影響決定仍需相稱的專業審查和明確批准。失敗時應能撤回或恢復；測試是否有效，也要用正常情況與已知反例檢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原系列第14–15、19頁。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確認需求與承諾，內容確認文本和教學依據，研發確認功能與運行。三者可以各自編版本號，但必須知道本次交付用了哪份原文、哪版導讀、哪版工具，以及誰批准。共同契約把這些關係連起來。同學分工時可以兼任角色，但另一組接手後，應能從記錄辨認哪些材料可以使用、哪些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原系列第17頁。構擬導讀案例，非實際試驗或客戶成果。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產品、內容與研發的分工已經明確，現在可以診斷這條導讀工作流。L1是個人步驟提效，L2是方法可重用，L3是執行環境受治理，L4是跨角色能核對同一任務的狀態，L5是結果能更新方法。共享狀態可以保留異議。這是講者的分析框架，未經成熟度量表驗證，也不以取消人工審查作為升級標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原系列第10頁。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設小組已有可重用的導讀方法，授權限制也經過反例檢查，卻仍靠聊天追問哪個版本已審查。這時L2與L3已有部分證據，L4仍有缺口。下一步應補足版本與批准的對應記錄，再由另一組試用。內容繼續由教師審查，是專業責任安排，不能據此斷言工作流層次低。各項能力都要逐項查證，不能用一個總分掩蓋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原系列第10、19頁。構擬導讀案例，非實際試驗或客戶成果。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六類責任來自第三篇的綜合框架，描述工作責任而不是六個新增職位。目標定義與證據判斷對應Context，委託設計與例外處理對應Harness，結果責任與學習演進對應Loop。一人可以兼任多責；低風險短任務可以合併記錄，高風險或跨團隊任務則需要完整責任鏈。責任應與專業、權限、資源和可獲得的支援相稱，不能無限下放給新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原系列第18頁。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第2題引用不存在情節的錯誤。內容負責人核對文本，定位題目與教師說明的影響，再修訂相關內容。研發負責人阻止錯誤版繼續流轉，在修正後檢查版本及權限。產品負責人核實是否已交給教師，按影響決定通知、撤回或重新驗收。這些職責包含前頁的證據判斷、例外處理和結果責任。同類反例是否有效，下一步再用檢查機制的測試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原系列第18、21頁。構擬導讀案例，非實際試驗或客戶成果。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篇建議聯合觀察成果及其實際價值、人工監督與等待、總成本，以及風險與恢復。圖中只展開成本一項，並非團隊的單一總分。人工投入包括問題定義、設計、復核、返工、支援及恢復；計算前應說明觀察期間、工時估值及共用運維成本的分攤方式。這是計量口徑，不是已測得數字。分母須固定驗收層次與品質標準，合同完成不能替代實際採用或學習效果。必要監督不能為降低成本而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原系列第20頁。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沒有阻斷記錄，既可能表示上游品質好，也可能表示檢查失效。評估需加入預先知道存在問題的反例，觀察能否拒絕，再搭配對實際交付物的人工抽查。導讀測試可以加入原文沒有的句子；工程測試可以在隔離環境模擬未批准的寫入，確認系統是否拒絕。這是評估方法建議，不能因為設計了反例就宣稱系統已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原系列第19–20頁。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下學期更換模型，或把這個項目交給另一組，哪些資料不能只留在舊工具裏？原文與限制說明交代背景，反例檢查品質，方法版本說明做法，批准與恢復記錄控制行動，使用回饋提供修訂依據。前面的三類記憶區分記甚麼，這五類資產則指出哪些材料需要維護。只保存支持復現、問責與學習所需的最小材料，遵守授權和刪除要求，遷移後重新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原系列第21頁。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系列M0至M5描述實施順序，與L1至L5的能力診斷不同。先定義共同語言與基線，建立只讀證據鏈，再允許具名確認後寫回。影子階段只觀察系統的建議與誤報漏報，不自動執行高影響動作。受控行動通過驗證後，M5仍需證明資產可以遷移，而且內部負責人能獨立運行、識別失敗、恢復、修改、重新評估及停用。只有文件可匯出，不足以證明能力已轉移。進度取決於風險與證據，每階段均可縮小或暫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3：https://tonyxinvip.github.io/slides/ainative-3/ 。 原系列第22–23頁；M5內部接管銜接第四篇。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內部分工和檢查都具備之後，教師是否真的用得上？最後一章回到現場，觀察採用，並檢驗另一組能否接手。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篇把注意力轉向真實工作。假設制度要求教師先選教材，系統要求先選模板，教師實際習慣從自己的資料開始。這是構擬衝突，用來說明三種記錄各有局限，並非開場真實評審中已確認的流程。現場做法也可能錯誤或不合規範，不能因為來自一線就自動採納。跨專業的需求轉譯需要找出衝突、核實原因，再由有權限的負責人確認本次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原系列第4–7、10頁。構擬導讀案例，非實際試驗或客戶成果。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延續先觀察備課的選擇。假設教師跳過模板，從自己的教材開始，而且逐題重寫提問。我們還不能判斷原因是教材不合、教學目標不同，還是介面難用。小組先保存操作順序和修改痕跡，再請教師解釋。若確認問題是入口不合習慣，就先讓教師從自備材料開始，再觀察是否採用。這是構擬的觀察及決策分支，未宣稱已取得使用效果。現場工作的價值在於讓新的證據改變原有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原系列第5、8、10頁。構擬導讀案例，非實際試驗或客戶成果。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篇區分合同、系統、採用和結果驗收。對學生項目，可解釋為是否交齊約定材料、系統是否可靠可用、真實對象是否實際採用，以及預期結果是否出現。它們有關聯但不能互相代替。教育情境中的效果判斷尤其需要與學習目標相符的證據。四層是證據分類，不是另一套成熟度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原系列第13頁。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培訓和文件可以支持交接，內部能力仍要通過實際操作檢驗。原系列提出結果、運行、證據與治理三類內部責任。它們回答責任如何配置，前章六類責任回答工作中要承擔甚麼，兩者不是相互競爭的分類。小團隊可以兼任，但仍需確認負責人能解釋目標、取得必要權限、識別異常及尋求支援。外部人員可以繼續提供約定支援，內部則保留運行與停止的決定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原系列第16–18頁。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另一組在隔離副本中完成一次同類導讀，原作者不逐步口授。再有意放入與交接記錄不符的原文版本，觀察接手組能否指出受影響內容、恢復已知版本，並重新核對提問。演練保留約定支援與求助途徑，不更改正式資料。一次通過只能提供一次接管證據，長期運行仍需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原系列第17頁。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組織接管表示另一支團隊在必要工具和支援下能繼續運行。個人學習則包括對關鍵判斷的理解，以及面對新條件時能否調整。兩者相關，但不能等同。若要觀察獨立理解，可暫時取消即時代答，請學生解釋依據；若要觀察人機協作，應允許工具但改變材料、受眾或限制。採用哪種方式由學習目標決定，不能把禁用AI作為所有情境唯一的能力標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4：https://tonyxinvip.github.io/slides/ainative-4/ 。 第四篇能力轉移原則的教育情境延伸，屬講者評量建議。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裏示範一段作品說明的寫法，內容仍是構擬，不可當成學生的真實經歷。候選人如果只說用了哪些工具，我無法知道哪些是他的判斷。若能交代自己查出甚麼、為甚麼修改、誰協助確認，以及仍不知道甚麼，就有了可以繼續追問的依據。實際作品應使用自己的真實記錄，清楚說明AI與他人的貢獻，保護未獲授權的資料。評估也要考慮新人獲得的時間、背景與支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來源：講者的企業經營與人才培養判斷。辛海洋，AI Native Field Notes 3：https://tonyxinvip.github.io/slides/ainative-3/ 。辛海洋，AI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初稿和重複步驟更多交由AI完成，新人可能減少原本在這些步驟中學習的機會。這是需要觀察的風險，不能直接斷言一代人會喪失能力。我的主張是保留範圍有限但完整的工作，讓新人經歷判斷、回饋及修訂，並提供可求助的專業同事。責任隨能力和授權逐步擴大，不能用AI效率為理由取消支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是真實產品評審的匿名轉述，後續導讀過程是構擬分析。教師要完成的是一次具體備課。清楚委託讓系統獲得任務條件，可追溯記錄讓同事理解選擇，專業分工讓錯誤可檢查，現場觀察讓改動有依據，接管讓工作不依賴最初製作人。四篇連載由此連接到同一問題：一份初稿進入實際工作時，還需要哪些條件。這裏沒有宣稱整條鏈已在某個實際項目全部實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來源：講者產品評審紀錄，2026-09-20，01:42–03:31。匿名轉述，非逐字引述。轉錄中不確定的詞語未作引用，亦不據此宣稱產品效果。構擬導讀案例，非實際試驗或客戶成果。辛海洋，AI Native Field Notes 1：https://tonyxinvip.github.io/slides/ainative-1/ 。辛海洋，AI Native Field Notes 2：https://tonyxinvip.github.io/slides/ainative-2/ 。辛海洋，AI Native Field Notes 3：https://tonyxinvip.github.io/slides/ainative-3/ 。辛海洋，AI Native Field Notes 4：https://tonyxinvip.github.io/slides/ainative-4/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場講座從表達成本降低進入工作系統，再回到未來人才。我的判斷是，AI讓更多人有機會嘗試完整任務，而專業知識、可靠證據和可解釋的取捨決定嘗試能否繼續。中文傳意的作用貫穿需求、委託、交接、異議和修訂。討論可以圍繞各自專業中值得親自練習的判斷，以及第一個小項目應該交給誰使用。原四篇連載可在網站繼續閱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來源：辛海洋，AI Native Field Notes 1：https://tonyxinvip.github.io/slides/ainative-1/ 。辛海洋，AI Native Field Notes 2：https://tonyxinvip.github.io/slides/ainative-2/ 。辛海洋，AI Native Field Notes 3：https://tonyxinvip.github.io/slides/ainative-3/ 。辛海洋，AI Native Field Notes 4：https://tonyxinvip.github.io/slides/ainative-4/ 。講者的企業經營與人才培養判斷。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25b4a9e0448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ab6f88bdb54db9" /><Relationship Type="http://schemas.openxmlformats.org/officeDocument/2006/relationships/slideLayout" Target="/ppt/slideLayouts/slideLayout1.xml" Id="Refa63fa51a694b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a63fa51a694b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bb7914256447f" /><Relationship Type="http://schemas.openxmlformats.org/officeDocument/2006/relationships/notesSlide" Target="/ppt/notesSlides/notesSlide1.xml" Id="Re5f716aab6c445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71a70281b44b5" /><Relationship Type="http://schemas.openxmlformats.org/officeDocument/2006/relationships/notesSlide" Target="/ppt/notesSlides/notesSlide2.xml" Id="R996387a08e474c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803d5fb994d8e" /><Relationship Type="http://schemas.openxmlformats.org/officeDocument/2006/relationships/notesSlide" Target="/ppt/notesSlides/notesSlide3.xml" Id="R6ed22a1f16dc4e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a4430942c465a" /><Relationship Type="http://schemas.openxmlformats.org/officeDocument/2006/relationships/notesSlide" Target="/ppt/notesSlides/notesSlide4.xml" Id="Ra96886a4573240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9f8871800411f" /><Relationship Type="http://schemas.openxmlformats.org/officeDocument/2006/relationships/notesSlide" Target="/ppt/notesSlides/notesSlide5.xml" Id="R9887a64009424f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2a958f17a470e" /><Relationship Type="http://schemas.openxmlformats.org/officeDocument/2006/relationships/notesSlide" Target="/ppt/notesSlides/notesSlide6.xml" Id="R7d219b5d4a894d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fc85b9d5a4738" /><Relationship Type="http://schemas.openxmlformats.org/officeDocument/2006/relationships/notesSlide" Target="/ppt/notesSlides/notesSlide7.xml" Id="R2cdeffea141d44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cfef4c0b94238" /><Relationship Type="http://schemas.openxmlformats.org/officeDocument/2006/relationships/notesSlide" Target="/ppt/notesSlides/notesSlide8.xml" Id="R026c14a4c82d41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a8f7b926547d5" /><Relationship Type="http://schemas.openxmlformats.org/officeDocument/2006/relationships/notesSlide" Target="/ppt/notesSlides/notesSlide9.xml" Id="Rf0d5c8d1465c49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7af2cc21043bd" /><Relationship Type="http://schemas.openxmlformats.org/officeDocument/2006/relationships/notesSlide" Target="/ppt/notesSlides/notesSlide10.xml" Id="Re9b376a48a1447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947f4293548b6" /><Relationship Type="http://schemas.openxmlformats.org/officeDocument/2006/relationships/notesSlide" Target="/ppt/notesSlides/notesSlide11.xml" Id="R297da962e7a34c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9452722347c0" /><Relationship Type="http://schemas.openxmlformats.org/officeDocument/2006/relationships/notesSlide" Target="/ppt/notesSlides/notesSlide12.xml" Id="R0b6f0e78806541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4d9b0d9be4f97" /><Relationship Type="http://schemas.openxmlformats.org/officeDocument/2006/relationships/notesSlide" Target="/ppt/notesSlides/notesSlide13.xml" Id="Rd5983c72cc6e4d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7d0e4a8304f18" /><Relationship Type="http://schemas.openxmlformats.org/officeDocument/2006/relationships/notesSlide" Target="/ppt/notesSlides/notesSlide14.xml" Id="Rec043143cf304c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7e8938d4c4a1a" /><Relationship Type="http://schemas.openxmlformats.org/officeDocument/2006/relationships/notesSlide" Target="/ppt/notesSlides/notesSlide15.xml" Id="Ra2a1d03ce0cd4b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91616d08c49e4" /><Relationship Type="http://schemas.openxmlformats.org/officeDocument/2006/relationships/notesSlide" Target="/ppt/notesSlides/notesSlide16.xml" Id="R17a217bcd75844b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6318e888747bb" /><Relationship Type="http://schemas.openxmlformats.org/officeDocument/2006/relationships/notesSlide" Target="/ppt/notesSlides/notesSlide17.xml" Id="Rbcfab5e31e344a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1702041f74cf8" /><Relationship Type="http://schemas.openxmlformats.org/officeDocument/2006/relationships/notesSlide" Target="/ppt/notesSlides/notesSlide18.xml" Id="R7294d11dbf5541d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9d1c221674445" /><Relationship Type="http://schemas.openxmlformats.org/officeDocument/2006/relationships/notesSlide" Target="/ppt/notesSlides/notesSlide19.xml" Id="Rb332f4a8de8e44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ab1d1aec64504" /><Relationship Type="http://schemas.openxmlformats.org/officeDocument/2006/relationships/notesSlide" Target="/ppt/notesSlides/notesSlide20.xml" Id="R3494a9f6b8fc4c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5a67fb8f54210" /><Relationship Type="http://schemas.openxmlformats.org/officeDocument/2006/relationships/notesSlide" Target="/ppt/notesSlides/notesSlide21.xml" Id="R6802f6980d82425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924192a014321" /><Relationship Type="http://schemas.openxmlformats.org/officeDocument/2006/relationships/notesSlide" Target="/ppt/notesSlides/notesSlide22.xml" Id="Rd141736610aa4fb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f6a85852ef453e" /><Relationship Type="http://schemas.openxmlformats.org/officeDocument/2006/relationships/notesSlide" Target="/ppt/notesSlides/notesSlide23.xml" Id="Rfa1a00da90b4479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31f370e14408d" /><Relationship Type="http://schemas.openxmlformats.org/officeDocument/2006/relationships/notesSlide" Target="/ppt/notesSlides/notesSlide24.xml" Id="R62edee6ba6ea42c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6840dc5254bcc" /><Relationship Type="http://schemas.openxmlformats.org/officeDocument/2006/relationships/notesSlide" Target="/ppt/notesSlides/notesSlide25.xml" Id="Rb0ccefd97f054de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8fae4f9c042f8" /><Relationship Type="http://schemas.openxmlformats.org/officeDocument/2006/relationships/notesSlide" Target="/ppt/notesSlides/notesSlide26.xml" Id="R0b20fa8f5db747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48a046dad4cc1" /><Relationship Type="http://schemas.openxmlformats.org/officeDocument/2006/relationships/notesSlide" Target="/ppt/notesSlides/notesSlide27.xml" Id="R9e16f1adb3fb40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c0067e6264d8b" /><Relationship Type="http://schemas.openxmlformats.org/officeDocument/2006/relationships/notesSlide" Target="/ppt/notesSlides/notesSlide28.xml" Id="R0ceea2f9629c4e8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7010903704342" /><Relationship Type="http://schemas.openxmlformats.org/officeDocument/2006/relationships/notesSlide" Target="/ppt/notesSlides/notesSlide29.xml" Id="R7cfff9d46707406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4580f859c41ba" /><Relationship Type="http://schemas.openxmlformats.org/officeDocument/2006/relationships/notesSlide" Target="/ppt/notesSlides/notesSlide30.xml" Id="R958a320356d34e5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95eb8099a4f4a" /><Relationship Type="http://schemas.openxmlformats.org/officeDocument/2006/relationships/notesSlide" Target="/ppt/notesSlides/notesSlide31.xml" Id="R62ee2943a49c42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361fba964654" /><Relationship Type="http://schemas.openxmlformats.org/officeDocument/2006/relationships/notesSlide" Target="/ppt/notesSlides/notesSlide32.xml" Id="R28e9a9368a1f4a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c5877f720440a" /><Relationship Type="http://schemas.openxmlformats.org/officeDocument/2006/relationships/notesSlide" Target="/ppt/notesSlides/notesSlide33.xml" Id="Rc7bb665f74de4e8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6dfecc7c4134" /><Relationship Type="http://schemas.openxmlformats.org/officeDocument/2006/relationships/notesSlide" Target="/ppt/notesSlides/notesSlide34.xml" Id="R3f21bcb8e6b64d7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97affecb94f0d" /><Relationship Type="http://schemas.openxmlformats.org/officeDocument/2006/relationships/notesSlide" Target="/ppt/notesSlides/notesSlide35.xml" Id="Rdb5c22251e99452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4926f477845de" /><Relationship Type="http://schemas.openxmlformats.org/officeDocument/2006/relationships/notesSlide" Target="/ppt/notesSlides/notesSlide36.xml" Id="Ra9810081183d429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6e4f807db4133" /><Relationship Type="http://schemas.openxmlformats.org/officeDocument/2006/relationships/notesSlide" Target="/ppt/notesSlides/notesSlide37.xml" Id="R0c66fb425d484c6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c3d0749184f22" /><Relationship Type="http://schemas.openxmlformats.org/officeDocument/2006/relationships/notesSlide" Target="/ppt/notesSlides/notesSlide38.xml" Id="Rcf93399725524e5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fe5ff25894a35" /><Relationship Type="http://schemas.openxmlformats.org/officeDocument/2006/relationships/notesSlide" Target="/ppt/notesSlides/notesSlide39.xml" Id="Rcf8d4cb50e9a4a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f648f11e774c46" /><Relationship Type="http://schemas.openxmlformats.org/officeDocument/2006/relationships/notesSlide" Target="/ppt/notesSlides/notesSlide40.xml" Id="Ra9941176697c4b1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52afed49142dd" /><Relationship Type="http://schemas.openxmlformats.org/officeDocument/2006/relationships/notesSlide" Target="/ppt/notesSlides/notesSlide41.xml" Id="R1a9846693d3d45a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2ce5d287f455d" /><Relationship Type="http://schemas.openxmlformats.org/officeDocument/2006/relationships/notesSlide" Target="/ppt/notesSlides/notesSlide42.xml" Id="Rc793eb10a181448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e33dd4d9f4969" /><Relationship Type="http://schemas.openxmlformats.org/officeDocument/2006/relationships/notesSlide" Target="/ppt/notesSlides/notesSlide43.xml" Id="R68b73958841b44e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feb7fd550421a" /><Relationship Type="http://schemas.openxmlformats.org/officeDocument/2006/relationships/notesSlide" Target="/ppt/notesSlides/notesSlide44.xml" Id="R54fc69c28bd2429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60b7436eb4b64" /><Relationship Type="http://schemas.openxmlformats.org/officeDocument/2006/relationships/notesSlide" Target="/ppt/notesSlides/notesSlide45.xml" Id="R7fd36de8478f4c5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fa7c0aea24ecb" /><Relationship Type="http://schemas.openxmlformats.org/officeDocument/2006/relationships/notesSlide" Target="/ppt/notesSlides/notesSlide46.xml" Id="R4ddf9f7de495405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08d981f2c402b" /><Relationship Type="http://schemas.openxmlformats.org/officeDocument/2006/relationships/notesSlide" Target="/ppt/notesSlides/notesSlide47.xml" Id="Rdab11cc6d605476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b75f0a5dd4374" /><Relationship Type="http://schemas.openxmlformats.org/officeDocument/2006/relationships/notesSlide" Target="/ppt/notesSlides/notesSlide48.xml" Id="R57c09770b72647e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c6ee92a4441f1" /><Relationship Type="http://schemas.openxmlformats.org/officeDocument/2006/relationships/notesSlide" Target="/ppt/notesSlides/notesSlide49.xml" Id="R7bf795d4279a487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65288b01a44fb" /><Relationship Type="http://schemas.openxmlformats.org/officeDocument/2006/relationships/notesSlide" Target="/ppt/notesSlides/notesSlide50.xml" Id="R2ee644ba093742c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6b35decc8467f" /><Relationship Type="http://schemas.openxmlformats.org/officeDocument/2006/relationships/notesSlide" Target="/ppt/notesSlides/notesSlide51.xml" Id="Rc2aa9625d92a4a5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0e038b04a49b5" /><Relationship Type="http://schemas.openxmlformats.org/officeDocument/2006/relationships/notesSlide" Target="/ppt/notesSlides/notesSlide52.xml" Id="R81ebd16fb00f4d7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4466906d149ed" /><Relationship Type="http://schemas.openxmlformats.org/officeDocument/2006/relationships/notesSlide" Target="/ppt/notesSlides/notesSlide53.xml" Id="R64c1417714f84fa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39dd27d064881" /><Relationship Type="http://schemas.openxmlformats.org/officeDocument/2006/relationships/notesSlide" Target="/ppt/notesSlides/notesSlide54.xml" Id="Rfb7977d68fc94b9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06f25210449a3" /><Relationship Type="http://schemas.openxmlformats.org/officeDocument/2006/relationships/notesSlide" Target="/ppt/notesSlides/notesSlide55.xml" Id="Rf2802c9e7f8f441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db6bd6a934bb1" /><Relationship Type="http://schemas.openxmlformats.org/officeDocument/2006/relationships/notesSlide" Target="/ppt/notesSlides/notesSlide56.xml" Id="R85573087d9c54b3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b50444f624239" /><Relationship Type="http://schemas.openxmlformats.org/officeDocument/2006/relationships/notesSlide" Target="/ppt/notesSlides/notesSlide57.xml" Id="R445a577becea467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e90179fec495b" /><Relationship Type="http://schemas.openxmlformats.org/officeDocument/2006/relationships/notesSlide" Target="/ppt/notesSlides/notesSlide58.xml" Id="R5f33148697d243f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7eb6682754f7a" /><Relationship Type="http://schemas.openxmlformats.org/officeDocument/2006/relationships/notesSlide" Target="/ppt/notesSlides/notesSlide59.xml" Id="R2ed41ad7e01f4f5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2a6a2fd634d65" /><Relationship Type="http://schemas.openxmlformats.org/officeDocument/2006/relationships/notesSlide" Target="/ppt/notesSlides/notesSlide60.xml" Id="R25c1fcfa390f4a7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cde3ea4af40fb" /><Relationship Type="http://schemas.openxmlformats.org/officeDocument/2006/relationships/notesSlide" Target="/ppt/notesSlides/notesSlide61.xml" Id="R47d08ec3ca604b9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dbfdbb2794a6a" /><Relationship Type="http://schemas.openxmlformats.org/officeDocument/2006/relationships/notesSlide" Target="/ppt/notesSlides/notesSlide62.xml" Id="Re5cb5d6101574d5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816cb0f394076" /><Relationship Type="http://schemas.openxmlformats.org/officeDocument/2006/relationships/notesSlide" Target="/ppt/notesSlides/notesSlide63.xml" Id="R5e80766cc16a43fe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df97e4f19492e" /><Relationship Type="http://schemas.openxmlformats.org/officeDocument/2006/relationships/notesSlide" Target="/ppt/notesSlides/notesSlide64.xml" Id="R279ce7dc43624a7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6851da2e04409" /><Relationship Type="http://schemas.openxmlformats.org/officeDocument/2006/relationships/notesSlide" Target="/ppt/notesSlides/notesSlide65.xml" Id="Rcd4892b7fd7e4bef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754b1207c4cd6" /><Relationship Type="http://schemas.openxmlformats.org/officeDocument/2006/relationships/notesSlide" Target="/ppt/notesSlides/notesSlide66.xml" Id="Re1778b93b69c42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-text-1">
            <a:extLst xmlns:a="http://schemas.openxmlformats.org/drawingml/2006/main">
              <a:ext uri="{FF2B5EF4-FFF2-40B4-BE49-F238E27FC236}">
                <a16:creationId xmlns:a16="http://schemas.microsoft.com/office/drawing/2014/main" id="{5B521826-B84F-480E-A760-9D0D7328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香港中文大學</a:t>
            </a:r>
          </a:p>
        </p:txBody>
      </p:sp>
      <p:sp>
        <p:nvSpPr>
          <p:cNvPr id="2" name="slide-1-line-2">
            <a:extLst xmlns:a="http://schemas.openxmlformats.org/drawingml/2006/main">
              <a:ext uri="{FF2B5EF4-FFF2-40B4-BE49-F238E27FC236}">
                <a16:creationId xmlns:a16="http://schemas.microsoft.com/office/drawing/2014/main" id="{84CB09A9-47E6-4234-BA85-4CF59D25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-text-3">
            <a:extLst xmlns:a="http://schemas.openxmlformats.org/drawingml/2006/main">
              <a:ext uri="{FF2B5EF4-FFF2-40B4-BE49-F238E27FC236}">
                <a16:creationId xmlns:a16="http://schemas.microsoft.com/office/drawing/2014/main" id="{A17DDB44-E9ED-4809-B366-7CEDE3ED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1-text-4">
            <a:extLst xmlns:a="http://schemas.openxmlformats.org/drawingml/2006/main">
              <a:ext uri="{FF2B5EF4-FFF2-40B4-BE49-F238E27FC236}">
                <a16:creationId xmlns:a16="http://schemas.microsoft.com/office/drawing/2014/main" id="{E094B399-C830-4013-BE5B-88365175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1430000" cy="134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當表達成本</a:t>
            </a:r>
          </a:p>
        </p:txBody>
      </p:sp>
      <p:sp>
        <p:nvSpPr>
          <p:cNvPr id="5" name="slide-1-text-5">
            <a:extLst xmlns:a="http://schemas.openxmlformats.org/drawingml/2006/main">
              <a:ext uri="{FF2B5EF4-FFF2-40B4-BE49-F238E27FC236}">
                <a16:creationId xmlns:a16="http://schemas.microsoft.com/office/drawing/2014/main" id="{A8D1CD1D-2CDC-4371-A190-526D9088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9420"/>
            <a:ext cx="11430000" cy="1347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8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降低後</a:t>
            </a:r>
          </a:p>
        </p:txBody>
      </p:sp>
      <p:sp>
        <p:nvSpPr>
          <p:cNvPr id="6" name="slide-1-text-6">
            <a:extLst xmlns:a="http://schemas.openxmlformats.org/drawingml/2006/main">
              <a:ext uri="{FF2B5EF4-FFF2-40B4-BE49-F238E27FC236}">
                <a16:creationId xmlns:a16="http://schemas.microsoft.com/office/drawing/2014/main" id="{F155CAE7-7804-470F-9EE6-8EDC0668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33925"/>
            <a:ext cx="114300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0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850" b="0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時代的中文傳意與未來人才</a:t>
            </a:r>
          </a:p>
        </p:txBody>
      </p:sp>
      <p:sp>
        <p:nvSpPr>
          <p:cNvPr id="7" name="slide-1-text-7">
            <a:extLst xmlns:a="http://schemas.openxmlformats.org/drawingml/2006/main">
              <a:ext uri="{FF2B5EF4-FFF2-40B4-BE49-F238E27FC236}">
                <a16:creationId xmlns:a16="http://schemas.microsoft.com/office/drawing/2014/main" id="{911FDA47-1F7E-4C9A-81BE-C5809243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95975"/>
            <a:ext cx="10668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8" name="slide-1-text-8">
            <a:extLst xmlns:a="http://schemas.openxmlformats.org/drawingml/2006/main">
              <a:ext uri="{FF2B5EF4-FFF2-40B4-BE49-F238E27FC236}">
                <a16:creationId xmlns:a16="http://schemas.microsoft.com/office/drawing/2014/main" id="{FB48A3A8-0B73-4F55-86B6-00C995FE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01 / 66</a:t>
            </a:r>
          </a:p>
        </p:txBody>
      </p:sp>
    </p:spTree>
    <p:extLst>
      <p:ext uri="{BB962C8B-B14F-4D97-AF65-F5344CB8AC3E}">
        <p14:creationId xmlns:p14="http://schemas.microsoft.com/office/powerpoint/2010/main" val="310175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ext-1">
            <a:extLst xmlns:a="http://schemas.openxmlformats.org/drawingml/2006/main">
              <a:ext uri="{FF2B5EF4-FFF2-40B4-BE49-F238E27FC236}">
                <a16:creationId xmlns:a16="http://schemas.microsoft.com/office/drawing/2014/main" id="{F5F671C3-D67B-4EEC-B543-E1C5553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開場   真實工作片段</a:t>
            </a:r>
          </a:p>
        </p:txBody>
      </p:sp>
      <p:sp>
        <p:nvSpPr>
          <p:cNvPr id="2" name="slide-2-text-2">
            <a:extLst xmlns:a="http://schemas.openxmlformats.org/drawingml/2006/main">
              <a:ext uri="{FF2B5EF4-FFF2-40B4-BE49-F238E27FC236}">
                <a16:creationId xmlns:a16="http://schemas.microsoft.com/office/drawing/2014/main" id="{CE39C84A-AC81-40F2-8AC2-C09CF7BA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一次產品評審，從教師的入口談起</a:t>
            </a:r>
          </a:p>
        </p:txBody>
      </p:sp>
      <p:sp>
        <p:nvSpPr>
          <p:cNvPr id="3" name="slide-2-line-3">
            <a:extLst xmlns:a="http://schemas.openxmlformats.org/drawingml/2006/main">
              <a:ext uri="{FF2B5EF4-FFF2-40B4-BE49-F238E27FC236}">
                <a16:creationId xmlns:a16="http://schemas.microsoft.com/office/drawing/2014/main" id="{87D5940C-65E8-4D6B-8054-03225529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-text-4">
            <a:extLst xmlns:a="http://schemas.openxmlformats.org/drawingml/2006/main">
              <a:ext uri="{FF2B5EF4-FFF2-40B4-BE49-F238E27FC236}">
                <a16:creationId xmlns:a16="http://schemas.microsoft.com/office/drawing/2014/main" id="{4256CC6C-D674-4D0D-947B-AD9321A5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-text-5">
            <a:extLst xmlns:a="http://schemas.openxmlformats.org/drawingml/2006/main">
              <a:ext uri="{FF2B5EF4-FFF2-40B4-BE49-F238E27FC236}">
                <a16:creationId xmlns:a16="http://schemas.microsoft.com/office/drawing/2014/main" id="{88ADCD1A-8358-4721-AE9D-A8057108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2026 年 9 月 20 日</a:t>
            </a:r>
          </a:p>
        </p:txBody>
      </p:sp>
      <p:sp>
        <p:nvSpPr>
          <p:cNvPr id="6" name="slide-2-text-6">
            <a:extLst xmlns:a="http://schemas.openxmlformats.org/drawingml/2006/main">
              <a:ext uri="{FF2B5EF4-FFF2-40B4-BE49-F238E27FC236}">
                <a16:creationId xmlns:a16="http://schemas.microsoft.com/office/drawing/2014/main" id="{5ABA5433-4FF9-426D-8F32-305202D2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教師從哪裏進入？</a:t>
            </a:r>
          </a:p>
        </p:txBody>
      </p:sp>
      <p:sp>
        <p:nvSpPr>
          <p:cNvPr id="7" name="slide-2-text-7">
            <a:extLst xmlns:a="http://schemas.openxmlformats.org/drawingml/2006/main">
              <a:ext uri="{FF2B5EF4-FFF2-40B4-BE49-F238E27FC236}">
                <a16:creationId xmlns:a16="http://schemas.microsoft.com/office/drawing/2014/main" id="{0937CB67-29B5-4BF1-9A27-E1CC124F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9516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如何選學科與教材？</a:t>
            </a:r>
          </a:p>
        </p:txBody>
      </p:sp>
      <p:sp>
        <p:nvSpPr>
          <p:cNvPr id="8" name="slide-2-text-8">
            <a:extLst xmlns:a="http://schemas.openxmlformats.org/drawingml/2006/main">
              <a:ext uri="{FF2B5EF4-FFF2-40B4-BE49-F238E27FC236}">
                <a16:creationId xmlns:a16="http://schemas.microsoft.com/office/drawing/2014/main" id="{29F35F05-974B-4BEE-A927-BB8A4F1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4358"/>
            <a:ext cx="8477250" cy="557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自己的資料放在哪裏？</a:t>
            </a:r>
          </a:p>
        </p:txBody>
      </p:sp>
      <p:sp>
        <p:nvSpPr>
          <p:cNvPr id="9" name="slide-2-line-9">
            <a:extLst xmlns:a="http://schemas.openxmlformats.org/drawingml/2006/main">
              <a:ext uri="{FF2B5EF4-FFF2-40B4-BE49-F238E27FC236}">
                <a16:creationId xmlns:a16="http://schemas.microsoft.com/office/drawing/2014/main" id="{8CCA71DA-D76F-4B85-BC64-9650FF48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28925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5CF5"/>
            </a:solidFill>
            <a:prstDash val="solid"/>
          </a:ln>
        </p:spPr>
      </p:sp>
      <p:sp>
        <p:nvSpPr>
          <p:cNvPr id="10" name="slide-2-text-10">
            <a:extLst xmlns:a="http://schemas.openxmlformats.org/drawingml/2006/main">
              <a:ext uri="{FF2B5EF4-FFF2-40B4-BE49-F238E27FC236}">
                <a16:creationId xmlns:a16="http://schemas.microsoft.com/office/drawing/2014/main" id="{E3E2872C-05EC-478F-91A2-2E6E853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95625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討論焦點</a:t>
            </a:r>
          </a:p>
        </p:txBody>
      </p:sp>
      <p:sp>
        <p:nvSpPr>
          <p:cNvPr id="11" name="slide-2-text-11">
            <a:extLst xmlns:a="http://schemas.openxmlformats.org/drawingml/2006/main">
              <a:ext uri="{FF2B5EF4-FFF2-40B4-BE49-F238E27FC236}">
                <a16:creationId xmlns:a16="http://schemas.microsoft.com/office/drawing/2014/main" id="{9B5DFA3F-347B-461E-B12A-47FD6E48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87865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由界面的樣子</a:t>
            </a:r>
          </a:p>
        </p:txBody>
      </p:sp>
      <p:sp>
        <p:nvSpPr>
          <p:cNvPr id="12" name="slide-2-text-12">
            <a:extLst xmlns:a="http://schemas.openxmlformats.org/drawingml/2006/main">
              <a:ext uri="{FF2B5EF4-FFF2-40B4-BE49-F238E27FC236}">
                <a16:creationId xmlns:a16="http://schemas.microsoft.com/office/drawing/2014/main" id="{3301346A-D7BA-4DA5-BE71-D7BCA27A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80104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轉到教師怎樣</a:t>
            </a:r>
          </a:p>
        </p:txBody>
      </p:sp>
      <p:sp>
        <p:nvSpPr>
          <p:cNvPr id="13" name="slide-2-text-13">
            <a:extLst xmlns:a="http://schemas.openxmlformats.org/drawingml/2006/main">
              <a:ext uri="{FF2B5EF4-FFF2-40B4-BE49-F238E27FC236}">
                <a16:creationId xmlns:a16="http://schemas.microsoft.com/office/drawing/2014/main" id="{3CF9A321-2D1D-42EA-8B9D-608D3F04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72344"/>
            <a:ext cx="23812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完成一次備課</a:t>
            </a:r>
          </a:p>
        </p:txBody>
      </p:sp>
      <p:sp>
        <p:nvSpPr>
          <p:cNvPr id="14" name="slide-2-text-14">
            <a:extLst xmlns:a="http://schemas.openxmlformats.org/drawingml/2006/main">
              <a:ext uri="{FF2B5EF4-FFF2-40B4-BE49-F238E27FC236}">
                <a16:creationId xmlns:a16="http://schemas.microsoft.com/office/drawing/2014/main" id="{CE1D3492-5C9C-4275-A935-D0C5E517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根據講者產品評審紀錄匿名轉述，非逐字引述。</a:t>
            </a:r>
          </a:p>
        </p:txBody>
      </p:sp>
      <p:sp>
        <p:nvSpPr>
          <p:cNvPr id="15" name="slide-2-text-15">
            <a:extLst xmlns:a="http://schemas.openxmlformats.org/drawingml/2006/main">
              <a:ext uri="{FF2B5EF4-FFF2-40B4-BE49-F238E27FC236}">
                <a16:creationId xmlns:a16="http://schemas.microsoft.com/office/drawing/2014/main" id="{471B3668-9793-4659-828C-F26851A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02 / 66</a:t>
            </a:r>
          </a:p>
        </p:txBody>
      </p:sp>
    </p:spTree>
    <p:extLst>
      <p:ext uri="{BB962C8B-B14F-4D97-AF65-F5344CB8AC3E}">
        <p14:creationId xmlns:p14="http://schemas.microsoft.com/office/powerpoint/2010/main" val="358649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ext-1">
            <a:extLst xmlns:a="http://schemas.openxmlformats.org/drawingml/2006/main">
              <a:ext uri="{FF2B5EF4-FFF2-40B4-BE49-F238E27FC236}">
                <a16:creationId xmlns:a16="http://schemas.microsoft.com/office/drawing/2014/main" id="{BDC514B7-C7AE-4CF4-A8B0-1B94411F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開場   需求中的省略</a:t>
            </a:r>
          </a:p>
        </p:txBody>
      </p:sp>
      <p:sp>
        <p:nvSpPr>
          <p:cNvPr id="2" name="slide-3-text-2">
            <a:extLst xmlns:a="http://schemas.openxmlformats.org/drawingml/2006/main">
              <a:ext uri="{FF2B5EF4-FFF2-40B4-BE49-F238E27FC236}">
                <a16:creationId xmlns:a16="http://schemas.microsoft.com/office/drawing/2014/main" id="{A5B441DD-30A2-4BAA-83D0-9B9A3369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「生成資源」省略了一段工作</a:t>
            </a:r>
          </a:p>
        </p:txBody>
      </p:sp>
      <p:sp>
        <p:nvSpPr>
          <p:cNvPr id="3" name="slide-3-line-3">
            <a:extLst xmlns:a="http://schemas.openxmlformats.org/drawingml/2006/main">
              <a:ext uri="{FF2B5EF4-FFF2-40B4-BE49-F238E27FC236}">
                <a16:creationId xmlns:a16="http://schemas.microsoft.com/office/drawing/2014/main" id="{067357CF-70A5-4AC8-B423-EEBB7875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-text-4">
            <a:extLst xmlns:a="http://schemas.openxmlformats.org/drawingml/2006/main">
              <a:ext uri="{FF2B5EF4-FFF2-40B4-BE49-F238E27FC236}">
                <a16:creationId xmlns:a16="http://schemas.microsoft.com/office/drawing/2014/main" id="{01A31855-8FA3-4BB5-A51A-B76C8007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-line-5">
            <a:extLst xmlns:a="http://schemas.openxmlformats.org/drawingml/2006/main">
              <a:ext uri="{FF2B5EF4-FFF2-40B4-BE49-F238E27FC236}">
                <a16:creationId xmlns:a16="http://schemas.microsoft.com/office/drawing/2014/main" id="{BA72FF06-4732-4708-B3A0-4AC170D7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6" name="slide-3-ellipse-6">
            <a:extLst xmlns:a="http://schemas.openxmlformats.org/drawingml/2006/main">
              <a:ext uri="{FF2B5EF4-FFF2-40B4-BE49-F238E27FC236}">
                <a16:creationId xmlns:a16="http://schemas.microsoft.com/office/drawing/2014/main" id="{4B9E083E-0FC3-4580-B9F0-B11AAA92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-3-text-7">
            <a:extLst xmlns:a="http://schemas.openxmlformats.org/drawingml/2006/main">
              <a:ext uri="{FF2B5EF4-FFF2-40B4-BE49-F238E27FC236}">
                <a16:creationId xmlns:a16="http://schemas.microsoft.com/office/drawing/2014/main" id="{BFA4722E-820F-4F1E-8338-45189984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8" name="slide-3-text-8">
            <a:extLst xmlns:a="http://schemas.openxmlformats.org/drawingml/2006/main">
              <a:ext uri="{FF2B5EF4-FFF2-40B4-BE49-F238E27FC236}">
                <a16:creationId xmlns:a16="http://schemas.microsoft.com/office/drawing/2014/main" id="{634A8FD6-F723-4EEE-B1C0-BD2A210A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選擇教材</a:t>
            </a:r>
          </a:p>
        </p:txBody>
      </p:sp>
      <p:sp>
        <p:nvSpPr>
          <p:cNvPr id="9" name="slide-3-ellipse-9">
            <a:extLst xmlns:a="http://schemas.openxmlformats.org/drawingml/2006/main">
              <a:ext uri="{FF2B5EF4-FFF2-40B4-BE49-F238E27FC236}">
                <a16:creationId xmlns:a16="http://schemas.microsoft.com/office/drawing/2014/main" id="{8D5FBB6D-7F22-4E10-9192-318D1372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-3-text-10">
            <a:extLst xmlns:a="http://schemas.openxmlformats.org/drawingml/2006/main">
              <a:ext uri="{FF2B5EF4-FFF2-40B4-BE49-F238E27FC236}">
                <a16:creationId xmlns:a16="http://schemas.microsoft.com/office/drawing/2014/main" id="{C0549022-EF5A-496A-BDA8-61DEF4B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1" name="slide-3-text-11">
            <a:extLst xmlns:a="http://schemas.openxmlformats.org/drawingml/2006/main">
              <a:ext uri="{FF2B5EF4-FFF2-40B4-BE49-F238E27FC236}">
                <a16:creationId xmlns:a16="http://schemas.microsoft.com/office/drawing/2014/main" id="{1445A415-15D8-435D-954C-9C5E58A0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補充情境</a:t>
            </a:r>
          </a:p>
        </p:txBody>
      </p:sp>
      <p:sp>
        <p:nvSpPr>
          <p:cNvPr id="12" name="slide-3-ellipse-12">
            <a:extLst xmlns:a="http://schemas.openxmlformats.org/drawingml/2006/main">
              <a:ext uri="{FF2B5EF4-FFF2-40B4-BE49-F238E27FC236}">
                <a16:creationId xmlns:a16="http://schemas.microsoft.com/office/drawing/2014/main" id="{043304AE-B182-498A-94F7-846D513D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-3-text-13">
            <a:extLst xmlns:a="http://schemas.openxmlformats.org/drawingml/2006/main">
              <a:ext uri="{FF2B5EF4-FFF2-40B4-BE49-F238E27FC236}">
                <a16:creationId xmlns:a16="http://schemas.microsoft.com/office/drawing/2014/main" id="{9365670A-82C4-4CE2-98F7-B23BC4C6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4" name="slide-3-text-14">
            <a:extLst xmlns:a="http://schemas.openxmlformats.org/drawingml/2006/main">
              <a:ext uri="{FF2B5EF4-FFF2-40B4-BE49-F238E27FC236}">
                <a16:creationId xmlns:a16="http://schemas.microsoft.com/office/drawing/2014/main" id="{3E8FB177-8637-4257-A098-99DF7D76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生成初稿</a:t>
            </a:r>
          </a:p>
        </p:txBody>
      </p:sp>
      <p:sp>
        <p:nvSpPr>
          <p:cNvPr id="15" name="slide-3-ellipse-15">
            <a:extLst xmlns:a="http://schemas.openxmlformats.org/drawingml/2006/main">
              <a:ext uri="{FF2B5EF4-FFF2-40B4-BE49-F238E27FC236}">
                <a16:creationId xmlns:a16="http://schemas.microsoft.com/office/drawing/2014/main" id="{F54AD8C1-7ACE-4B83-8E24-2357845D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486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ide-3-text-16">
            <a:extLst xmlns:a="http://schemas.openxmlformats.org/drawingml/2006/main">
              <a:ext uri="{FF2B5EF4-FFF2-40B4-BE49-F238E27FC236}">
                <a16:creationId xmlns:a16="http://schemas.microsoft.com/office/drawing/2014/main" id="{10CEE693-2BCD-4499-A2D1-0A05AC31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581400"/>
            <a:ext cx="6096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7" name="slide-3-text-17">
            <a:extLst xmlns:a="http://schemas.openxmlformats.org/drawingml/2006/main">
              <a:ext uri="{FF2B5EF4-FFF2-40B4-BE49-F238E27FC236}">
                <a16:creationId xmlns:a16="http://schemas.microsoft.com/office/drawing/2014/main" id="{3DBA517C-ABAC-49E7-8216-CAB833BD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43400"/>
            <a:ext cx="2857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教師修訂</a:t>
            </a:r>
          </a:p>
        </p:txBody>
      </p:sp>
      <p:sp>
        <p:nvSpPr>
          <p:cNvPr id="18" name="slide-3-text-18">
            <a:extLst xmlns:a="http://schemas.openxmlformats.org/drawingml/2006/main">
              <a:ext uri="{FF2B5EF4-FFF2-40B4-BE49-F238E27FC236}">
                <a16:creationId xmlns:a16="http://schemas.microsoft.com/office/drawing/2014/main" id="{E44C5EB6-187A-4FAA-9C73-FD3E4C0D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1811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每個步驟都可能改變下一步需要的資訊。</a:t>
            </a:r>
          </a:p>
        </p:txBody>
      </p:sp>
      <p:sp>
        <p:nvSpPr>
          <p:cNvPr id="19" name="slide-3-text-19">
            <a:extLst xmlns:a="http://schemas.openxmlformats.org/drawingml/2006/main">
              <a:ext uri="{FF2B5EF4-FFF2-40B4-BE49-F238E27FC236}">
                <a16:creationId xmlns:a16="http://schemas.microsoft.com/office/drawing/2014/main" id="{234D3C11-72BC-42CA-977E-55B76436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91416"/>
            <a:ext cx="11811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需求寫得完整，團隊才有機會理解同一件工作。</a:t>
            </a:r>
          </a:p>
        </p:txBody>
      </p:sp>
      <p:sp>
        <p:nvSpPr>
          <p:cNvPr id="20" name="slide-3-text-20">
            <a:extLst xmlns:a="http://schemas.openxmlformats.org/drawingml/2006/main">
              <a:ext uri="{FF2B5EF4-FFF2-40B4-BE49-F238E27FC236}">
                <a16:creationId xmlns:a16="http://schemas.microsoft.com/office/drawing/2014/main" id="{CDD44E37-A130-4555-BF07-5D00F6BC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03 / 66</a:t>
            </a:r>
          </a:p>
        </p:txBody>
      </p:sp>
    </p:spTree>
    <p:extLst>
      <p:ext uri="{BB962C8B-B14F-4D97-AF65-F5344CB8AC3E}">
        <p14:creationId xmlns:p14="http://schemas.microsoft.com/office/powerpoint/2010/main" val="1900043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4-text-1">
            <a:extLst xmlns:a="http://schemas.openxmlformats.org/drawingml/2006/main">
              <a:ext uri="{FF2B5EF4-FFF2-40B4-BE49-F238E27FC236}">
                <a16:creationId xmlns:a16="http://schemas.microsoft.com/office/drawing/2014/main" id="{66775635-6D15-497C-80C0-0BDD116B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前導 A   問題與情境</a:t>
            </a:r>
          </a:p>
        </p:txBody>
      </p:sp>
      <p:sp>
        <p:nvSpPr>
          <p:cNvPr id="2" name="slide-4-line-2">
            <a:extLst xmlns:a="http://schemas.openxmlformats.org/drawingml/2006/main">
              <a:ext uri="{FF2B5EF4-FFF2-40B4-BE49-F238E27FC236}">
                <a16:creationId xmlns:a16="http://schemas.microsoft.com/office/drawing/2014/main" id="{D35EEFB7-6876-4BE1-B6FC-740561E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4-text-3">
            <a:extLst xmlns:a="http://schemas.openxmlformats.org/drawingml/2006/main">
              <a:ext uri="{FF2B5EF4-FFF2-40B4-BE49-F238E27FC236}">
                <a16:creationId xmlns:a16="http://schemas.microsoft.com/office/drawing/2014/main" id="{71FD30E4-0FC2-4FAE-A02B-A50586AC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4-text-4">
            <a:extLst xmlns:a="http://schemas.openxmlformats.org/drawingml/2006/main">
              <a:ext uri="{FF2B5EF4-FFF2-40B4-BE49-F238E27FC236}">
                <a16:creationId xmlns:a16="http://schemas.microsoft.com/office/drawing/2014/main" id="{1A45B35A-BF05-4631-A492-96A53C7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序</a:t>
            </a:r>
          </a:p>
        </p:txBody>
      </p:sp>
      <p:sp>
        <p:nvSpPr>
          <p:cNvPr id="5" name="slide-4-text-5">
            <a:extLst xmlns:a="http://schemas.openxmlformats.org/drawingml/2006/main">
              <a:ext uri="{FF2B5EF4-FFF2-40B4-BE49-F238E27FC236}">
                <a16:creationId xmlns:a16="http://schemas.microsoft.com/office/drawing/2014/main" id="{B5680DEE-CB2D-4770-864E-30D3641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一份課前導讀的委託</a:t>
            </a:r>
          </a:p>
        </p:txBody>
      </p:sp>
      <p:sp>
        <p:nvSpPr>
          <p:cNvPr id="6" name="slide-4-text-6">
            <a:extLst xmlns:a="http://schemas.openxmlformats.org/drawingml/2006/main">
              <a:ext uri="{FF2B5EF4-FFF2-40B4-BE49-F238E27FC236}">
                <a16:creationId xmlns:a16="http://schemas.microsoft.com/office/drawing/2014/main" id="{902BC905-0914-4876-9DCD-A939F75B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以一位語文教師的備課任務，檢查 AI 能接到怎樣的委託。</a:t>
            </a:r>
          </a:p>
        </p:txBody>
      </p:sp>
      <p:sp>
        <p:nvSpPr>
          <p:cNvPr id="7" name="slide-4-text-7">
            <a:extLst xmlns:a="http://schemas.openxmlformats.org/drawingml/2006/main">
              <a:ext uri="{FF2B5EF4-FFF2-40B4-BE49-F238E27FC236}">
                <a16:creationId xmlns:a16="http://schemas.microsoft.com/office/drawing/2014/main" id="{16158738-F7DE-4302-B4CD-898419E0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04 / 66</a:t>
            </a:r>
          </a:p>
        </p:txBody>
      </p:sp>
    </p:spTree>
    <p:extLst>
      <p:ext uri="{BB962C8B-B14F-4D97-AF65-F5344CB8AC3E}">
        <p14:creationId xmlns:p14="http://schemas.microsoft.com/office/powerpoint/2010/main" val="12926743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ext-1">
            <a:extLst xmlns:a="http://schemas.openxmlformats.org/drawingml/2006/main">
              <a:ext uri="{FF2B5EF4-FFF2-40B4-BE49-F238E27FC236}">
                <a16:creationId xmlns:a16="http://schemas.microsoft.com/office/drawing/2014/main" id="{1C6966CA-72C4-43C2-9619-12225568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委託開始</a:t>
            </a:r>
          </a:p>
        </p:txBody>
      </p:sp>
      <p:sp>
        <p:nvSpPr>
          <p:cNvPr id="2" name="slide-5-text-2">
            <a:extLst xmlns:a="http://schemas.openxmlformats.org/drawingml/2006/main">
              <a:ext uri="{FF2B5EF4-FFF2-40B4-BE49-F238E27FC236}">
                <a16:creationId xmlns:a16="http://schemas.microsoft.com/office/drawing/2014/main" id="{D16EF9C0-8C68-47BB-9A94-648CAA61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任務條件，決定初稿是否適用</a:t>
            </a:r>
          </a:p>
        </p:txBody>
      </p:sp>
      <p:sp>
        <p:nvSpPr>
          <p:cNvPr id="3" name="slide-5-line-3">
            <a:extLst xmlns:a="http://schemas.openxmlformats.org/drawingml/2006/main">
              <a:ext uri="{FF2B5EF4-FFF2-40B4-BE49-F238E27FC236}">
                <a16:creationId xmlns:a16="http://schemas.microsoft.com/office/drawing/2014/main" id="{8341F726-F5FC-4EB2-821B-05C3F4D1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-text-4">
            <a:extLst xmlns:a="http://schemas.openxmlformats.org/drawingml/2006/main">
              <a:ext uri="{FF2B5EF4-FFF2-40B4-BE49-F238E27FC236}">
                <a16:creationId xmlns:a16="http://schemas.microsoft.com/office/drawing/2014/main" id="{BBAE6DCF-258F-4394-A735-2450720E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-line-5">
            <a:extLst xmlns:a="http://schemas.openxmlformats.org/drawingml/2006/main">
              <a:ext uri="{FF2B5EF4-FFF2-40B4-BE49-F238E27FC236}">
                <a16:creationId xmlns:a16="http://schemas.microsoft.com/office/drawing/2014/main" id="{88BD6294-5C5A-4D3E-9DF8-D64ED32B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6" name="slide-5-text-6">
            <a:extLst xmlns:a="http://schemas.openxmlformats.org/drawingml/2006/main">
              <a:ext uri="{FF2B5EF4-FFF2-40B4-BE49-F238E27FC236}">
                <a16:creationId xmlns:a16="http://schemas.microsoft.com/office/drawing/2014/main" id="{0BC23B46-0796-4C50-8AA1-D298C6C6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原始委託</a:t>
            </a:r>
          </a:p>
        </p:txBody>
      </p:sp>
      <p:sp>
        <p:nvSpPr>
          <p:cNvPr id="7" name="slide-5-text-7">
            <a:extLst xmlns:a="http://schemas.openxmlformats.org/drawingml/2006/main">
              <a:ext uri="{FF2B5EF4-FFF2-40B4-BE49-F238E27FC236}">
                <a16:creationId xmlns:a16="http://schemas.microsoft.com/office/drawing/2014/main" id="{607C9C57-97A8-4C01-B2F6-98BA6DFB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做一份語文</a:t>
            </a:r>
          </a:p>
        </p:txBody>
      </p:sp>
      <p:sp>
        <p:nvSpPr>
          <p:cNvPr id="8" name="slide-5-text-8">
            <a:extLst xmlns:a="http://schemas.openxmlformats.org/drawingml/2006/main">
              <a:ext uri="{FF2B5EF4-FFF2-40B4-BE49-F238E27FC236}">
                <a16:creationId xmlns:a16="http://schemas.microsoft.com/office/drawing/2014/main" id="{0D6EC1E7-ADD3-4999-8AED-988D33FF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8293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課前導讀</a:t>
            </a:r>
          </a:p>
        </p:txBody>
      </p:sp>
      <p:sp>
        <p:nvSpPr>
          <p:cNvPr id="9" name="slide-5-text-9">
            <a:extLst xmlns:a="http://schemas.openxmlformats.org/drawingml/2006/main">
              <a:ext uri="{FF2B5EF4-FFF2-40B4-BE49-F238E27FC236}">
                <a16:creationId xmlns:a16="http://schemas.microsoft.com/office/drawing/2014/main" id="{D7A87B61-D431-41D0-8D8B-FB681E1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對象、用途、時間與驗收方式</a:t>
            </a:r>
          </a:p>
        </p:txBody>
      </p:sp>
      <p:sp>
        <p:nvSpPr>
          <p:cNvPr id="10" name="slide-5-text-10">
            <a:extLst xmlns:a="http://schemas.openxmlformats.org/drawingml/2006/main">
              <a:ext uri="{FF2B5EF4-FFF2-40B4-BE49-F238E27FC236}">
                <a16:creationId xmlns:a16="http://schemas.microsoft.com/office/drawing/2014/main" id="{E5225D90-0EFA-491C-8FED-AE005122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仍未確定。</a:t>
            </a:r>
          </a:p>
        </p:txBody>
      </p:sp>
      <p:sp>
        <p:nvSpPr>
          <p:cNvPr id="11" name="slide-5-text-11">
            <a:extLst xmlns:a="http://schemas.openxmlformats.org/drawingml/2006/main">
              <a:ext uri="{FF2B5EF4-FFF2-40B4-BE49-F238E27FC236}">
                <a16:creationId xmlns:a16="http://schemas.microsoft.com/office/drawing/2014/main" id="{9860ECFD-5FFD-4B80-80AF-BBEC25F1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補充情境</a:t>
            </a:r>
          </a:p>
        </p:txBody>
      </p:sp>
      <p:sp>
        <p:nvSpPr>
          <p:cNvPr id="12" name="slide-5-text-12">
            <a:extLst xmlns:a="http://schemas.openxmlformats.org/drawingml/2006/main">
              <a:ext uri="{FF2B5EF4-FFF2-40B4-BE49-F238E27FC236}">
                <a16:creationId xmlns:a16="http://schemas.microsoft.com/office/drawing/2014/main" id="{F30C11BF-5D0E-45E9-9727-07DF781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小學三年級學生</a:t>
            </a:r>
          </a:p>
        </p:txBody>
      </p:sp>
      <p:sp>
        <p:nvSpPr>
          <p:cNvPr id="13" name="slide-5-text-13">
            <a:extLst xmlns:a="http://schemas.openxmlformats.org/drawingml/2006/main">
              <a:ext uri="{FF2B5EF4-FFF2-40B4-BE49-F238E27FC236}">
                <a16:creationId xmlns:a16="http://schemas.microsoft.com/office/drawing/2014/main" id="{0117F4D1-396B-46E6-A799-5EDD2A36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8293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課前閱讀十分鐘</a:t>
            </a:r>
          </a:p>
        </p:txBody>
      </p:sp>
      <p:sp>
        <p:nvSpPr>
          <p:cNvPr id="14" name="slide-5-text-14">
            <a:extLst xmlns:a="http://schemas.openxmlformats.org/drawingml/2006/main">
              <a:ext uri="{FF2B5EF4-FFF2-40B4-BE49-F238E27FC236}">
                <a16:creationId xmlns:a16="http://schemas.microsoft.com/office/drawing/2014/main" id="{AE7E5BAB-BF70-4C2F-BF6B-391C2A51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目標是辨認描寫變化的語句。</a:t>
            </a:r>
          </a:p>
        </p:txBody>
      </p:sp>
      <p:sp>
        <p:nvSpPr>
          <p:cNvPr id="15" name="slide-5-text-15">
            <a:extLst xmlns:a="http://schemas.openxmlformats.org/drawingml/2006/main">
              <a:ext uri="{FF2B5EF4-FFF2-40B4-BE49-F238E27FC236}">
                <a16:creationId xmlns:a16="http://schemas.microsoft.com/office/drawing/2014/main" id="{E443316F-B993-40C0-9844-025A94BC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只依據指定短文，不加入新情節。</a:t>
            </a:r>
          </a:p>
        </p:txBody>
      </p:sp>
      <p:sp>
        <p:nvSpPr>
          <p:cNvPr id="16" name="slide-5-text-16">
            <a:extLst xmlns:a="http://schemas.openxmlformats.org/drawingml/2006/main">
              <a:ext uri="{FF2B5EF4-FFF2-40B4-BE49-F238E27FC236}">
                <a16:creationId xmlns:a16="http://schemas.microsoft.com/office/drawing/2014/main" id="{266B9549-7DE1-4858-99B5-5BCDBC6A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構擬任務。十分鐘是設計條件，不是測得的教學效果。</a:t>
            </a:r>
          </a:p>
        </p:txBody>
      </p:sp>
      <p:sp>
        <p:nvSpPr>
          <p:cNvPr id="17" name="slide-5-text-17">
            <a:extLst xmlns:a="http://schemas.openxmlformats.org/drawingml/2006/main">
              <a:ext uri="{FF2B5EF4-FFF2-40B4-BE49-F238E27FC236}">
                <a16:creationId xmlns:a16="http://schemas.microsoft.com/office/drawing/2014/main" id="{63A1A25C-7F8D-42E7-A90C-B0E0523B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05 / 66</a:t>
            </a:r>
          </a:p>
        </p:txBody>
      </p:sp>
    </p:spTree>
    <p:extLst>
      <p:ext uri="{BB962C8B-B14F-4D97-AF65-F5344CB8AC3E}">
        <p14:creationId xmlns:p14="http://schemas.microsoft.com/office/powerpoint/2010/main" val="381838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6-text-1">
            <a:extLst xmlns:a="http://schemas.openxmlformats.org/drawingml/2006/main">
              <a:ext uri="{FF2B5EF4-FFF2-40B4-BE49-F238E27FC236}">
                <a16:creationId xmlns:a16="http://schemas.microsoft.com/office/drawing/2014/main" id="{01975A50-E8C3-4B1F-B670-E9BC72C9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擴大探索</a:t>
            </a:r>
          </a:p>
        </p:txBody>
      </p:sp>
      <p:sp>
        <p:nvSpPr>
          <p:cNvPr id="2" name="slide-6-text-2">
            <a:extLst xmlns:a="http://schemas.openxmlformats.org/drawingml/2006/main">
              <a:ext uri="{FF2B5EF4-FFF2-40B4-BE49-F238E27FC236}">
                <a16:creationId xmlns:a16="http://schemas.microsoft.com/office/drawing/2014/main" id="{94300FE3-2661-4BC6-A57B-CB1B6B1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讓本科生更早試做完整方案</a:t>
            </a:r>
          </a:p>
        </p:txBody>
      </p:sp>
      <p:sp>
        <p:nvSpPr>
          <p:cNvPr id="3" name="slide-6-line-3">
            <a:extLst xmlns:a="http://schemas.openxmlformats.org/drawingml/2006/main">
              <a:ext uri="{FF2B5EF4-FFF2-40B4-BE49-F238E27FC236}">
                <a16:creationId xmlns:a16="http://schemas.microsoft.com/office/drawing/2014/main" id="{0C834BCF-8FCA-41C0-930E-43165B3E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-text-4">
            <a:extLst xmlns:a="http://schemas.openxmlformats.org/drawingml/2006/main">
              <a:ext uri="{FF2B5EF4-FFF2-40B4-BE49-F238E27FC236}">
                <a16:creationId xmlns:a16="http://schemas.microsoft.com/office/drawing/2014/main" id="{B448D5CF-DB2F-491B-8618-D88582FC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-text-5">
            <a:extLst xmlns:a="http://schemas.openxmlformats.org/drawingml/2006/main">
              <a:ext uri="{FF2B5EF4-FFF2-40B4-BE49-F238E27FC236}">
                <a16:creationId xmlns:a16="http://schemas.microsoft.com/office/drawing/2014/main" id="{EE88BA9D-78F1-4029-A770-5FB72E76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起草與改寫</a:t>
            </a:r>
          </a:p>
        </p:txBody>
      </p:sp>
      <p:sp>
        <p:nvSpPr>
          <p:cNvPr id="6" name="slide-6-line-6">
            <a:extLst xmlns:a="http://schemas.openxmlformats.org/drawingml/2006/main">
              <a:ext uri="{FF2B5EF4-FFF2-40B4-BE49-F238E27FC236}">
                <a16:creationId xmlns:a16="http://schemas.microsoft.com/office/drawing/2014/main" id="{F4635504-38BB-409F-B5CE-1225FC8D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7" name="slide-6-text-7">
            <a:extLst xmlns:a="http://schemas.openxmlformats.org/drawingml/2006/main">
              <a:ext uri="{FF2B5EF4-FFF2-40B4-BE49-F238E27FC236}">
                <a16:creationId xmlns:a16="http://schemas.microsoft.com/office/drawing/2014/main" id="{C98F079C-B38E-4C10-BE62-6A5372E1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比較多種表達</a:t>
            </a:r>
          </a:p>
        </p:txBody>
      </p:sp>
      <p:sp>
        <p:nvSpPr>
          <p:cNvPr id="8" name="slide-6-text-8">
            <a:extLst xmlns:a="http://schemas.openxmlformats.org/drawingml/2006/main">
              <a:ext uri="{FF2B5EF4-FFF2-40B4-BE49-F238E27FC236}">
                <a16:creationId xmlns:a16="http://schemas.microsoft.com/office/drawing/2014/main" id="{365A780E-BC60-4525-8438-5D2C7C71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導讀、提問、口頭介紹</a:t>
            </a:r>
          </a:p>
        </p:txBody>
      </p:sp>
      <p:sp>
        <p:nvSpPr>
          <p:cNvPr id="9" name="slide-6-text-9">
            <a:extLst xmlns:a="http://schemas.openxmlformats.org/drawingml/2006/main">
              <a:ext uri="{FF2B5EF4-FFF2-40B4-BE49-F238E27FC236}">
                <a16:creationId xmlns:a16="http://schemas.microsoft.com/office/drawing/2014/main" id="{21484F05-FA5B-4776-8012-EE4C2C18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都可以先做出候選稿。</a:t>
            </a:r>
          </a:p>
        </p:txBody>
      </p:sp>
      <p:sp>
        <p:nvSpPr>
          <p:cNvPr id="10" name="slide-6-text-10">
            <a:extLst xmlns:a="http://schemas.openxmlformats.org/drawingml/2006/main">
              <a:ext uri="{FF2B5EF4-FFF2-40B4-BE49-F238E27FC236}">
                <a16:creationId xmlns:a16="http://schemas.microsoft.com/office/drawing/2014/main" id="{9361B386-A465-495F-A93E-5615CF2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檢索與核對</a:t>
            </a:r>
          </a:p>
        </p:txBody>
      </p:sp>
      <p:sp>
        <p:nvSpPr>
          <p:cNvPr id="11" name="slide-6-line-11">
            <a:extLst xmlns:a="http://schemas.openxmlformats.org/drawingml/2006/main">
              <a:ext uri="{FF2B5EF4-FFF2-40B4-BE49-F238E27FC236}">
                <a16:creationId xmlns:a16="http://schemas.microsoft.com/office/drawing/2014/main" id="{0182A307-64A7-46DC-91ED-95205BAF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2" name="slide-6-text-12">
            <a:extLst xmlns:a="http://schemas.openxmlformats.org/drawingml/2006/main">
              <a:ext uri="{FF2B5EF4-FFF2-40B4-BE49-F238E27FC236}">
                <a16:creationId xmlns:a16="http://schemas.microsoft.com/office/drawing/2014/main" id="{3FEE2305-0FFE-4574-890B-DE279F3F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查清依據與差異</a:t>
            </a:r>
          </a:p>
        </p:txBody>
      </p:sp>
      <p:sp>
        <p:nvSpPr>
          <p:cNvPr id="13" name="slide-6-text-13">
            <a:extLst xmlns:a="http://schemas.openxmlformats.org/drawingml/2006/main">
              <a:ext uri="{FF2B5EF4-FFF2-40B4-BE49-F238E27FC236}">
                <a16:creationId xmlns:a16="http://schemas.microsoft.com/office/drawing/2014/main" id="{F5D1F1E7-7042-414D-9D0C-0180D0F3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有檢索能力的系統可定位來源，</a:t>
            </a:r>
          </a:p>
        </p:txBody>
      </p:sp>
      <p:sp>
        <p:nvSpPr>
          <p:cNvPr id="14" name="slide-6-text-14">
            <a:extLst xmlns:a="http://schemas.openxmlformats.org/drawingml/2006/main">
              <a:ext uri="{FF2B5EF4-FFF2-40B4-BE49-F238E27FC236}">
                <a16:creationId xmlns:a16="http://schemas.microsoft.com/office/drawing/2014/main" id="{B37A9323-B83A-42BC-8C79-D1CA199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引用仍需回到原文確認。</a:t>
            </a:r>
          </a:p>
        </p:txBody>
      </p:sp>
      <p:sp>
        <p:nvSpPr>
          <p:cNvPr id="15" name="slide-6-text-15">
            <a:extLst xmlns:a="http://schemas.openxmlformats.org/drawingml/2006/main">
              <a:ext uri="{FF2B5EF4-FFF2-40B4-BE49-F238E27FC236}">
                <a16:creationId xmlns:a16="http://schemas.microsoft.com/office/drawing/2014/main" id="{7A7C5381-F750-4641-9DA0-C35ED3FB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工具與執行</a:t>
            </a:r>
          </a:p>
        </p:txBody>
      </p:sp>
      <p:sp>
        <p:nvSpPr>
          <p:cNvPr id="16" name="slide-6-line-16">
            <a:extLst xmlns:a="http://schemas.openxmlformats.org/drawingml/2006/main">
              <a:ext uri="{FF2B5EF4-FFF2-40B4-BE49-F238E27FC236}">
                <a16:creationId xmlns:a16="http://schemas.microsoft.com/office/drawing/2014/main" id="{CB4FE27E-F3AC-433D-A853-976EFBEF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7" name="slide-6-text-17">
            <a:extLst xmlns:a="http://schemas.openxmlformats.org/drawingml/2006/main">
              <a:ext uri="{FF2B5EF4-FFF2-40B4-BE49-F238E27FC236}">
                <a16:creationId xmlns:a16="http://schemas.microsoft.com/office/drawing/2014/main" id="{D057A9F2-AD9E-49E8-9DDF-AE88F301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試做可用的原型</a:t>
            </a:r>
          </a:p>
        </p:txBody>
      </p:sp>
      <p:sp>
        <p:nvSpPr>
          <p:cNvPr id="18" name="slide-6-text-18">
            <a:extLst xmlns:a="http://schemas.openxmlformats.org/drawingml/2006/main">
              <a:ext uri="{FF2B5EF4-FFF2-40B4-BE49-F238E27FC236}">
                <a16:creationId xmlns:a16="http://schemas.microsoft.com/office/drawing/2014/main" id="{40767EA5-E778-4C72-B163-3F76F73C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具工具權限的系統可協助製作，</a:t>
            </a:r>
          </a:p>
        </p:txBody>
      </p:sp>
      <p:sp>
        <p:nvSpPr>
          <p:cNvPr id="19" name="slide-6-text-19">
            <a:extLst xmlns:a="http://schemas.openxmlformats.org/drawingml/2006/main">
              <a:ext uri="{FF2B5EF4-FFF2-40B4-BE49-F238E27FC236}">
                <a16:creationId xmlns:a16="http://schemas.microsoft.com/office/drawing/2014/main" id="{3C549D9E-4920-4B41-BBC4-3632DAD2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對外操作保留人工確認。</a:t>
            </a:r>
          </a:p>
        </p:txBody>
      </p:sp>
      <p:sp>
        <p:nvSpPr>
          <p:cNvPr id="20" name="slide-6-text-20">
            <a:extLst xmlns:a="http://schemas.openxmlformats.org/drawingml/2006/main">
              <a:ext uri="{FF2B5EF4-FFF2-40B4-BE49-F238E27FC236}">
                <a16:creationId xmlns:a16="http://schemas.microsoft.com/office/drawing/2014/main" id="{9DB73DBE-A03B-487C-B9F7-45989CA3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能力依工具與任務而異。原型提供討論材料，效果仍需觀察。</a:t>
            </a:r>
          </a:p>
        </p:txBody>
      </p:sp>
      <p:sp>
        <p:nvSpPr>
          <p:cNvPr id="21" name="slide-6-text-21">
            <a:extLst xmlns:a="http://schemas.openxmlformats.org/drawingml/2006/main">
              <a:ext uri="{FF2B5EF4-FFF2-40B4-BE49-F238E27FC236}">
                <a16:creationId xmlns:a16="http://schemas.microsoft.com/office/drawing/2014/main" id="{217AF70F-6103-441B-A7AA-99893290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06 / 66</a:t>
            </a:r>
          </a:p>
        </p:txBody>
      </p:sp>
    </p:spTree>
    <p:extLst>
      <p:ext uri="{BB962C8B-B14F-4D97-AF65-F5344CB8AC3E}">
        <p14:creationId xmlns:p14="http://schemas.microsoft.com/office/powerpoint/2010/main" val="12674332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ext-1">
            <a:extLst xmlns:a="http://schemas.openxmlformats.org/drawingml/2006/main">
              <a:ext uri="{FF2B5EF4-FFF2-40B4-BE49-F238E27FC236}">
                <a16:creationId xmlns:a16="http://schemas.microsoft.com/office/drawing/2014/main" id="{4B441C9C-7CB4-413B-8CDB-2F7A58D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說明工作</a:t>
            </a:r>
          </a:p>
        </p:txBody>
      </p:sp>
      <p:sp>
        <p:nvSpPr>
          <p:cNvPr id="2" name="slide-7-text-2">
            <a:extLst xmlns:a="http://schemas.openxmlformats.org/drawingml/2006/main">
              <a:ext uri="{FF2B5EF4-FFF2-40B4-BE49-F238E27FC236}">
                <a16:creationId xmlns:a16="http://schemas.microsoft.com/office/drawing/2014/main" id="{EC303BBC-8D2D-4DC0-BAC8-01BBDC8C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委託需要可供檢查的條件</a:t>
            </a:r>
          </a:p>
        </p:txBody>
      </p:sp>
      <p:sp>
        <p:nvSpPr>
          <p:cNvPr id="3" name="slide-7-line-3">
            <a:extLst xmlns:a="http://schemas.openxmlformats.org/drawingml/2006/main">
              <a:ext uri="{FF2B5EF4-FFF2-40B4-BE49-F238E27FC236}">
                <a16:creationId xmlns:a16="http://schemas.microsoft.com/office/drawing/2014/main" id="{E2EB617E-9AF2-4070-818C-FCD51128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7-text-4">
            <a:extLst xmlns:a="http://schemas.openxmlformats.org/drawingml/2006/main">
              <a:ext uri="{FF2B5EF4-FFF2-40B4-BE49-F238E27FC236}">
                <a16:creationId xmlns:a16="http://schemas.microsoft.com/office/drawing/2014/main" id="{078B600B-4F68-4364-8A5A-0B9AF61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7-text-5">
            <a:extLst xmlns:a="http://schemas.openxmlformats.org/drawingml/2006/main">
              <a:ext uri="{FF2B5EF4-FFF2-40B4-BE49-F238E27FC236}">
                <a16:creationId xmlns:a16="http://schemas.microsoft.com/office/drawing/2014/main" id="{52FFADF8-D01A-411E-8215-2219FE4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輸入</a:t>
            </a:r>
          </a:p>
        </p:txBody>
      </p:sp>
      <p:sp>
        <p:nvSpPr>
          <p:cNvPr id="6" name="slide-7-text-6">
            <a:extLst xmlns:a="http://schemas.openxmlformats.org/drawingml/2006/main">
              <a:ext uri="{FF2B5EF4-FFF2-40B4-BE49-F238E27FC236}">
                <a16:creationId xmlns:a16="http://schemas.microsoft.com/office/drawing/2014/main" id="{B34D8B69-4135-4319-8111-9C664D5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指定短文、年級、閱讀目的</a:t>
            </a:r>
          </a:p>
        </p:txBody>
      </p:sp>
      <p:sp>
        <p:nvSpPr>
          <p:cNvPr id="7" name="slide-7-line-7">
            <a:extLst xmlns:a="http://schemas.openxmlformats.org/drawingml/2006/main">
              <a:ext uri="{FF2B5EF4-FFF2-40B4-BE49-F238E27FC236}">
                <a16:creationId xmlns:a16="http://schemas.microsoft.com/office/drawing/2014/main" id="{0C036F70-E721-4B39-BD40-09164040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7-text-8">
            <a:extLst xmlns:a="http://schemas.openxmlformats.org/drawingml/2006/main">
              <a:ext uri="{FF2B5EF4-FFF2-40B4-BE49-F238E27FC236}">
                <a16:creationId xmlns:a16="http://schemas.microsoft.com/office/drawing/2014/main" id="{8F7D962B-FBB9-4FA8-9AF6-13C40366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產出</a:t>
            </a:r>
          </a:p>
        </p:txBody>
      </p:sp>
      <p:sp>
        <p:nvSpPr>
          <p:cNvPr id="9" name="slide-7-text-9">
            <a:extLst xmlns:a="http://schemas.openxmlformats.org/drawingml/2006/main">
              <a:ext uri="{FF2B5EF4-FFF2-40B4-BE49-F238E27FC236}">
                <a16:creationId xmlns:a16="http://schemas.microsoft.com/office/drawing/2014/main" id="{5F0D828A-A887-464D-A53C-0A21170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14725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三個提問及一段教師說明</a:t>
            </a:r>
          </a:p>
        </p:txBody>
      </p:sp>
      <p:sp>
        <p:nvSpPr>
          <p:cNvPr id="10" name="slide-7-line-10">
            <a:extLst xmlns:a="http://schemas.openxmlformats.org/drawingml/2006/main">
              <a:ext uri="{FF2B5EF4-FFF2-40B4-BE49-F238E27FC236}">
                <a16:creationId xmlns:a16="http://schemas.microsoft.com/office/drawing/2014/main" id="{BC7B7498-5911-4DA9-9B31-805C834D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7-text-11">
            <a:extLst xmlns:a="http://schemas.openxmlformats.org/drawingml/2006/main">
              <a:ext uri="{FF2B5EF4-FFF2-40B4-BE49-F238E27FC236}">
                <a16:creationId xmlns:a16="http://schemas.microsoft.com/office/drawing/2014/main" id="{7E663DFD-0EF9-437C-83B7-47A06997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檢查</a:t>
            </a:r>
          </a:p>
        </p:txBody>
      </p:sp>
      <p:sp>
        <p:nvSpPr>
          <p:cNvPr id="12" name="slide-7-text-12">
            <a:extLst xmlns:a="http://schemas.openxmlformats.org/drawingml/2006/main">
              <a:ext uri="{FF2B5EF4-FFF2-40B4-BE49-F238E27FC236}">
                <a16:creationId xmlns:a16="http://schemas.microsoft.com/office/drawing/2014/main" id="{4434E2AA-D4E4-4C0E-BA50-C9137866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62450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每個提問都能回到原文找到依據</a:t>
            </a:r>
          </a:p>
        </p:txBody>
      </p:sp>
      <p:sp>
        <p:nvSpPr>
          <p:cNvPr id="13" name="slide-7-line-13">
            <a:extLst xmlns:a="http://schemas.openxmlformats.org/drawingml/2006/main">
              <a:ext uri="{FF2B5EF4-FFF2-40B4-BE49-F238E27FC236}">
                <a16:creationId xmlns:a16="http://schemas.microsoft.com/office/drawing/2014/main" id="{07105199-1E3F-45CF-A200-C1488C79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7-text-14">
            <a:extLst xmlns:a="http://schemas.openxmlformats.org/drawingml/2006/main">
              <a:ext uri="{FF2B5EF4-FFF2-40B4-BE49-F238E27FC236}">
                <a16:creationId xmlns:a16="http://schemas.microsoft.com/office/drawing/2014/main" id="{980CE4E8-4A83-4FE4-BD66-AC801A6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1905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邊界</a:t>
            </a:r>
          </a:p>
        </p:txBody>
      </p:sp>
      <p:sp>
        <p:nvSpPr>
          <p:cNvPr id="15" name="slide-7-text-15">
            <a:extLst xmlns:a="http://schemas.openxmlformats.org/drawingml/2006/main">
              <a:ext uri="{FF2B5EF4-FFF2-40B4-BE49-F238E27FC236}">
                <a16:creationId xmlns:a16="http://schemas.microsoft.com/office/drawing/2014/main" id="{5EC1A260-7D20-494A-9BD5-4FDBB32F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10175"/>
            <a:ext cx="95250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不補寫故事，不預先提供標準答案</a:t>
            </a:r>
          </a:p>
        </p:txBody>
      </p:sp>
      <p:sp>
        <p:nvSpPr>
          <p:cNvPr id="16" name="slide-7-line-16">
            <a:extLst xmlns:a="http://schemas.openxmlformats.org/drawingml/2006/main">
              <a:ext uri="{FF2B5EF4-FFF2-40B4-BE49-F238E27FC236}">
                <a16:creationId xmlns:a16="http://schemas.microsoft.com/office/drawing/2014/main" id="{A179ED70-0F0F-4E68-8DE9-7425825D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7-text-17">
            <a:extLst xmlns:a="http://schemas.openxmlformats.org/drawingml/2006/main">
              <a:ext uri="{FF2B5EF4-FFF2-40B4-BE49-F238E27FC236}">
                <a16:creationId xmlns:a16="http://schemas.microsoft.com/office/drawing/2014/main" id="{B9A84B0D-0E09-445B-9B55-C8A43A3B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07 / 66</a:t>
            </a:r>
          </a:p>
        </p:txBody>
      </p:sp>
    </p:spTree>
    <p:extLst>
      <p:ext uri="{BB962C8B-B14F-4D97-AF65-F5344CB8AC3E}">
        <p14:creationId xmlns:p14="http://schemas.microsoft.com/office/powerpoint/2010/main" val="1055390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8-text-1">
            <a:extLst xmlns:a="http://schemas.openxmlformats.org/drawingml/2006/main">
              <a:ext uri="{FF2B5EF4-FFF2-40B4-BE49-F238E27FC236}">
                <a16:creationId xmlns:a16="http://schemas.microsoft.com/office/drawing/2014/main" id="{225DB679-FBD6-4616-B1E1-B8197A9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現場示範   對象與用途</a:t>
            </a:r>
          </a:p>
        </p:txBody>
      </p:sp>
      <p:sp>
        <p:nvSpPr>
          <p:cNvPr id="2" name="slide-8-text-2">
            <a:extLst xmlns:a="http://schemas.openxmlformats.org/drawingml/2006/main">
              <a:ext uri="{FF2B5EF4-FFF2-40B4-BE49-F238E27FC236}">
                <a16:creationId xmlns:a16="http://schemas.microsoft.com/office/drawing/2014/main" id="{D55FC4C4-FF47-43B4-BD58-58A65019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示範一：同一短文，不同委託</a:t>
            </a:r>
          </a:p>
        </p:txBody>
      </p:sp>
      <p:sp>
        <p:nvSpPr>
          <p:cNvPr id="3" name="slide-8-line-3">
            <a:extLst xmlns:a="http://schemas.openxmlformats.org/drawingml/2006/main">
              <a:ext uri="{FF2B5EF4-FFF2-40B4-BE49-F238E27FC236}">
                <a16:creationId xmlns:a16="http://schemas.microsoft.com/office/drawing/2014/main" id="{4B32158F-1EC7-4063-9BE3-226EDCFA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8-text-4">
            <a:extLst xmlns:a="http://schemas.openxmlformats.org/drawingml/2006/main">
              <a:ext uri="{FF2B5EF4-FFF2-40B4-BE49-F238E27FC236}">
                <a16:creationId xmlns:a16="http://schemas.microsoft.com/office/drawing/2014/main" id="{BFF8646F-6F88-42ED-B3D4-B059BBC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8-text-5">
            <a:extLst xmlns:a="http://schemas.openxmlformats.org/drawingml/2006/main">
              <a:ext uri="{FF2B5EF4-FFF2-40B4-BE49-F238E27FC236}">
                <a16:creationId xmlns:a16="http://schemas.microsoft.com/office/drawing/2014/main" id="{ADC65317-F659-41D4-BE20-8DAD143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原創示例短文《窗邊的樹》</a:t>
            </a:r>
          </a:p>
        </p:txBody>
      </p:sp>
      <p:sp>
        <p:nvSpPr>
          <p:cNvPr id="6" name="slide-8-text-6">
            <a:extLst xmlns:a="http://schemas.openxmlformats.org/drawingml/2006/main">
              <a:ext uri="{FF2B5EF4-FFF2-40B4-BE49-F238E27FC236}">
                <a16:creationId xmlns:a16="http://schemas.microsoft.com/office/drawing/2014/main" id="{E2F5FCDA-D3C3-4CCA-BDA4-37282086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81325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早晨，小晴推開窗，看見樹葉上停着幾滴雨水。</a:t>
            </a:r>
          </a:p>
        </p:txBody>
      </p:sp>
      <p:sp>
        <p:nvSpPr>
          <p:cNvPr id="7" name="slide-8-text-7">
            <a:extLst xmlns:a="http://schemas.openxmlformats.org/drawingml/2006/main">
              <a:ext uri="{FF2B5EF4-FFF2-40B4-BE49-F238E27FC236}">
                <a16:creationId xmlns:a16="http://schemas.microsoft.com/office/drawing/2014/main" id="{D452CD7D-33D3-4DDB-83C9-39053965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9961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風一吹，雨水落在窗台。午後，陽光照進來，</a:t>
            </a:r>
          </a:p>
        </p:txBody>
      </p:sp>
      <p:sp>
        <p:nvSpPr>
          <p:cNvPr id="8" name="slide-8-text-8">
            <a:extLst xmlns:a="http://schemas.openxmlformats.org/drawingml/2006/main">
              <a:ext uri="{FF2B5EF4-FFF2-40B4-BE49-F238E27FC236}">
                <a16:creationId xmlns:a16="http://schemas.microsoft.com/office/drawing/2014/main" id="{F3241ADD-5EA9-4728-B3E6-82BDA374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8598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窗台乾了，樹影慢慢移到書桌旁。</a:t>
            </a:r>
          </a:p>
        </p:txBody>
      </p:sp>
      <p:sp>
        <p:nvSpPr>
          <p:cNvPr id="9" name="slide-8-text-9">
            <a:extLst xmlns:a="http://schemas.openxmlformats.org/drawingml/2006/main">
              <a:ext uri="{FF2B5EF4-FFF2-40B4-BE49-F238E27FC236}">
                <a16:creationId xmlns:a16="http://schemas.microsoft.com/office/drawing/2014/main" id="{A21050DB-1042-49DA-9BAC-BCFA143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7234"/>
            <a:ext cx="119062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她把椅子挪近窗邊，繼續讀那本沒有讀完的書。</a:t>
            </a:r>
          </a:p>
        </p:txBody>
      </p:sp>
      <p:sp>
        <p:nvSpPr>
          <p:cNvPr id="10" name="slide-8-line-10">
            <a:extLst xmlns:a="http://schemas.openxmlformats.org/drawingml/2006/main">
              <a:ext uri="{FF2B5EF4-FFF2-40B4-BE49-F238E27FC236}">
                <a16:creationId xmlns:a16="http://schemas.microsoft.com/office/drawing/2014/main" id="{A5128E45-0C33-40CD-B313-1B3134AF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07296"/>
            </a:solidFill>
            <a:prstDash val="solid"/>
          </a:ln>
        </p:spPr>
      </p:sp>
      <p:sp>
        <p:nvSpPr>
          <p:cNvPr id="11" name="slide-8-text-11">
            <a:extLst xmlns:a="http://schemas.openxmlformats.org/drawingml/2006/main">
              <a:ext uri="{FF2B5EF4-FFF2-40B4-BE49-F238E27FC236}">
                <a16:creationId xmlns:a16="http://schemas.microsoft.com/office/drawing/2014/main" id="{5C2FCACD-83AB-4310-8507-6E8D1228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1190625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兩次都使用相同短文。第二次補充對象、用途與不可改變的事實。</a:t>
            </a:r>
          </a:p>
        </p:txBody>
      </p:sp>
      <p:sp>
        <p:nvSpPr>
          <p:cNvPr id="12" name="slide-8-text-12">
            <a:extLst xmlns:a="http://schemas.openxmlformats.org/drawingml/2006/main">
              <a:ext uri="{FF2B5EF4-FFF2-40B4-BE49-F238E27FC236}">
                <a16:creationId xmlns:a16="http://schemas.microsoft.com/office/drawing/2014/main" id="{2B2B678B-2F6C-463F-A549-7C0B2089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短文與離線對照稿均為講座示例，不代表實際模型效果。</a:t>
            </a:r>
          </a:p>
        </p:txBody>
      </p:sp>
      <p:sp>
        <p:nvSpPr>
          <p:cNvPr id="13" name="slide-8-text-13">
            <a:extLst xmlns:a="http://schemas.openxmlformats.org/drawingml/2006/main">
              <a:ext uri="{FF2B5EF4-FFF2-40B4-BE49-F238E27FC236}">
                <a16:creationId xmlns:a16="http://schemas.microsoft.com/office/drawing/2014/main" id="{A813AD88-37CA-4B0E-A922-CEC78D45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08 / 66</a:t>
            </a:r>
          </a:p>
        </p:txBody>
      </p:sp>
    </p:spTree>
    <p:extLst>
      <p:ext uri="{BB962C8B-B14F-4D97-AF65-F5344CB8AC3E}">
        <p14:creationId xmlns:p14="http://schemas.microsoft.com/office/powerpoint/2010/main" val="8159097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ext-1">
            <a:extLst xmlns:a="http://schemas.openxmlformats.org/drawingml/2006/main">
              <a:ext uri="{FF2B5EF4-FFF2-40B4-BE49-F238E27FC236}">
                <a16:creationId xmlns:a16="http://schemas.microsoft.com/office/drawing/2014/main" id="{CF7DA051-F111-4ADE-A1D4-EAFEF16D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示範一   離線對照稿</a:t>
            </a:r>
          </a:p>
        </p:txBody>
      </p:sp>
      <p:sp>
        <p:nvSpPr>
          <p:cNvPr id="2" name="slide-9-text-2">
            <a:extLst xmlns:a="http://schemas.openxmlformats.org/drawingml/2006/main">
              <a:ext uri="{FF2B5EF4-FFF2-40B4-BE49-F238E27FC236}">
                <a16:creationId xmlns:a16="http://schemas.microsoft.com/office/drawing/2014/main" id="{D09D7979-673D-42EE-A45A-AA29062C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情境改變了提問的具體程度</a:t>
            </a:r>
          </a:p>
        </p:txBody>
      </p:sp>
      <p:sp>
        <p:nvSpPr>
          <p:cNvPr id="3" name="slide-9-line-3">
            <a:extLst xmlns:a="http://schemas.openxmlformats.org/drawingml/2006/main">
              <a:ext uri="{FF2B5EF4-FFF2-40B4-BE49-F238E27FC236}">
                <a16:creationId xmlns:a16="http://schemas.microsoft.com/office/drawing/2014/main" id="{371C9F0B-632E-41C0-993B-BC04D1A7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9-text-4">
            <a:extLst xmlns:a="http://schemas.openxmlformats.org/drawingml/2006/main">
              <a:ext uri="{FF2B5EF4-FFF2-40B4-BE49-F238E27FC236}">
                <a16:creationId xmlns:a16="http://schemas.microsoft.com/office/drawing/2014/main" id="{1ECC4D04-4640-4098-B37F-5319FD44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9-line-5">
            <a:extLst xmlns:a="http://schemas.openxmlformats.org/drawingml/2006/main">
              <a:ext uri="{FF2B5EF4-FFF2-40B4-BE49-F238E27FC236}">
                <a16:creationId xmlns:a16="http://schemas.microsoft.com/office/drawing/2014/main" id="{C63F72DA-5BFC-42CC-9E3E-7AD4E397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6" name="slide-9-text-6">
            <a:extLst xmlns:a="http://schemas.openxmlformats.org/drawingml/2006/main">
              <a:ext uri="{FF2B5EF4-FFF2-40B4-BE49-F238E27FC236}">
                <a16:creationId xmlns:a16="http://schemas.microsoft.com/office/drawing/2014/main" id="{72C9E470-1DC5-4368-8779-79A1FFB2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334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條件不足的示例</a:t>
            </a:r>
          </a:p>
        </p:txBody>
      </p:sp>
      <p:sp>
        <p:nvSpPr>
          <p:cNvPr id="7" name="slide-9-text-7">
            <a:extLst xmlns:a="http://schemas.openxmlformats.org/drawingml/2006/main">
              <a:ext uri="{FF2B5EF4-FFF2-40B4-BE49-F238E27FC236}">
                <a16:creationId xmlns:a16="http://schemas.microsoft.com/office/drawing/2014/main" id="{78F03BAD-024F-4FD5-87A5-D7CCF053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談談這篇文章</a:t>
            </a:r>
          </a:p>
        </p:txBody>
      </p:sp>
      <p:sp>
        <p:nvSpPr>
          <p:cNvPr id="8" name="slide-9-text-8">
            <a:extLst xmlns:a="http://schemas.openxmlformats.org/drawingml/2006/main">
              <a:ext uri="{FF2B5EF4-FFF2-40B4-BE49-F238E27FC236}">
                <a16:creationId xmlns:a16="http://schemas.microsoft.com/office/drawing/2014/main" id="{9CFDBB83-4541-40A5-904A-6550DC36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8293"/>
            <a:ext cx="51435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帶來的人生啟示</a:t>
            </a:r>
          </a:p>
        </p:txBody>
      </p:sp>
      <p:sp>
        <p:nvSpPr>
          <p:cNvPr id="9" name="slide-9-text-9">
            <a:extLst xmlns:a="http://schemas.openxmlformats.org/drawingml/2006/main">
              <a:ext uri="{FF2B5EF4-FFF2-40B4-BE49-F238E27FC236}">
                <a16:creationId xmlns:a16="http://schemas.microsoft.com/office/drawing/2014/main" id="{26E5838F-A343-467B-8B60-B6D53408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問題沒有指定文本依據，</a:t>
            </a:r>
          </a:p>
        </p:txBody>
      </p:sp>
      <p:sp>
        <p:nvSpPr>
          <p:cNvPr id="10" name="slide-9-text-10">
            <a:extLst xmlns:a="http://schemas.openxmlformats.org/drawingml/2006/main">
              <a:ext uri="{FF2B5EF4-FFF2-40B4-BE49-F238E27FC236}">
                <a16:creationId xmlns:a16="http://schemas.microsoft.com/office/drawing/2014/main" id="{6118015C-0F7C-4587-BFA5-72BD67B0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7463"/>
            <a:ext cx="51435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也未對應本次閱讀目的。</a:t>
            </a:r>
          </a:p>
        </p:txBody>
      </p:sp>
      <p:sp>
        <p:nvSpPr>
          <p:cNvPr id="11" name="slide-9-text-11">
            <a:extLst xmlns:a="http://schemas.openxmlformats.org/drawingml/2006/main">
              <a:ext uri="{FF2B5EF4-FFF2-40B4-BE49-F238E27FC236}">
                <a16:creationId xmlns:a16="http://schemas.microsoft.com/office/drawing/2014/main" id="{D35D549B-F18D-495A-A8B7-551B3E00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55245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依委託修訂的示例</a:t>
            </a:r>
          </a:p>
        </p:txBody>
      </p:sp>
      <p:sp>
        <p:nvSpPr>
          <p:cNvPr id="12" name="slide-9-text-12">
            <a:extLst xmlns:a="http://schemas.openxmlformats.org/drawingml/2006/main">
              <a:ext uri="{FF2B5EF4-FFF2-40B4-BE49-F238E27FC236}">
                <a16:creationId xmlns:a16="http://schemas.microsoft.com/office/drawing/2014/main" id="{DD92D2BD-3DBB-4706-A3E8-5CB0DA89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找出早晨與午後</a:t>
            </a:r>
          </a:p>
        </p:txBody>
      </p:sp>
      <p:sp>
        <p:nvSpPr>
          <p:cNvPr id="13" name="slide-9-text-13">
            <a:extLst xmlns:a="http://schemas.openxmlformats.org/drawingml/2006/main">
              <a:ext uri="{FF2B5EF4-FFF2-40B4-BE49-F238E27FC236}">
                <a16:creationId xmlns:a16="http://schemas.microsoft.com/office/drawing/2014/main" id="{C7C58DFB-C169-4901-80CF-4A4B0290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68293"/>
            <a:ext cx="5410200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景物改變的語句</a:t>
            </a:r>
          </a:p>
        </p:txBody>
      </p:sp>
      <p:sp>
        <p:nvSpPr>
          <p:cNvPr id="14" name="slide-9-text-14">
            <a:extLst xmlns:a="http://schemas.openxmlformats.org/drawingml/2006/main">
              <a:ext uri="{FF2B5EF4-FFF2-40B4-BE49-F238E27FC236}">
                <a16:creationId xmlns:a16="http://schemas.microsoft.com/office/drawing/2014/main" id="{D93AC7CD-FA10-47B8-B7B8-B41C8733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哪些變化由原文直接說明？</a:t>
            </a:r>
          </a:p>
        </p:txBody>
      </p:sp>
      <p:sp>
        <p:nvSpPr>
          <p:cNvPr id="15" name="slide-9-text-15">
            <a:extLst xmlns:a="http://schemas.openxmlformats.org/drawingml/2006/main">
              <a:ext uri="{FF2B5EF4-FFF2-40B4-BE49-F238E27FC236}">
                <a16:creationId xmlns:a16="http://schemas.microsoft.com/office/drawing/2014/main" id="{ECA6B5F1-C129-45BB-88F5-2396837A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47463"/>
            <a:ext cx="54102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哪些只是讀者的推測？</a:t>
            </a:r>
          </a:p>
        </p:txBody>
      </p:sp>
      <p:sp>
        <p:nvSpPr>
          <p:cNvPr id="16" name="slide-9-text-16">
            <a:extLst xmlns:a="http://schemas.openxmlformats.org/drawingml/2006/main">
              <a:ext uri="{FF2B5EF4-FFF2-40B4-BE49-F238E27FC236}">
                <a16:creationId xmlns:a16="http://schemas.microsoft.com/office/drawing/2014/main" id="{67CE1255-12FD-4C38-BE0D-309A85C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本講座預先準備的對照稿，非模型實測輸出。</a:t>
            </a:r>
          </a:p>
        </p:txBody>
      </p:sp>
      <p:sp>
        <p:nvSpPr>
          <p:cNvPr id="17" name="slide-9-text-17">
            <a:extLst xmlns:a="http://schemas.openxmlformats.org/drawingml/2006/main">
              <a:ext uri="{FF2B5EF4-FFF2-40B4-BE49-F238E27FC236}">
                <a16:creationId xmlns:a16="http://schemas.microsoft.com/office/drawing/2014/main" id="{E68C5FCA-BCD8-4301-97E6-ECBC3E7C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09 / 66</a:t>
            </a:r>
          </a:p>
        </p:txBody>
      </p:sp>
    </p:spTree>
    <p:extLst>
      <p:ext uri="{BB962C8B-B14F-4D97-AF65-F5344CB8AC3E}">
        <p14:creationId xmlns:p14="http://schemas.microsoft.com/office/powerpoint/2010/main" val="292539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0-text-1">
            <a:extLst xmlns:a="http://schemas.openxmlformats.org/drawingml/2006/main">
              <a:ext uri="{FF2B5EF4-FFF2-40B4-BE49-F238E27FC236}">
                <a16:creationId xmlns:a16="http://schemas.microsoft.com/office/drawing/2014/main" id="{C9488FAF-F3B2-4BC7-B103-46BF97A8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如何開始</a:t>
            </a:r>
          </a:p>
        </p:txBody>
      </p:sp>
      <p:sp>
        <p:nvSpPr>
          <p:cNvPr id="2" name="slide-10-text-2">
            <a:extLst xmlns:a="http://schemas.openxmlformats.org/drawingml/2006/main">
              <a:ext uri="{FF2B5EF4-FFF2-40B4-BE49-F238E27FC236}">
                <a16:creationId xmlns:a16="http://schemas.microsoft.com/office/drawing/2014/main" id="{6A99F2B1-290C-45F9-931A-85801292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第一步，限定一次具體備課</a:t>
            </a:r>
          </a:p>
        </p:txBody>
      </p:sp>
      <p:sp>
        <p:nvSpPr>
          <p:cNvPr id="3" name="slide-10-line-3">
            <a:extLst xmlns:a="http://schemas.openxmlformats.org/drawingml/2006/main">
              <a:ext uri="{FF2B5EF4-FFF2-40B4-BE49-F238E27FC236}">
                <a16:creationId xmlns:a16="http://schemas.microsoft.com/office/drawing/2014/main" id="{EBEE27C7-19CC-4FA5-A053-BD8EC23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0-text-4">
            <a:extLst xmlns:a="http://schemas.openxmlformats.org/drawingml/2006/main">
              <a:ext uri="{FF2B5EF4-FFF2-40B4-BE49-F238E27FC236}">
                <a16:creationId xmlns:a16="http://schemas.microsoft.com/office/drawing/2014/main" id="{4EC1EB66-C629-400C-B59E-25FB6B9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0-text-5">
            <a:extLst xmlns:a="http://schemas.openxmlformats.org/drawingml/2006/main">
              <a:ext uri="{FF2B5EF4-FFF2-40B4-BE49-F238E27FC236}">
                <a16:creationId xmlns:a16="http://schemas.microsoft.com/office/drawing/2014/main" id="{7CDD6749-C703-4BDF-B3F8-93264A2D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525000" cy="1139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6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一次備課</a:t>
            </a:r>
          </a:p>
        </p:txBody>
      </p:sp>
      <p:sp>
        <p:nvSpPr>
          <p:cNvPr id="6" name="slide-10-text-6">
            <a:extLst xmlns:a="http://schemas.openxmlformats.org/drawingml/2006/main">
              <a:ext uri="{FF2B5EF4-FFF2-40B4-BE49-F238E27FC236}">
                <a16:creationId xmlns:a16="http://schemas.microsoft.com/office/drawing/2014/main" id="{AF64FD8D-EA9B-4AB9-8F03-3D93DBAE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190625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觀察教師如何選材料、修改提問、決定是否採用。</a:t>
            </a:r>
          </a:p>
        </p:txBody>
      </p:sp>
      <p:sp>
        <p:nvSpPr>
          <p:cNvPr id="7" name="slide-10-text-7">
            <a:extLst xmlns:a="http://schemas.openxmlformats.org/drawingml/2006/main">
              <a:ext uri="{FF2B5EF4-FFF2-40B4-BE49-F238E27FC236}">
                <a16:creationId xmlns:a16="http://schemas.microsoft.com/office/drawing/2014/main" id="{F50581CE-10F1-4AB1-963A-3754615F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1190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先取得能支持下一步投入的資訊，</a:t>
            </a:r>
          </a:p>
        </p:txBody>
      </p:sp>
      <p:sp>
        <p:nvSpPr>
          <p:cNvPr id="8" name="slide-10-text-8">
            <a:extLst xmlns:a="http://schemas.openxmlformats.org/drawingml/2006/main">
              <a:ext uri="{FF2B5EF4-FFF2-40B4-BE49-F238E27FC236}">
                <a16:creationId xmlns:a16="http://schemas.microsoft.com/office/drawing/2014/main" id="{A1ED48D7-3FE5-489E-A4B6-59A231AD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2115"/>
            <a:ext cx="119062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再決定是否擴展到更多教材與使用者。</a:t>
            </a:r>
          </a:p>
        </p:txBody>
      </p:sp>
      <p:sp>
        <p:nvSpPr>
          <p:cNvPr id="9" name="slide-10-text-9">
            <a:extLst xmlns:a="http://schemas.openxmlformats.org/drawingml/2006/main">
              <a:ext uri="{FF2B5EF4-FFF2-40B4-BE49-F238E27FC236}">
                <a16:creationId xmlns:a16="http://schemas.microsoft.com/office/drawing/2014/main" id="{C74571D3-E9CD-4B72-9689-3A95F8DF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試用可以發現問題。單次正面回饋仍不足以證明普遍效果。</a:t>
            </a:r>
          </a:p>
        </p:txBody>
      </p:sp>
      <p:sp>
        <p:nvSpPr>
          <p:cNvPr id="10" name="slide-10-text-10">
            <a:extLst xmlns:a="http://schemas.openxmlformats.org/drawingml/2006/main">
              <a:ext uri="{FF2B5EF4-FFF2-40B4-BE49-F238E27FC236}">
                <a16:creationId xmlns:a16="http://schemas.microsoft.com/office/drawing/2014/main" id="{C75C9BDA-8332-4CAA-A089-3B8A6B41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10 / 66</a:t>
            </a:r>
          </a:p>
        </p:txBody>
      </p:sp>
    </p:spTree>
    <p:extLst>
      <p:ext uri="{BB962C8B-B14F-4D97-AF65-F5344CB8AC3E}">
        <p14:creationId xmlns:p14="http://schemas.microsoft.com/office/powerpoint/2010/main" val="1314510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1-text-1">
            <a:extLst xmlns:a="http://schemas.openxmlformats.org/drawingml/2006/main">
              <a:ext uri="{FF2B5EF4-FFF2-40B4-BE49-F238E27FC236}">
                <a16:creationId xmlns:a16="http://schemas.microsoft.com/office/drawing/2014/main" id="{1FFAB551-EA6D-40F7-907F-4580D009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前導 B   證據與中文傳意</a:t>
            </a:r>
          </a:p>
        </p:txBody>
      </p:sp>
      <p:sp>
        <p:nvSpPr>
          <p:cNvPr id="2" name="slide-11-line-2">
            <a:extLst xmlns:a="http://schemas.openxmlformats.org/drawingml/2006/main">
              <a:ext uri="{FF2B5EF4-FFF2-40B4-BE49-F238E27FC236}">
                <a16:creationId xmlns:a16="http://schemas.microsoft.com/office/drawing/2014/main" id="{7A5295E8-B8F1-45B7-BC5D-97A69E57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11-text-3">
            <a:extLst xmlns:a="http://schemas.openxmlformats.org/drawingml/2006/main">
              <a:ext uri="{FF2B5EF4-FFF2-40B4-BE49-F238E27FC236}">
                <a16:creationId xmlns:a16="http://schemas.microsoft.com/office/drawing/2014/main" id="{F1C360D6-93C7-4CAB-A17E-881856C1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11-text-4">
            <a:extLst xmlns:a="http://schemas.openxmlformats.org/drawingml/2006/main">
              <a:ext uri="{FF2B5EF4-FFF2-40B4-BE49-F238E27FC236}">
                <a16:creationId xmlns:a16="http://schemas.microsoft.com/office/drawing/2014/main" id="{BA023B36-D2D5-4A37-B793-031C9F5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3143250" cy="1813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05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序</a:t>
            </a:r>
          </a:p>
        </p:txBody>
      </p:sp>
      <p:sp>
        <p:nvSpPr>
          <p:cNvPr id="5" name="slide-11-text-5">
            <a:extLst xmlns:a="http://schemas.openxmlformats.org/drawingml/2006/main">
              <a:ext uri="{FF2B5EF4-FFF2-40B4-BE49-F238E27FC236}">
                <a16:creationId xmlns:a16="http://schemas.microsoft.com/office/drawing/2014/main" id="{CD789AB4-2A35-4C14-B2ED-F62C915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09625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一句話的承諾</a:t>
            </a:r>
          </a:p>
        </p:txBody>
      </p:sp>
      <p:sp>
        <p:nvSpPr>
          <p:cNvPr id="6" name="slide-11-text-6">
            <a:extLst xmlns:a="http://schemas.openxmlformats.org/drawingml/2006/main">
              <a:ext uri="{FF2B5EF4-FFF2-40B4-BE49-F238E27FC236}">
                <a16:creationId xmlns:a16="http://schemas.microsoft.com/office/drawing/2014/main" id="{7D87A23C-60AF-4FB5-A456-6D1D0853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742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E1E8FF"/>
                </a:solidFill>
                <a:latin typeface="PingFang TC"/>
                <a:ea typeface="PingFang TC"/>
                <a:cs typeface="PingFang TC"/>
              </a:rPr>
              <a:t>導讀完成之後，介紹它的語言會影響他人對效果的期待。</a:t>
            </a:r>
          </a:p>
        </p:txBody>
      </p:sp>
      <p:sp>
        <p:nvSpPr>
          <p:cNvPr id="7" name="slide-11-text-7">
            <a:extLst xmlns:a="http://schemas.openxmlformats.org/drawingml/2006/main">
              <a:ext uri="{FF2B5EF4-FFF2-40B4-BE49-F238E27FC236}">
                <a16:creationId xmlns:a16="http://schemas.microsoft.com/office/drawing/2014/main" id="{D18748B3-C593-428A-A8D9-43445DD1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11 / 66</a:t>
            </a:r>
          </a:p>
        </p:txBody>
      </p:sp>
    </p:spTree>
    <p:extLst>
      <p:ext uri="{BB962C8B-B14F-4D97-AF65-F5344CB8AC3E}">
        <p14:creationId xmlns:p14="http://schemas.microsoft.com/office/powerpoint/2010/main" val="16443498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12-text-1">
            <a:extLst xmlns:a="http://schemas.openxmlformats.org/drawingml/2006/main">
              <a:ext uri="{FF2B5EF4-FFF2-40B4-BE49-F238E27FC236}">
                <a16:creationId xmlns:a16="http://schemas.microsoft.com/office/drawing/2014/main" id="{7A399842-7688-47FD-941D-21F1EDC5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現場示範   證據與承諾</a:t>
            </a:r>
          </a:p>
        </p:txBody>
      </p:sp>
      <p:sp>
        <p:nvSpPr>
          <p:cNvPr id="2" name="slide-12-text-2">
            <a:extLst xmlns:a="http://schemas.openxmlformats.org/drawingml/2006/main">
              <a:ext uri="{FF2B5EF4-FFF2-40B4-BE49-F238E27FC236}">
                <a16:creationId xmlns:a16="http://schemas.microsoft.com/office/drawing/2014/main" id="{7CA34079-A8D6-43A3-8409-6F250FFA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示範二：新資料要求重新判斷</a:t>
            </a:r>
          </a:p>
        </p:txBody>
      </p:sp>
      <p:sp>
        <p:nvSpPr>
          <p:cNvPr id="3" name="slide-12-line-3">
            <a:extLst xmlns:a="http://schemas.openxmlformats.org/drawingml/2006/main">
              <a:ext uri="{FF2B5EF4-FFF2-40B4-BE49-F238E27FC236}">
                <a16:creationId xmlns:a16="http://schemas.microsoft.com/office/drawing/2014/main" id="{887DB4A4-67DA-42A4-AF77-D52E51D8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2-text-4">
            <a:extLst xmlns:a="http://schemas.openxmlformats.org/drawingml/2006/main">
              <a:ext uri="{FF2B5EF4-FFF2-40B4-BE49-F238E27FC236}">
                <a16:creationId xmlns:a16="http://schemas.microsoft.com/office/drawing/2014/main" id="{148DFEEA-DEB2-4B19-A600-7F4B15BC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2-text-5">
            <a:extLst xmlns:a="http://schemas.openxmlformats.org/drawingml/2006/main">
              <a:ext uri="{FF2B5EF4-FFF2-40B4-BE49-F238E27FC236}">
                <a16:creationId xmlns:a16="http://schemas.microsoft.com/office/drawing/2014/main" id="{3423B79C-F6A6-4CCF-B443-1AEA431D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待審主張</a:t>
            </a:r>
          </a:p>
        </p:txBody>
      </p:sp>
      <p:sp>
        <p:nvSpPr>
          <p:cNvPr id="6" name="slide-12-text-6">
            <a:extLst xmlns:a="http://schemas.openxmlformats.org/drawingml/2006/main">
              <a:ext uri="{FF2B5EF4-FFF2-40B4-BE49-F238E27FC236}">
                <a16:creationId xmlns:a16="http://schemas.microsoft.com/office/drawing/2014/main" id="{9CE66E5F-8C8A-4A0D-AC25-279D9A66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477125" cy="75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這份導讀能提升</a:t>
            </a:r>
          </a:p>
        </p:txBody>
      </p:sp>
      <p:sp>
        <p:nvSpPr>
          <p:cNvPr id="7" name="slide-12-text-7">
            <a:extLst xmlns:a="http://schemas.openxmlformats.org/drawingml/2006/main">
              <a:ext uri="{FF2B5EF4-FFF2-40B4-BE49-F238E27FC236}">
                <a16:creationId xmlns:a16="http://schemas.microsoft.com/office/drawing/2014/main" id="{D633F469-C1D6-457E-8BA1-5CE0D74C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9629"/>
            <a:ext cx="7477125" cy="751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學生的閱讀理解</a:t>
            </a:r>
          </a:p>
        </p:txBody>
      </p:sp>
      <p:sp>
        <p:nvSpPr>
          <p:cNvPr id="8" name="slide-12-line-8">
            <a:extLst xmlns:a="http://schemas.openxmlformats.org/drawingml/2006/main">
              <a:ext uri="{FF2B5EF4-FFF2-40B4-BE49-F238E27FC236}">
                <a16:creationId xmlns:a16="http://schemas.microsoft.com/office/drawing/2014/main" id="{4CCC1D98-CAF6-4F98-A575-8400F7D1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81275"/>
            <a:ext cx="0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9" name="slide-12-text-9">
            <a:extLst xmlns:a="http://schemas.openxmlformats.org/drawingml/2006/main">
              <a:ext uri="{FF2B5EF4-FFF2-40B4-BE49-F238E27FC236}">
                <a16:creationId xmlns:a16="http://schemas.microsoft.com/office/drawing/2014/main" id="{D7042FC1-A73F-43F9-B8C6-DA861DA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38425"/>
            <a:ext cx="3333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構擬資料</a:t>
            </a:r>
          </a:p>
        </p:txBody>
      </p:sp>
      <p:sp>
        <p:nvSpPr>
          <p:cNvPr id="10" name="slide-12-text-10">
            <a:extLst xmlns:a="http://schemas.openxmlformats.org/drawingml/2006/main">
              <a:ext uri="{FF2B5EF4-FFF2-40B4-BE49-F238E27FC236}">
                <a16:creationId xmlns:a16="http://schemas.microsoft.com/office/drawing/2014/main" id="{4CDE8CC9-3902-44DD-A9EF-AF57AA58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71825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教師認為整理較方便。</a:t>
            </a:r>
          </a:p>
        </p:txBody>
      </p:sp>
      <p:sp>
        <p:nvSpPr>
          <p:cNvPr id="11" name="slide-12-text-11">
            <a:extLst xmlns:a="http://schemas.openxmlformats.org/drawingml/2006/main">
              <a:ext uri="{FF2B5EF4-FFF2-40B4-BE49-F238E27FC236}">
                <a16:creationId xmlns:a16="http://schemas.microsoft.com/office/drawing/2014/main" id="{06E860AE-922F-46B6-BAE4-5AB45DA6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4065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尚未收集學生作答。</a:t>
            </a:r>
          </a:p>
        </p:txBody>
      </p:sp>
      <p:sp>
        <p:nvSpPr>
          <p:cNvPr id="12" name="slide-12-text-12">
            <a:extLst xmlns:a="http://schemas.openxmlformats.org/drawingml/2006/main">
              <a:ext uri="{FF2B5EF4-FFF2-40B4-BE49-F238E27FC236}">
                <a16:creationId xmlns:a16="http://schemas.microsoft.com/office/drawing/2014/main" id="{07F886B4-F8C6-4EEA-A360-A8510F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56304"/>
            <a:ext cx="33337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未作比較或後續追蹤。</a:t>
            </a:r>
          </a:p>
        </p:txBody>
      </p:sp>
      <p:sp>
        <p:nvSpPr>
          <p:cNvPr id="13" name="slide-12-text-13">
            <a:extLst xmlns:a="http://schemas.openxmlformats.org/drawingml/2006/main">
              <a:ext uri="{FF2B5EF4-FFF2-40B4-BE49-F238E27FC236}">
                <a16:creationId xmlns:a16="http://schemas.microsoft.com/office/drawing/2014/main" id="{2D8D7AAB-6AD0-4616-BF8B-084A6544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構擬回饋與待審主張。演示檢查推論，不展示教學成效。</a:t>
            </a:r>
          </a:p>
        </p:txBody>
      </p:sp>
      <p:sp>
        <p:nvSpPr>
          <p:cNvPr id="14" name="slide-12-text-14">
            <a:extLst xmlns:a="http://schemas.openxmlformats.org/drawingml/2006/main">
              <a:ext uri="{FF2B5EF4-FFF2-40B4-BE49-F238E27FC236}">
                <a16:creationId xmlns:a16="http://schemas.microsoft.com/office/drawing/2014/main" id="{9D3CD25D-9646-4827-AD5C-FD4BC1F9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12 / 66</a:t>
            </a:r>
          </a:p>
        </p:txBody>
      </p:sp>
    </p:spTree>
    <p:extLst>
      <p:ext uri="{BB962C8B-B14F-4D97-AF65-F5344CB8AC3E}">
        <p14:creationId xmlns:p14="http://schemas.microsoft.com/office/powerpoint/2010/main" val="918252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13-text-1">
            <a:extLst xmlns:a="http://schemas.openxmlformats.org/drawingml/2006/main">
              <a:ext uri="{FF2B5EF4-FFF2-40B4-BE49-F238E27FC236}">
                <a16:creationId xmlns:a16="http://schemas.microsoft.com/office/drawing/2014/main" id="{6EF2F6B6-2334-42F9-9340-ACFE665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示範二   離線修訂稿</a:t>
            </a:r>
          </a:p>
        </p:txBody>
      </p:sp>
      <p:sp>
        <p:nvSpPr>
          <p:cNvPr id="2" name="slide-13-text-2">
            <a:extLst xmlns:a="http://schemas.openxmlformats.org/drawingml/2006/main">
              <a:ext uri="{FF2B5EF4-FFF2-40B4-BE49-F238E27FC236}">
                <a16:creationId xmlns:a16="http://schemas.microsoft.com/office/drawing/2014/main" id="{DD0E4A32-16AB-44DD-A448-02C8117C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方便備課，尚不能推出學習提升</a:t>
            </a:r>
          </a:p>
        </p:txBody>
      </p:sp>
      <p:sp>
        <p:nvSpPr>
          <p:cNvPr id="3" name="slide-13-line-3">
            <a:extLst xmlns:a="http://schemas.openxmlformats.org/drawingml/2006/main">
              <a:ext uri="{FF2B5EF4-FFF2-40B4-BE49-F238E27FC236}">
                <a16:creationId xmlns:a16="http://schemas.microsoft.com/office/drawing/2014/main" id="{D70517E9-FA86-4DF2-B4CC-DEDBA6EA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3-text-4">
            <a:extLst xmlns:a="http://schemas.openxmlformats.org/drawingml/2006/main">
              <a:ext uri="{FF2B5EF4-FFF2-40B4-BE49-F238E27FC236}">
                <a16:creationId xmlns:a16="http://schemas.microsoft.com/office/drawing/2014/main" id="{0D9C993B-A74B-4A9B-A5DD-4801C9EA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3-text-5">
            <a:extLst xmlns:a="http://schemas.openxmlformats.org/drawingml/2006/main">
              <a:ext uri="{FF2B5EF4-FFF2-40B4-BE49-F238E27FC236}">
                <a16:creationId xmlns:a16="http://schemas.microsoft.com/office/drawing/2014/main" id="{82D914E9-80C9-4378-860A-57E2B780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根據現有資料可以說明</a:t>
            </a:r>
          </a:p>
        </p:txBody>
      </p:sp>
      <p:sp>
        <p:nvSpPr>
          <p:cNvPr id="6" name="slide-13-text-6">
            <a:extLst xmlns:a="http://schemas.openxmlformats.org/drawingml/2006/main">
              <a:ext uri="{FF2B5EF4-FFF2-40B4-BE49-F238E27FC236}">
                <a16:creationId xmlns:a16="http://schemas.microsoft.com/office/drawing/2014/main" id="{E6493DD5-B2A1-45CC-BB55-3A86AFAC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20015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這份導讀可供教師備課時參考。</a:t>
            </a:r>
          </a:p>
        </p:txBody>
      </p:sp>
      <p:sp>
        <p:nvSpPr>
          <p:cNvPr id="7" name="slide-13-text-7">
            <a:extLst xmlns:a="http://schemas.openxmlformats.org/drawingml/2006/main">
              <a:ext uri="{FF2B5EF4-FFF2-40B4-BE49-F238E27FC236}">
                <a16:creationId xmlns:a16="http://schemas.microsoft.com/office/drawing/2014/main" id="{F83B1580-657F-43D8-8B6A-712425A4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169"/>
            <a:ext cx="120015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構擬試用回饋提到整理材料較方便。</a:t>
            </a:r>
          </a:p>
        </p:txBody>
      </p:sp>
      <p:sp>
        <p:nvSpPr>
          <p:cNvPr id="8" name="slide-13-text-8">
            <a:extLst xmlns:a="http://schemas.openxmlformats.org/drawingml/2006/main">
              <a:ext uri="{FF2B5EF4-FFF2-40B4-BE49-F238E27FC236}">
                <a16:creationId xmlns:a16="http://schemas.microsoft.com/office/drawing/2014/main" id="{93E271A5-A3ED-42A9-92E8-F079F94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52387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仍待檢驗</a:t>
            </a:r>
          </a:p>
        </p:txBody>
      </p:sp>
      <p:sp>
        <p:nvSpPr>
          <p:cNvPr id="9" name="slide-13-text-9">
            <a:extLst xmlns:a="http://schemas.openxmlformats.org/drawingml/2006/main">
              <a:ext uri="{FF2B5EF4-FFF2-40B4-BE49-F238E27FC236}">
                <a16:creationId xmlns:a16="http://schemas.microsoft.com/office/drawing/2014/main" id="{4D5C7F8C-CE24-42E6-8E9D-C5444812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9675"/>
            <a:ext cx="12001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對學生閱讀理解的影響尚未評估。</a:t>
            </a:r>
          </a:p>
        </p:txBody>
      </p:sp>
      <p:sp>
        <p:nvSpPr>
          <p:cNvPr id="10" name="slide-13-text-10">
            <a:extLst xmlns:a="http://schemas.openxmlformats.org/drawingml/2006/main">
              <a:ext uri="{FF2B5EF4-FFF2-40B4-BE49-F238E27FC236}">
                <a16:creationId xmlns:a16="http://schemas.microsoft.com/office/drawing/2014/main" id="{3849D83E-4F7C-45D2-83E9-1A119BFA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966"/>
            <a:ext cx="12001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下一步需要觀察學生能否依據短文解釋自己的回答。</a:t>
            </a:r>
          </a:p>
        </p:txBody>
      </p:sp>
      <p:sp>
        <p:nvSpPr>
          <p:cNvPr id="11" name="slide-13-text-11">
            <a:extLst xmlns:a="http://schemas.openxmlformats.org/drawingml/2006/main">
              <a:ext uri="{FF2B5EF4-FFF2-40B4-BE49-F238E27FC236}">
                <a16:creationId xmlns:a16="http://schemas.microsoft.com/office/drawing/2014/main" id="{1AA4AB56-7D53-4D14-ACA5-AB75B27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本講座預先準備的修訂示例，非研究發現或真實產品宣傳。</a:t>
            </a:r>
          </a:p>
        </p:txBody>
      </p:sp>
      <p:sp>
        <p:nvSpPr>
          <p:cNvPr id="12" name="slide-13-text-12">
            <a:extLst xmlns:a="http://schemas.openxmlformats.org/drawingml/2006/main">
              <a:ext uri="{FF2B5EF4-FFF2-40B4-BE49-F238E27FC236}">
                <a16:creationId xmlns:a16="http://schemas.microsoft.com/office/drawing/2014/main" id="{128A023A-6685-419F-9E3C-196A3171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13 / 66</a:t>
            </a:r>
          </a:p>
        </p:txBody>
      </p:sp>
    </p:spTree>
    <p:extLst>
      <p:ext uri="{BB962C8B-B14F-4D97-AF65-F5344CB8AC3E}">
        <p14:creationId xmlns:p14="http://schemas.microsoft.com/office/powerpoint/2010/main" val="20785882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14-text-1">
            <a:extLst xmlns:a="http://schemas.openxmlformats.org/drawingml/2006/main">
              <a:ext uri="{FF2B5EF4-FFF2-40B4-BE49-F238E27FC236}">
                <a16:creationId xmlns:a16="http://schemas.microsoft.com/office/drawing/2014/main" id="{007634B2-0B01-4EC1-8682-4EAA9C94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表達中的判斷</a:t>
            </a:r>
          </a:p>
        </p:txBody>
      </p:sp>
      <p:sp>
        <p:nvSpPr>
          <p:cNvPr id="2" name="slide-14-text-2">
            <a:extLst xmlns:a="http://schemas.openxmlformats.org/drawingml/2006/main">
              <a:ext uri="{FF2B5EF4-FFF2-40B4-BE49-F238E27FC236}">
                <a16:creationId xmlns:a16="http://schemas.microsoft.com/office/drawing/2014/main" id="{DA2E134A-1AE5-4278-A382-774BA7B1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幾個中文詞語，界定了證據的範圍</a:t>
            </a:r>
          </a:p>
        </p:txBody>
      </p:sp>
      <p:sp>
        <p:nvSpPr>
          <p:cNvPr id="3" name="slide-14-line-3">
            <a:extLst xmlns:a="http://schemas.openxmlformats.org/drawingml/2006/main">
              <a:ext uri="{FF2B5EF4-FFF2-40B4-BE49-F238E27FC236}">
                <a16:creationId xmlns:a16="http://schemas.microsoft.com/office/drawing/2014/main" id="{F050A883-0F2B-4A24-B70E-2894C5F2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4-text-4">
            <a:extLst xmlns:a="http://schemas.openxmlformats.org/drawingml/2006/main">
              <a:ext uri="{FF2B5EF4-FFF2-40B4-BE49-F238E27FC236}">
                <a16:creationId xmlns:a16="http://schemas.microsoft.com/office/drawing/2014/main" id="{9C0ED6C3-82EA-4055-B2D6-E74EDF78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4-text-5">
            <a:extLst xmlns:a="http://schemas.openxmlformats.org/drawingml/2006/main">
              <a:ext uri="{FF2B5EF4-FFF2-40B4-BE49-F238E27FC236}">
                <a16:creationId xmlns:a16="http://schemas.microsoft.com/office/drawing/2014/main" id="{8E215098-10FE-4AEC-A794-6CE8AA45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誰的觀察</a:t>
            </a:r>
          </a:p>
        </p:txBody>
      </p:sp>
      <p:sp>
        <p:nvSpPr>
          <p:cNvPr id="6" name="slide-14-text-6">
            <a:extLst xmlns:a="http://schemas.openxmlformats.org/drawingml/2006/main">
              <a:ext uri="{FF2B5EF4-FFF2-40B4-BE49-F238E27FC236}">
                <a16:creationId xmlns:a16="http://schemas.microsoft.com/office/drawing/2014/main" id="{F440DAB7-F3A6-45E2-AF6F-9C09AAE3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67000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教師認為</a:t>
            </a:r>
          </a:p>
        </p:txBody>
      </p:sp>
      <p:sp>
        <p:nvSpPr>
          <p:cNvPr id="7" name="slide-14-text-7">
            <a:extLst xmlns:a="http://schemas.openxmlformats.org/drawingml/2006/main">
              <a:ext uri="{FF2B5EF4-FFF2-40B4-BE49-F238E27FC236}">
                <a16:creationId xmlns:a16="http://schemas.microsoft.com/office/drawing/2014/main" id="{14B6264D-F5CD-4F37-9278-6968DF56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主觀回饋的來源</a:t>
            </a:r>
          </a:p>
        </p:txBody>
      </p:sp>
      <p:sp>
        <p:nvSpPr>
          <p:cNvPr id="8" name="slide-14-line-8">
            <a:extLst xmlns:a="http://schemas.openxmlformats.org/drawingml/2006/main">
              <a:ext uri="{FF2B5EF4-FFF2-40B4-BE49-F238E27FC236}">
                <a16:creationId xmlns:a16="http://schemas.microsoft.com/office/drawing/2014/main" id="{9F6B1FA2-3A7C-4A56-9916-B28ABFE8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9" name="slide-14-text-9">
            <a:extLst xmlns:a="http://schemas.openxmlformats.org/drawingml/2006/main">
              <a:ext uri="{FF2B5EF4-FFF2-40B4-BE49-F238E27FC236}">
                <a16:creationId xmlns:a16="http://schemas.microsoft.com/office/drawing/2014/main" id="{334754BB-8E88-4170-AD7B-17C7CD35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在哪個範圍</a:t>
            </a:r>
          </a:p>
        </p:txBody>
      </p:sp>
      <p:sp>
        <p:nvSpPr>
          <p:cNvPr id="10" name="slide-14-text-10">
            <a:extLst xmlns:a="http://schemas.openxmlformats.org/drawingml/2006/main">
              <a:ext uri="{FF2B5EF4-FFF2-40B4-BE49-F238E27FC236}">
                <a16:creationId xmlns:a16="http://schemas.microsoft.com/office/drawing/2014/main" id="{F2EA1ABB-2EC9-4C23-BF23-5CB7D30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00475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整理材料較方便</a:t>
            </a:r>
          </a:p>
        </p:txBody>
      </p:sp>
      <p:sp>
        <p:nvSpPr>
          <p:cNvPr id="11" name="slide-14-text-11">
            <a:extLst xmlns:a="http://schemas.openxmlformats.org/drawingml/2006/main">
              <a:ext uri="{FF2B5EF4-FFF2-40B4-BE49-F238E27FC236}">
                <a16:creationId xmlns:a16="http://schemas.microsoft.com/office/drawing/2014/main" id="{E6C2350D-3882-4C19-AD4B-2B132D08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76675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指向備課工作</a:t>
            </a:r>
          </a:p>
        </p:txBody>
      </p:sp>
      <p:sp>
        <p:nvSpPr>
          <p:cNvPr id="12" name="slide-14-line-12">
            <a:extLst xmlns:a="http://schemas.openxmlformats.org/drawingml/2006/main">
              <a:ext uri="{FF2B5EF4-FFF2-40B4-BE49-F238E27FC236}">
                <a16:creationId xmlns:a16="http://schemas.microsoft.com/office/drawing/2014/main" id="{A29E51AC-24BE-451F-A9F7-68125A43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3" name="slide-14-text-13">
            <a:extLst xmlns:a="http://schemas.openxmlformats.org/drawingml/2006/main">
              <a:ext uri="{FF2B5EF4-FFF2-40B4-BE49-F238E27FC236}">
                <a16:creationId xmlns:a16="http://schemas.microsoft.com/office/drawing/2014/main" id="{65EA5A19-9F6D-495C-ADE0-AD6C1510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047875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哪些仍未知</a:t>
            </a:r>
          </a:p>
        </p:txBody>
      </p:sp>
      <p:sp>
        <p:nvSpPr>
          <p:cNvPr id="14" name="slide-14-text-14">
            <a:extLst xmlns:a="http://schemas.openxmlformats.org/drawingml/2006/main">
              <a:ext uri="{FF2B5EF4-FFF2-40B4-BE49-F238E27FC236}">
                <a16:creationId xmlns:a16="http://schemas.microsoft.com/office/drawing/2014/main" id="{2E89A0A0-9CE7-4F93-9DB8-9C4B1FCE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33950"/>
            <a:ext cx="5572125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尚未評估</a:t>
            </a:r>
          </a:p>
        </p:txBody>
      </p:sp>
      <p:sp>
        <p:nvSpPr>
          <p:cNvPr id="15" name="slide-14-text-15">
            <a:extLst xmlns:a="http://schemas.openxmlformats.org/drawingml/2006/main">
              <a:ext uri="{FF2B5EF4-FFF2-40B4-BE49-F238E27FC236}">
                <a16:creationId xmlns:a16="http://schemas.microsoft.com/office/drawing/2014/main" id="{189A7DE4-732D-49F9-A629-AAA0611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34290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不能宣稱學習提升</a:t>
            </a:r>
          </a:p>
        </p:txBody>
      </p:sp>
      <p:sp>
        <p:nvSpPr>
          <p:cNvPr id="16" name="slide-14-line-16">
            <a:extLst xmlns:a="http://schemas.openxmlformats.org/drawingml/2006/main">
              <a:ext uri="{FF2B5EF4-FFF2-40B4-BE49-F238E27FC236}">
                <a16:creationId xmlns:a16="http://schemas.microsoft.com/office/drawing/2014/main" id="{06C58080-D24E-4E59-A252-EF53A915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14-text-17">
            <a:extLst xmlns:a="http://schemas.openxmlformats.org/drawingml/2006/main">
              <a:ext uri="{FF2B5EF4-FFF2-40B4-BE49-F238E27FC236}">
                <a16:creationId xmlns:a16="http://schemas.microsoft.com/office/drawing/2014/main" id="{84610899-333A-4562-BBDE-684F908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14 / 66</a:t>
            </a:r>
          </a:p>
        </p:txBody>
      </p:sp>
    </p:spTree>
    <p:extLst>
      <p:ext uri="{BB962C8B-B14F-4D97-AF65-F5344CB8AC3E}">
        <p14:creationId xmlns:p14="http://schemas.microsoft.com/office/powerpoint/2010/main" val="12096399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5-text-1">
            <a:extLst xmlns:a="http://schemas.openxmlformats.org/drawingml/2006/main">
              <a:ext uri="{FF2B5EF4-FFF2-40B4-BE49-F238E27FC236}">
                <a16:creationId xmlns:a16="http://schemas.microsoft.com/office/drawing/2014/main" id="{632ACBD6-5082-4761-A78C-ED6F2E5D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同一案例   判斷的基礎</a:t>
            </a:r>
          </a:p>
        </p:txBody>
      </p:sp>
      <p:sp>
        <p:nvSpPr>
          <p:cNvPr id="2" name="slide-15-text-2">
            <a:extLst xmlns:a="http://schemas.openxmlformats.org/drawingml/2006/main">
              <a:ext uri="{FF2B5EF4-FFF2-40B4-BE49-F238E27FC236}">
                <a16:creationId xmlns:a16="http://schemas.microsoft.com/office/drawing/2014/main" id="{FB0C1456-C21F-41B0-8311-94F42AC1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專業知識決定該追問甚麼</a:t>
            </a:r>
          </a:p>
        </p:txBody>
      </p:sp>
      <p:sp>
        <p:nvSpPr>
          <p:cNvPr id="3" name="slide-15-line-3">
            <a:extLst xmlns:a="http://schemas.openxmlformats.org/drawingml/2006/main">
              <a:ext uri="{FF2B5EF4-FFF2-40B4-BE49-F238E27FC236}">
                <a16:creationId xmlns:a16="http://schemas.microsoft.com/office/drawing/2014/main" id="{226CFF10-943B-48CE-AE9C-CE9C4049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5-text-4">
            <a:extLst xmlns:a="http://schemas.openxmlformats.org/drawingml/2006/main">
              <a:ext uri="{FF2B5EF4-FFF2-40B4-BE49-F238E27FC236}">
                <a16:creationId xmlns:a16="http://schemas.microsoft.com/office/drawing/2014/main" id="{1D0D429B-D06B-413E-8736-42DDAEA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5-text-5">
            <a:extLst xmlns:a="http://schemas.openxmlformats.org/drawingml/2006/main">
              <a:ext uri="{FF2B5EF4-FFF2-40B4-BE49-F238E27FC236}">
                <a16:creationId xmlns:a16="http://schemas.microsoft.com/office/drawing/2014/main" id="{921E5342-C1B8-49C1-BBFB-2998C9E8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190625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「效果」指的是甚麼？</a:t>
            </a:r>
          </a:p>
        </p:txBody>
      </p:sp>
      <p:sp>
        <p:nvSpPr>
          <p:cNvPr id="6" name="slide-15-text-6">
            <a:extLst xmlns:a="http://schemas.openxmlformats.org/drawingml/2006/main">
              <a:ext uri="{FF2B5EF4-FFF2-40B4-BE49-F238E27FC236}">
                <a16:creationId xmlns:a16="http://schemas.microsoft.com/office/drawing/2014/main" id="{96FDCB3B-46B6-4F2B-9EB7-15AABCB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教育：方便備課，與學生理解是不同結果。</a:t>
            </a:r>
          </a:p>
        </p:txBody>
      </p:sp>
      <p:sp>
        <p:nvSpPr>
          <p:cNvPr id="7" name="slide-15-text-7">
            <a:extLst xmlns:a="http://schemas.openxmlformats.org/drawingml/2006/main">
              <a:ext uri="{FF2B5EF4-FFF2-40B4-BE49-F238E27FC236}">
                <a16:creationId xmlns:a16="http://schemas.microsoft.com/office/drawing/2014/main" id="{5B29C9A0-3CB8-4B9B-B67E-9BC4681A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0466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商業：表示喜歡，與願意持續使用是不同證據。</a:t>
            </a:r>
          </a:p>
        </p:txBody>
      </p:sp>
      <p:sp>
        <p:nvSpPr>
          <p:cNvPr id="8" name="slide-15-text-8">
            <a:extLst xmlns:a="http://schemas.openxmlformats.org/drawingml/2006/main">
              <a:ext uri="{FF2B5EF4-FFF2-40B4-BE49-F238E27FC236}">
                <a16:creationId xmlns:a16="http://schemas.microsoft.com/office/drawing/2014/main" id="{F9282D90-99C0-4C3B-9220-DA4F0F7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3282"/>
            <a:ext cx="119062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科學：同時出現的變化，仍需檢查因果解釋。</a:t>
            </a:r>
          </a:p>
        </p:txBody>
      </p:sp>
      <p:sp>
        <p:nvSpPr>
          <p:cNvPr id="9" name="slide-15-text-9">
            <a:extLst xmlns:a="http://schemas.openxmlformats.org/drawingml/2006/main">
              <a:ext uri="{FF2B5EF4-FFF2-40B4-BE49-F238E27FC236}">
                <a16:creationId xmlns:a16="http://schemas.microsoft.com/office/drawing/2014/main" id="{78F8A023-42A1-41C6-BDEF-ED4463B7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跨學科類比。各領域需依其專業標準判斷。</a:t>
            </a:r>
          </a:p>
        </p:txBody>
      </p:sp>
      <p:sp>
        <p:nvSpPr>
          <p:cNvPr id="10" name="slide-15-text-10">
            <a:extLst xmlns:a="http://schemas.openxmlformats.org/drawingml/2006/main">
              <a:ext uri="{FF2B5EF4-FFF2-40B4-BE49-F238E27FC236}">
                <a16:creationId xmlns:a16="http://schemas.microsoft.com/office/drawing/2014/main" id="{C13C6427-4CEE-4136-BE07-8EAF36D5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15 / 66</a:t>
            </a:r>
          </a:p>
        </p:txBody>
      </p:sp>
    </p:spTree>
    <p:extLst>
      <p:ext uri="{BB962C8B-B14F-4D97-AF65-F5344CB8AC3E}">
        <p14:creationId xmlns:p14="http://schemas.microsoft.com/office/powerpoint/2010/main" val="1901337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16-text-1">
            <a:extLst xmlns:a="http://schemas.openxmlformats.org/drawingml/2006/main">
              <a:ext uri="{FF2B5EF4-FFF2-40B4-BE49-F238E27FC236}">
                <a16:creationId xmlns:a16="http://schemas.microsoft.com/office/drawing/2014/main" id="{D37FC602-F8DA-46F5-8497-C8819191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06680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同一案例   協調共同理解</a:t>
            </a:r>
          </a:p>
        </p:txBody>
      </p:sp>
      <p:sp>
        <p:nvSpPr>
          <p:cNvPr id="2" name="slide-16-text-2">
            <a:extLst xmlns:a="http://schemas.openxmlformats.org/drawingml/2006/main">
              <a:ext uri="{FF2B5EF4-FFF2-40B4-BE49-F238E27FC236}">
                <a16:creationId xmlns:a16="http://schemas.microsoft.com/office/drawing/2014/main" id="{D04F54CF-5B27-4136-BB7D-64314676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96750" cy="7254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2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不同角色，需要不同的說明</a:t>
            </a:r>
          </a:p>
        </p:txBody>
      </p:sp>
      <p:sp>
        <p:nvSpPr>
          <p:cNvPr id="3" name="slide-16-line-3">
            <a:extLst xmlns:a="http://schemas.openxmlformats.org/drawingml/2006/main">
              <a:ext uri="{FF2B5EF4-FFF2-40B4-BE49-F238E27FC236}">
                <a16:creationId xmlns:a16="http://schemas.microsoft.com/office/drawing/2014/main" id="{E2F9BB68-13FB-4D3C-B332-EB55FA7D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6-text-4">
            <a:extLst xmlns:a="http://schemas.openxmlformats.org/drawingml/2006/main">
              <a:ext uri="{FF2B5EF4-FFF2-40B4-BE49-F238E27FC236}">
                <a16:creationId xmlns:a16="http://schemas.microsoft.com/office/drawing/2014/main" id="{4F5B00BA-207C-4FAB-BFAE-7B6AB12B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6-text-5">
            <a:extLst xmlns:a="http://schemas.openxmlformats.org/drawingml/2006/main">
              <a:ext uri="{FF2B5EF4-FFF2-40B4-BE49-F238E27FC236}">
                <a16:creationId xmlns:a16="http://schemas.microsoft.com/office/drawing/2014/main" id="{4C79CB25-37EB-458A-9F08-B02229AB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對教師</a:t>
            </a:r>
          </a:p>
        </p:txBody>
      </p:sp>
      <p:sp>
        <p:nvSpPr>
          <p:cNvPr id="6" name="slide-16-line-6">
            <a:extLst xmlns:a="http://schemas.openxmlformats.org/drawingml/2006/main">
              <a:ext uri="{FF2B5EF4-FFF2-40B4-BE49-F238E27FC236}">
                <a16:creationId xmlns:a16="http://schemas.microsoft.com/office/drawing/2014/main" id="{E3E56E20-E85D-4F0B-AE9F-EE098BE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16-text-7">
            <a:extLst xmlns:a="http://schemas.openxmlformats.org/drawingml/2006/main">
              <a:ext uri="{FF2B5EF4-FFF2-40B4-BE49-F238E27FC236}">
                <a16:creationId xmlns:a16="http://schemas.microsoft.com/office/drawing/2014/main" id="{71F0B900-786B-4286-9691-9C153413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說明如何使用</a:t>
            </a:r>
          </a:p>
        </p:txBody>
      </p:sp>
      <p:sp>
        <p:nvSpPr>
          <p:cNvPr id="8" name="slide-16-text-8">
            <a:extLst xmlns:a="http://schemas.openxmlformats.org/drawingml/2006/main">
              <a:ext uri="{FF2B5EF4-FFF2-40B4-BE49-F238E27FC236}">
                <a16:creationId xmlns:a16="http://schemas.microsoft.com/office/drawing/2014/main" id="{4AFBE6B5-1205-4E46-BE35-8185144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適用的學生與課文。</a:t>
            </a:r>
          </a:p>
        </p:txBody>
      </p:sp>
      <p:sp>
        <p:nvSpPr>
          <p:cNvPr id="9" name="slide-16-text-9">
            <a:extLst xmlns:a="http://schemas.openxmlformats.org/drawingml/2006/main">
              <a:ext uri="{FF2B5EF4-FFF2-40B4-BE49-F238E27FC236}">
                <a16:creationId xmlns:a16="http://schemas.microsoft.com/office/drawing/2014/main" id="{617BB9E2-C0D9-4351-B4C6-0C9FF99A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需要教師再作哪些調整。</a:t>
            </a:r>
          </a:p>
        </p:txBody>
      </p:sp>
      <p:sp>
        <p:nvSpPr>
          <p:cNvPr id="10" name="slide-16-text-10">
            <a:extLst xmlns:a="http://schemas.openxmlformats.org/drawingml/2006/main">
              <a:ext uri="{FF2B5EF4-FFF2-40B4-BE49-F238E27FC236}">
                <a16:creationId xmlns:a16="http://schemas.microsoft.com/office/drawing/2014/main" id="{4DB80D16-E367-4657-9875-C6737DE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對協作者</a:t>
            </a:r>
          </a:p>
        </p:txBody>
      </p:sp>
      <p:sp>
        <p:nvSpPr>
          <p:cNvPr id="11" name="slide-16-line-11">
            <a:extLst xmlns:a="http://schemas.openxmlformats.org/drawingml/2006/main">
              <a:ext uri="{FF2B5EF4-FFF2-40B4-BE49-F238E27FC236}">
                <a16:creationId xmlns:a16="http://schemas.microsoft.com/office/drawing/2014/main" id="{5ED50572-09A3-4EB6-B7D9-E395EC47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2" name="slide-16-text-12">
            <a:extLst xmlns:a="http://schemas.openxmlformats.org/drawingml/2006/main">
              <a:ext uri="{FF2B5EF4-FFF2-40B4-BE49-F238E27FC236}">
                <a16:creationId xmlns:a16="http://schemas.microsoft.com/office/drawing/2014/main" id="{AA277CA3-F110-401B-8B11-6D664832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說明如何製作</a:t>
            </a:r>
          </a:p>
        </p:txBody>
      </p:sp>
      <p:sp>
        <p:nvSpPr>
          <p:cNvPr id="13" name="slide-16-text-13">
            <a:extLst xmlns:a="http://schemas.openxmlformats.org/drawingml/2006/main">
              <a:ext uri="{FF2B5EF4-FFF2-40B4-BE49-F238E27FC236}">
                <a16:creationId xmlns:a16="http://schemas.microsoft.com/office/drawing/2014/main" id="{1E46B171-C2B2-478C-B961-A03EF7D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輸入材料、產出形式。</a:t>
            </a:r>
          </a:p>
        </p:txBody>
      </p:sp>
      <p:sp>
        <p:nvSpPr>
          <p:cNvPr id="14" name="slide-16-text-14">
            <a:extLst xmlns:a="http://schemas.openxmlformats.org/drawingml/2006/main">
              <a:ext uri="{FF2B5EF4-FFF2-40B4-BE49-F238E27FC236}">
                <a16:creationId xmlns:a16="http://schemas.microsoft.com/office/drawing/2014/main" id="{868DCBB5-E2BD-4DDE-8B5C-248276F9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檢查依據與需要確認的地方。</a:t>
            </a:r>
          </a:p>
        </p:txBody>
      </p:sp>
      <p:sp>
        <p:nvSpPr>
          <p:cNvPr id="15" name="slide-16-text-15">
            <a:extLst xmlns:a="http://schemas.openxmlformats.org/drawingml/2006/main">
              <a:ext uri="{FF2B5EF4-FFF2-40B4-BE49-F238E27FC236}">
                <a16:creationId xmlns:a16="http://schemas.microsoft.com/office/drawing/2014/main" id="{32C21BAA-B733-4BE8-886F-979761A8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2838450"/>
            <a:ext cx="36830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對負責人</a:t>
            </a:r>
          </a:p>
        </p:txBody>
      </p:sp>
      <p:sp>
        <p:nvSpPr>
          <p:cNvPr id="16" name="slide-16-line-16">
            <a:extLst xmlns:a="http://schemas.openxmlformats.org/drawingml/2006/main">
              <a:ext uri="{FF2B5EF4-FFF2-40B4-BE49-F238E27FC236}">
                <a16:creationId xmlns:a16="http://schemas.microsoft.com/office/drawing/2014/main" id="{CF5B2004-1CEA-4E8E-B6A1-CE43EE5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305175"/>
            <a:ext cx="36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7" name="slide-16-text-17">
            <a:extLst xmlns:a="http://schemas.openxmlformats.org/drawingml/2006/main">
              <a:ext uri="{FF2B5EF4-FFF2-40B4-BE49-F238E27FC236}">
                <a16:creationId xmlns:a16="http://schemas.microsoft.com/office/drawing/2014/main" id="{23CE4309-05A7-4391-8CA2-11BD291B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3571875"/>
            <a:ext cx="36830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說明承諾到哪裏</a:t>
            </a:r>
          </a:p>
        </p:txBody>
      </p:sp>
      <p:sp>
        <p:nvSpPr>
          <p:cNvPr id="18" name="slide-16-text-18">
            <a:extLst xmlns:a="http://schemas.openxmlformats.org/drawingml/2006/main">
              <a:ext uri="{FF2B5EF4-FFF2-40B4-BE49-F238E27FC236}">
                <a16:creationId xmlns:a16="http://schemas.microsoft.com/office/drawing/2014/main" id="{FCC2692D-A0BB-41AB-AC60-685B3E9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610100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已完成的工作。</a:t>
            </a:r>
          </a:p>
        </p:txBody>
      </p:sp>
      <p:sp>
        <p:nvSpPr>
          <p:cNvPr id="19" name="slide-16-text-19">
            <a:extLst xmlns:a="http://schemas.openxmlformats.org/drawingml/2006/main">
              <a:ext uri="{FF2B5EF4-FFF2-40B4-BE49-F238E27FC236}">
                <a16:creationId xmlns:a16="http://schemas.microsoft.com/office/drawing/2014/main" id="{038B0A69-0947-4577-B4F2-5AE38CCC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00" y="4961763"/>
            <a:ext cx="36830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未知、風險及下一步驗證。</a:t>
            </a:r>
          </a:p>
        </p:txBody>
      </p:sp>
      <p:sp>
        <p:nvSpPr>
          <p:cNvPr id="20" name="slide-16-text-20">
            <a:extLst xmlns:a="http://schemas.openxmlformats.org/drawingml/2006/main">
              <a:ext uri="{FF2B5EF4-FFF2-40B4-BE49-F238E27FC236}">
                <a16:creationId xmlns:a16="http://schemas.microsoft.com/office/drawing/2014/main" id="{2D4C442F-8A0A-4428-8DE4-9555EB23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01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受眾改變，可以調整解釋方式。核心事實與承諾保持一致。</a:t>
            </a:r>
          </a:p>
        </p:txBody>
      </p:sp>
      <p:sp>
        <p:nvSpPr>
          <p:cNvPr id="21" name="slide-16-text-21">
            <a:extLst xmlns:a="http://schemas.openxmlformats.org/drawingml/2006/main">
              <a:ext uri="{FF2B5EF4-FFF2-40B4-BE49-F238E27FC236}">
                <a16:creationId xmlns:a16="http://schemas.microsoft.com/office/drawing/2014/main" id="{9AC1DC00-8B26-4085-B931-73E7D3A0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16 / 66</a:t>
            </a:r>
          </a:p>
        </p:txBody>
      </p:sp>
    </p:spTree>
    <p:extLst>
      <p:ext uri="{BB962C8B-B14F-4D97-AF65-F5344CB8AC3E}">
        <p14:creationId xmlns:p14="http://schemas.microsoft.com/office/powerpoint/2010/main" val="139067395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17-text-1">
            <a:extLst xmlns:a="http://schemas.openxmlformats.org/drawingml/2006/main">
              <a:ext uri="{FF2B5EF4-FFF2-40B4-BE49-F238E27FC236}">
                <a16:creationId xmlns:a16="http://schemas.microsoft.com/office/drawing/2014/main" id="{00D8B0D9-814D-4A8E-9003-F896231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表達與工作</a:t>
            </a:r>
          </a:p>
        </p:txBody>
      </p:sp>
      <p:sp>
        <p:nvSpPr>
          <p:cNvPr id="2" name="slide-17-text-2">
            <a:extLst xmlns:a="http://schemas.openxmlformats.org/drawingml/2006/main">
              <a:ext uri="{FF2B5EF4-FFF2-40B4-BE49-F238E27FC236}">
                <a16:creationId xmlns:a16="http://schemas.microsoft.com/office/drawing/2014/main" id="{DD51D1A3-8D13-4345-9726-64007775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委託的寫法，會改變團隊的工作</a:t>
            </a:r>
          </a:p>
        </p:txBody>
      </p:sp>
      <p:sp>
        <p:nvSpPr>
          <p:cNvPr id="3" name="slide-17-line-3">
            <a:extLst xmlns:a="http://schemas.openxmlformats.org/drawingml/2006/main">
              <a:ext uri="{FF2B5EF4-FFF2-40B4-BE49-F238E27FC236}">
                <a16:creationId xmlns:a16="http://schemas.microsoft.com/office/drawing/2014/main" id="{88ACA95A-1D7E-4941-89E6-9621985B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7-text-4">
            <a:extLst xmlns:a="http://schemas.openxmlformats.org/drawingml/2006/main">
              <a:ext uri="{FF2B5EF4-FFF2-40B4-BE49-F238E27FC236}">
                <a16:creationId xmlns:a16="http://schemas.microsoft.com/office/drawing/2014/main" id="{3B9A85C3-EB29-423A-8A4E-EBF72CAB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7-text-5">
            <a:extLst xmlns:a="http://schemas.openxmlformats.org/drawingml/2006/main">
              <a:ext uri="{FF2B5EF4-FFF2-40B4-BE49-F238E27FC236}">
                <a16:creationId xmlns:a16="http://schemas.microsoft.com/office/drawing/2014/main" id="{8C79B83A-A93B-4D28-B79C-7FBA5D8A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17-line-6">
            <a:extLst xmlns:a="http://schemas.openxmlformats.org/drawingml/2006/main">
              <a:ext uri="{FF2B5EF4-FFF2-40B4-BE49-F238E27FC236}">
                <a16:creationId xmlns:a16="http://schemas.microsoft.com/office/drawing/2014/main" id="{BD8AE1BC-0E6F-41F1-B49A-F1EBDA28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17-text-7">
            <a:extLst xmlns:a="http://schemas.openxmlformats.org/drawingml/2006/main">
              <a:ext uri="{FF2B5EF4-FFF2-40B4-BE49-F238E27FC236}">
                <a16:creationId xmlns:a16="http://schemas.microsoft.com/office/drawing/2014/main" id="{127B1618-72BD-45A2-90B4-2EB3AD11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</a:t>
            </a:r>
          </a:p>
        </p:txBody>
      </p:sp>
      <p:sp>
        <p:nvSpPr>
          <p:cNvPr id="8" name="slide-17-text-8">
            <a:extLst xmlns:a="http://schemas.openxmlformats.org/drawingml/2006/main">
              <a:ext uri="{FF2B5EF4-FFF2-40B4-BE49-F238E27FC236}">
                <a16:creationId xmlns:a16="http://schemas.microsoft.com/office/drawing/2014/main" id="{EDA50DBD-00CA-45B0-9776-EFF013EC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讓另一個人知道</a:t>
            </a:r>
          </a:p>
        </p:txBody>
      </p:sp>
      <p:sp>
        <p:nvSpPr>
          <p:cNvPr id="9" name="slide-17-text-9">
            <a:extLst xmlns:a="http://schemas.openxmlformats.org/drawingml/2006/main">
              <a:ext uri="{FF2B5EF4-FFF2-40B4-BE49-F238E27FC236}">
                <a16:creationId xmlns:a16="http://schemas.microsoft.com/office/drawing/2014/main" id="{B3695DB9-06A5-414A-BAAE-DA945DD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具體要完成甚麼</a:t>
            </a:r>
          </a:p>
        </p:txBody>
      </p:sp>
      <p:sp>
        <p:nvSpPr>
          <p:cNvPr id="10" name="slide-17-line-10">
            <a:extLst xmlns:a="http://schemas.openxmlformats.org/drawingml/2006/main">
              <a:ext uri="{FF2B5EF4-FFF2-40B4-BE49-F238E27FC236}">
                <a16:creationId xmlns:a16="http://schemas.microsoft.com/office/drawing/2014/main" id="{68C9CFC3-D749-4062-9ACE-7E4FCED7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17-text-11">
            <a:extLst xmlns:a="http://schemas.openxmlformats.org/drawingml/2006/main">
              <a:ext uri="{FF2B5EF4-FFF2-40B4-BE49-F238E27FC236}">
                <a16:creationId xmlns:a16="http://schemas.microsoft.com/office/drawing/2014/main" id="{59D0D4BD-18A6-4B56-A8A7-BFFC8C50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17-line-12">
            <a:extLst xmlns:a="http://schemas.openxmlformats.org/drawingml/2006/main">
              <a:ext uri="{FF2B5EF4-FFF2-40B4-BE49-F238E27FC236}">
                <a16:creationId xmlns:a16="http://schemas.microsoft.com/office/drawing/2014/main" id="{3EA26D90-C438-41ED-A177-F241CB60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17-text-13">
            <a:extLst xmlns:a="http://schemas.openxmlformats.org/drawingml/2006/main">
              <a:ext uri="{FF2B5EF4-FFF2-40B4-BE49-F238E27FC236}">
                <a16:creationId xmlns:a16="http://schemas.microsoft.com/office/drawing/2014/main" id="{1082F55E-D522-4B1F-8714-08FCE5C2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證據</a:t>
            </a:r>
          </a:p>
        </p:txBody>
      </p:sp>
      <p:sp>
        <p:nvSpPr>
          <p:cNvPr id="14" name="slide-17-text-14">
            <a:extLst xmlns:a="http://schemas.openxmlformats.org/drawingml/2006/main">
              <a:ext uri="{FF2B5EF4-FFF2-40B4-BE49-F238E27FC236}">
                <a16:creationId xmlns:a16="http://schemas.microsoft.com/office/drawing/2014/main" id="{4DDBBF6F-8609-475D-A59C-D5919B2E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讓對方判斷</a:t>
            </a:r>
          </a:p>
        </p:txBody>
      </p:sp>
      <p:sp>
        <p:nvSpPr>
          <p:cNvPr id="15" name="slide-17-text-15">
            <a:extLst xmlns:a="http://schemas.openxmlformats.org/drawingml/2006/main">
              <a:ext uri="{FF2B5EF4-FFF2-40B4-BE49-F238E27FC236}">
                <a16:creationId xmlns:a16="http://schemas.microsoft.com/office/drawing/2014/main" id="{A25FE479-FBFC-4545-A6F9-19C77215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結論依據在哪裏</a:t>
            </a:r>
          </a:p>
        </p:txBody>
      </p:sp>
      <p:sp>
        <p:nvSpPr>
          <p:cNvPr id="16" name="slide-17-line-16">
            <a:extLst xmlns:a="http://schemas.openxmlformats.org/drawingml/2006/main">
              <a:ext uri="{FF2B5EF4-FFF2-40B4-BE49-F238E27FC236}">
                <a16:creationId xmlns:a16="http://schemas.microsoft.com/office/drawing/2014/main" id="{1AA71C64-1AA0-42EB-8A65-325CA911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17-text-17">
            <a:extLst xmlns:a="http://schemas.openxmlformats.org/drawingml/2006/main">
              <a:ext uri="{FF2B5EF4-FFF2-40B4-BE49-F238E27FC236}">
                <a16:creationId xmlns:a16="http://schemas.microsoft.com/office/drawing/2014/main" id="{5D8F337C-FF20-41BF-8E89-74B2A79D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17-line-18">
            <a:extLst xmlns:a="http://schemas.openxmlformats.org/drawingml/2006/main">
              <a:ext uri="{FF2B5EF4-FFF2-40B4-BE49-F238E27FC236}">
                <a16:creationId xmlns:a16="http://schemas.microsoft.com/office/drawing/2014/main" id="{D953B4D1-63D0-4337-A1A1-951EC5A7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17-text-19">
            <a:extLst xmlns:a="http://schemas.openxmlformats.org/drawingml/2006/main">
              <a:ext uri="{FF2B5EF4-FFF2-40B4-BE49-F238E27FC236}">
                <a16:creationId xmlns:a16="http://schemas.microsoft.com/office/drawing/2014/main" id="{AADCA3DE-D61E-42BF-926D-7511CF0D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承諾</a:t>
            </a:r>
          </a:p>
        </p:txBody>
      </p:sp>
      <p:sp>
        <p:nvSpPr>
          <p:cNvPr id="20" name="slide-17-text-20">
            <a:extLst xmlns:a="http://schemas.openxmlformats.org/drawingml/2006/main">
              <a:ext uri="{FF2B5EF4-FFF2-40B4-BE49-F238E27FC236}">
                <a16:creationId xmlns:a16="http://schemas.microsoft.com/office/drawing/2014/main" id="{F5D0E5EB-7C7B-434E-A46C-7F564167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交代已確認範圍</a:t>
            </a:r>
          </a:p>
        </p:txBody>
      </p:sp>
      <p:sp>
        <p:nvSpPr>
          <p:cNvPr id="21" name="slide-17-text-21">
            <a:extLst xmlns:a="http://schemas.openxmlformats.org/drawingml/2006/main">
              <a:ext uri="{FF2B5EF4-FFF2-40B4-BE49-F238E27FC236}">
                <a16:creationId xmlns:a16="http://schemas.microsoft.com/office/drawing/2014/main" id="{88FFD718-6105-4B6F-ABD6-5AA7F51B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及需要重新確認之處</a:t>
            </a:r>
          </a:p>
        </p:txBody>
      </p:sp>
      <p:sp>
        <p:nvSpPr>
          <p:cNvPr id="22" name="slide-17-text-22">
            <a:extLst xmlns:a="http://schemas.openxmlformats.org/drawingml/2006/main">
              <a:ext uri="{FF2B5EF4-FFF2-40B4-BE49-F238E27FC236}">
                <a16:creationId xmlns:a16="http://schemas.microsoft.com/office/drawing/2014/main" id="{9636D958-80FE-461E-AC71-4FAD9DD6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同一份文字，會影響後續的分工、驗收與責任。</a:t>
            </a:r>
          </a:p>
        </p:txBody>
      </p:sp>
      <p:sp>
        <p:nvSpPr>
          <p:cNvPr id="23" name="slide-17-text-23">
            <a:extLst xmlns:a="http://schemas.openxmlformats.org/drawingml/2006/main">
              <a:ext uri="{FF2B5EF4-FFF2-40B4-BE49-F238E27FC236}">
                <a16:creationId xmlns:a16="http://schemas.microsoft.com/office/drawing/2014/main" id="{414F7FFD-480D-4F6F-BF4E-CC6534B9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17 / 66</a:t>
            </a:r>
          </a:p>
        </p:txBody>
      </p:sp>
    </p:spTree>
    <p:extLst>
      <p:ext uri="{BB962C8B-B14F-4D97-AF65-F5344CB8AC3E}">
        <p14:creationId xmlns:p14="http://schemas.microsoft.com/office/powerpoint/2010/main" val="10943271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18-text-1">
            <a:extLst xmlns:a="http://schemas.openxmlformats.org/drawingml/2006/main">
              <a:ext uri="{FF2B5EF4-FFF2-40B4-BE49-F238E27FC236}">
                <a16:creationId xmlns:a16="http://schemas.microsoft.com/office/drawing/2014/main" id="{77E6E742-41FB-481B-8D4E-85808C8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企業家的視角</a:t>
            </a:r>
          </a:p>
        </p:txBody>
      </p:sp>
      <p:sp>
        <p:nvSpPr>
          <p:cNvPr id="2" name="slide-18-text-2">
            <a:extLst xmlns:a="http://schemas.openxmlformats.org/drawingml/2006/main">
              <a:ext uri="{FF2B5EF4-FFF2-40B4-BE49-F238E27FC236}">
                <a16:creationId xmlns:a16="http://schemas.microsoft.com/office/drawing/2014/main" id="{68EF663F-DB96-4EDB-95E8-876A518E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生成變快後，注意力仍然有限</a:t>
            </a:r>
          </a:p>
        </p:txBody>
      </p:sp>
      <p:sp>
        <p:nvSpPr>
          <p:cNvPr id="3" name="slide-18-line-3">
            <a:extLst xmlns:a="http://schemas.openxmlformats.org/drawingml/2006/main">
              <a:ext uri="{FF2B5EF4-FFF2-40B4-BE49-F238E27FC236}">
                <a16:creationId xmlns:a16="http://schemas.microsoft.com/office/drawing/2014/main" id="{698AB930-9E18-4BA5-B768-42D76F1C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18-text-4">
            <a:extLst xmlns:a="http://schemas.openxmlformats.org/drawingml/2006/main">
              <a:ext uri="{FF2B5EF4-FFF2-40B4-BE49-F238E27FC236}">
                <a16:creationId xmlns:a16="http://schemas.microsoft.com/office/drawing/2014/main" id="{453990C5-42D6-4980-8ABF-8717F098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8-text-5">
            <a:extLst xmlns:a="http://schemas.openxmlformats.org/drawingml/2006/main">
              <a:ext uri="{FF2B5EF4-FFF2-40B4-BE49-F238E27FC236}">
                <a16:creationId xmlns:a16="http://schemas.microsoft.com/office/drawing/2014/main" id="{4CC49F69-6B7C-406A-8400-571AE27F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0396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方案可以增加，值得投入的問題仍需選擇</a:t>
            </a:r>
          </a:p>
        </p:txBody>
      </p:sp>
      <p:sp>
        <p:nvSpPr>
          <p:cNvPr id="6" name="slide-18-text-6">
            <a:extLst xmlns:a="http://schemas.openxmlformats.org/drawingml/2006/main">
              <a:ext uri="{FF2B5EF4-FFF2-40B4-BE49-F238E27FC236}">
                <a16:creationId xmlns:a16="http://schemas.microsoft.com/office/drawing/2014/main" id="{1C33F74D-5D23-4242-957B-3274937A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較容易增加</a:t>
            </a:r>
          </a:p>
        </p:txBody>
      </p:sp>
      <p:sp>
        <p:nvSpPr>
          <p:cNvPr id="7" name="slide-18-line-7">
            <a:extLst xmlns:a="http://schemas.openxmlformats.org/drawingml/2006/main">
              <a:ext uri="{FF2B5EF4-FFF2-40B4-BE49-F238E27FC236}">
                <a16:creationId xmlns:a16="http://schemas.microsoft.com/office/drawing/2014/main" id="{BB9C7937-1866-4BB3-B782-CD39BE9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8" name="slide-18-text-8">
            <a:extLst xmlns:a="http://schemas.openxmlformats.org/drawingml/2006/main">
              <a:ext uri="{FF2B5EF4-FFF2-40B4-BE49-F238E27FC236}">
                <a16:creationId xmlns:a16="http://schemas.microsoft.com/office/drawing/2014/main" id="{C5DD20F0-96EA-4DAA-B0BA-19C3396F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5724525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候選文案、初稿和原型</a:t>
            </a:r>
          </a:p>
        </p:txBody>
      </p:sp>
      <p:sp>
        <p:nvSpPr>
          <p:cNvPr id="9" name="slide-18-text-9">
            <a:extLst xmlns:a="http://schemas.openxmlformats.org/drawingml/2006/main">
              <a:ext uri="{FF2B5EF4-FFF2-40B4-BE49-F238E27FC236}">
                <a16:creationId xmlns:a16="http://schemas.microsoft.com/office/drawing/2014/main" id="{098118B8-0791-44F7-80EE-25C38075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9562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仍需投入</a:t>
            </a:r>
          </a:p>
        </p:txBody>
      </p:sp>
      <p:sp>
        <p:nvSpPr>
          <p:cNvPr id="10" name="slide-18-line-10">
            <a:extLst xmlns:a="http://schemas.openxmlformats.org/drawingml/2006/main">
              <a:ext uri="{FF2B5EF4-FFF2-40B4-BE49-F238E27FC236}">
                <a16:creationId xmlns:a16="http://schemas.microsoft.com/office/drawing/2014/main" id="{1B04382E-2CB3-4C3B-99B9-092C2350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5282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18-text-11">
            <a:extLst xmlns:a="http://schemas.openxmlformats.org/drawingml/2006/main">
              <a:ext uri="{FF2B5EF4-FFF2-40B4-BE49-F238E27FC236}">
                <a16:creationId xmlns:a16="http://schemas.microsoft.com/office/drawing/2014/main" id="{645F63E5-D08B-42E4-AC3E-5F515EAD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76675"/>
            <a:ext cx="5724525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理解使用者、核對證據、承擔維護</a:t>
            </a:r>
          </a:p>
        </p:txBody>
      </p:sp>
      <p:sp>
        <p:nvSpPr>
          <p:cNvPr id="12" name="slide-18-text-12">
            <a:extLst xmlns:a="http://schemas.openxmlformats.org/drawingml/2006/main">
              <a:ext uri="{FF2B5EF4-FFF2-40B4-BE49-F238E27FC236}">
                <a16:creationId xmlns:a16="http://schemas.microsoft.com/office/drawing/2014/main" id="{2AF532A7-113E-4710-9847-662D6E9E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部分步驟的成本降低，不保證整個項目的成本同步降低。</a:t>
            </a:r>
          </a:p>
        </p:txBody>
      </p:sp>
      <p:sp>
        <p:nvSpPr>
          <p:cNvPr id="13" name="slide-18-text-13">
            <a:extLst xmlns:a="http://schemas.openxmlformats.org/drawingml/2006/main">
              <a:ext uri="{FF2B5EF4-FFF2-40B4-BE49-F238E27FC236}">
                <a16:creationId xmlns:a16="http://schemas.microsoft.com/office/drawing/2014/main" id="{2283D9E0-26A6-4A08-A74F-3D4BA282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18 / 66</a:t>
            </a:r>
          </a:p>
        </p:txBody>
      </p:sp>
    </p:spTree>
    <p:extLst>
      <p:ext uri="{BB962C8B-B14F-4D97-AF65-F5344CB8AC3E}">
        <p14:creationId xmlns:p14="http://schemas.microsoft.com/office/powerpoint/2010/main" val="8547008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9-text-1">
            <a:extLst xmlns:a="http://schemas.openxmlformats.org/drawingml/2006/main">
              <a:ext uri="{FF2B5EF4-FFF2-40B4-BE49-F238E27FC236}">
                <a16:creationId xmlns:a16="http://schemas.microsoft.com/office/drawing/2014/main" id="{C74FEBFC-32A0-49C9-9BA6-8360CA36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企業家的取捨</a:t>
            </a:r>
          </a:p>
        </p:txBody>
      </p:sp>
      <p:sp>
        <p:nvSpPr>
          <p:cNvPr id="2" name="slide-19-text-2">
            <a:extLst xmlns:a="http://schemas.openxmlformats.org/drawingml/2006/main">
              <a:ext uri="{FF2B5EF4-FFF2-40B4-BE49-F238E27FC236}">
                <a16:creationId xmlns:a16="http://schemas.microsoft.com/office/drawing/2014/main" id="{69CF68FC-6BB2-4F09-ACAC-B15A5292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下一筆投入：增加模板，還是觀察備課？</a:t>
            </a:r>
          </a:p>
        </p:txBody>
      </p:sp>
      <p:sp>
        <p:nvSpPr>
          <p:cNvPr id="3" name="slide-19-line-3">
            <a:extLst xmlns:a="http://schemas.openxmlformats.org/drawingml/2006/main">
              <a:ext uri="{FF2B5EF4-FFF2-40B4-BE49-F238E27FC236}">
                <a16:creationId xmlns:a16="http://schemas.microsoft.com/office/drawing/2014/main" id="{91C75D76-5819-4D64-AA6B-D5F131DC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19-text-4">
            <a:extLst xmlns:a="http://schemas.openxmlformats.org/drawingml/2006/main">
              <a:ext uri="{FF2B5EF4-FFF2-40B4-BE49-F238E27FC236}">
                <a16:creationId xmlns:a16="http://schemas.microsoft.com/office/drawing/2014/main" id="{B5C17652-116E-4115-83DF-CEB4A6FF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19-text-5">
            <a:extLst xmlns:a="http://schemas.openxmlformats.org/drawingml/2006/main">
              <a:ext uri="{FF2B5EF4-FFF2-40B4-BE49-F238E27FC236}">
                <a16:creationId xmlns:a16="http://schemas.microsoft.com/office/drawing/2014/main" id="{C5DD3D58-59D1-4D35-ABBC-FE37D8F9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增加模板</a:t>
            </a:r>
          </a:p>
        </p:txBody>
      </p:sp>
      <p:sp>
        <p:nvSpPr>
          <p:cNvPr id="6" name="slide-19-line-6">
            <a:extLst xmlns:a="http://schemas.openxmlformats.org/drawingml/2006/main">
              <a:ext uri="{FF2B5EF4-FFF2-40B4-BE49-F238E27FC236}">
                <a16:creationId xmlns:a16="http://schemas.microsoft.com/office/drawing/2014/main" id="{C381AD92-FE7D-471C-A616-3207D3F6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19-text-7">
            <a:extLst xmlns:a="http://schemas.openxmlformats.org/drawingml/2006/main">
              <a:ext uri="{FF2B5EF4-FFF2-40B4-BE49-F238E27FC236}">
                <a16:creationId xmlns:a16="http://schemas.microsoft.com/office/drawing/2014/main" id="{33F769B5-A266-4F94-BF91-35BB475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擴大可選範圍</a:t>
            </a:r>
          </a:p>
        </p:txBody>
      </p:sp>
      <p:sp>
        <p:nvSpPr>
          <p:cNvPr id="8" name="slide-19-text-8">
            <a:extLst xmlns:a="http://schemas.openxmlformats.org/drawingml/2006/main">
              <a:ext uri="{FF2B5EF4-FFF2-40B4-BE49-F238E27FC236}">
                <a16:creationId xmlns:a16="http://schemas.microsoft.com/office/drawing/2014/main" id="{D332D87D-A592-4CB0-9344-B9E4BB6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81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尚不清楚教師會用哪一種</a:t>
            </a:r>
          </a:p>
        </p:txBody>
      </p:sp>
      <p:sp>
        <p:nvSpPr>
          <p:cNvPr id="9" name="slide-19-text-9">
            <a:extLst xmlns:a="http://schemas.openxmlformats.org/drawingml/2006/main">
              <a:ext uri="{FF2B5EF4-FFF2-40B4-BE49-F238E27FC236}">
                <a16:creationId xmlns:a16="http://schemas.microsoft.com/office/drawing/2014/main" id="{19A39D96-A6D6-4E41-A57F-D9270CF2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先觀察備課</a:t>
            </a:r>
          </a:p>
        </p:txBody>
      </p:sp>
      <p:sp>
        <p:nvSpPr>
          <p:cNvPr id="10" name="slide-19-line-10">
            <a:extLst xmlns:a="http://schemas.openxmlformats.org/drawingml/2006/main">
              <a:ext uri="{FF2B5EF4-FFF2-40B4-BE49-F238E27FC236}">
                <a16:creationId xmlns:a16="http://schemas.microsoft.com/office/drawing/2014/main" id="{47CD11DF-AB43-4A4F-96A6-08652F78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19-text-11">
            <a:extLst xmlns:a="http://schemas.openxmlformats.org/drawingml/2006/main">
              <a:ext uri="{FF2B5EF4-FFF2-40B4-BE49-F238E27FC236}">
                <a16:creationId xmlns:a16="http://schemas.microsoft.com/office/drawing/2014/main" id="{8AD9DA5D-CF24-4EB7-BE37-38C2311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623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辨認備課受阻的環節</a:t>
            </a:r>
          </a:p>
        </p:txBody>
      </p:sp>
      <p:sp>
        <p:nvSpPr>
          <p:cNvPr id="12" name="slide-19-text-12">
            <a:extLst xmlns:a="http://schemas.openxmlformats.org/drawingml/2006/main">
              <a:ext uri="{FF2B5EF4-FFF2-40B4-BE49-F238E27FC236}">
                <a16:creationId xmlns:a16="http://schemas.microsoft.com/office/drawing/2014/main" id="{E922A662-1B51-4352-8D1F-15F9D22C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681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代價是本輪少做一些功能</a:t>
            </a:r>
          </a:p>
        </p:txBody>
      </p:sp>
      <p:sp>
        <p:nvSpPr>
          <p:cNvPr id="13" name="slide-19-text-13">
            <a:extLst xmlns:a="http://schemas.openxmlformats.org/drawingml/2006/main">
              <a:ext uri="{FF2B5EF4-FFF2-40B4-BE49-F238E27FC236}">
                <a16:creationId xmlns:a16="http://schemas.microsoft.com/office/drawing/2014/main" id="{4BC34E2F-D39D-4C7C-9733-5A580A7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20396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若記錄已顯示需求清楚、只缺模板，就改為擴充。</a:t>
            </a:r>
          </a:p>
        </p:txBody>
      </p:sp>
      <p:sp>
        <p:nvSpPr>
          <p:cNvPr id="14" name="slide-19-text-14">
            <a:extLst xmlns:a="http://schemas.openxmlformats.org/drawingml/2006/main">
              <a:ext uri="{FF2B5EF4-FFF2-40B4-BE49-F238E27FC236}">
                <a16:creationId xmlns:a16="http://schemas.microsoft.com/office/drawing/2014/main" id="{356BFB7C-8BEB-48A8-A6E7-D8734D92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構擬投入決策。選擇需要前提，也需要改變決定的條件。</a:t>
            </a:r>
          </a:p>
        </p:txBody>
      </p:sp>
      <p:sp>
        <p:nvSpPr>
          <p:cNvPr id="15" name="slide-19-text-15">
            <a:extLst xmlns:a="http://schemas.openxmlformats.org/drawingml/2006/main">
              <a:ext uri="{FF2B5EF4-FFF2-40B4-BE49-F238E27FC236}">
                <a16:creationId xmlns:a16="http://schemas.microsoft.com/office/drawing/2014/main" id="{60BF84E1-17D2-4248-AF35-8C8EF30F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19 / 66</a:t>
            </a:r>
          </a:p>
        </p:txBody>
      </p:sp>
    </p:spTree>
    <p:extLst>
      <p:ext uri="{BB962C8B-B14F-4D97-AF65-F5344CB8AC3E}">
        <p14:creationId xmlns:p14="http://schemas.microsoft.com/office/powerpoint/2010/main" val="17333724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0-text-1">
            <a:extLst xmlns:a="http://schemas.openxmlformats.org/drawingml/2006/main">
              <a:ext uri="{FF2B5EF4-FFF2-40B4-BE49-F238E27FC236}">
                <a16:creationId xmlns:a16="http://schemas.microsoft.com/office/drawing/2014/main" id="{D5DCABA7-B394-4C1A-B7A0-58E2170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企業家的用人判斷</a:t>
            </a:r>
          </a:p>
        </p:txBody>
      </p:sp>
      <p:sp>
        <p:nvSpPr>
          <p:cNvPr id="2" name="slide-20-text-2">
            <a:extLst xmlns:a="http://schemas.openxmlformats.org/drawingml/2006/main">
              <a:ext uri="{FF2B5EF4-FFF2-40B4-BE49-F238E27FC236}">
                <a16:creationId xmlns:a16="http://schemas.microsoft.com/office/drawing/2014/main" id="{94634888-5D9B-410C-8670-F312771A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作品中的取捨，提供更多判斷依據</a:t>
            </a:r>
          </a:p>
        </p:txBody>
      </p:sp>
      <p:sp>
        <p:nvSpPr>
          <p:cNvPr id="3" name="slide-20-line-3">
            <a:extLst xmlns:a="http://schemas.openxmlformats.org/drawingml/2006/main">
              <a:ext uri="{FF2B5EF4-FFF2-40B4-BE49-F238E27FC236}">
                <a16:creationId xmlns:a16="http://schemas.microsoft.com/office/drawing/2014/main" id="{683F6C68-FE94-4AB0-801B-6646E71A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0-text-4">
            <a:extLst xmlns:a="http://schemas.openxmlformats.org/drawingml/2006/main">
              <a:ext uri="{FF2B5EF4-FFF2-40B4-BE49-F238E27FC236}">
                <a16:creationId xmlns:a16="http://schemas.microsoft.com/office/drawing/2014/main" id="{41C8B367-FF2D-46A8-8CB0-5B99BDB9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0-text-5">
            <a:extLst xmlns:a="http://schemas.openxmlformats.org/drawingml/2006/main">
              <a:ext uri="{FF2B5EF4-FFF2-40B4-BE49-F238E27FC236}">
                <a16:creationId xmlns:a16="http://schemas.microsoft.com/office/drawing/2014/main" id="{DE78FD50-B560-492E-8EDB-E62B29EF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只有完成畫面</a:t>
            </a:r>
          </a:p>
        </p:txBody>
      </p:sp>
      <p:sp>
        <p:nvSpPr>
          <p:cNvPr id="6" name="slide-20-line-6">
            <a:extLst xmlns:a="http://schemas.openxmlformats.org/drawingml/2006/main">
              <a:ext uri="{FF2B5EF4-FFF2-40B4-BE49-F238E27FC236}">
                <a16:creationId xmlns:a16="http://schemas.microsoft.com/office/drawing/2014/main" id="{1353EAF2-58EA-4708-8C7E-42373FE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20-text-7">
            <a:extLst xmlns:a="http://schemas.openxmlformats.org/drawingml/2006/main">
              <a:ext uri="{FF2B5EF4-FFF2-40B4-BE49-F238E27FC236}">
                <a16:creationId xmlns:a16="http://schemas.microsoft.com/office/drawing/2014/main" id="{D0C14FD9-758C-4E86-9573-65B50067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能描述做出了甚麼</a:t>
            </a:r>
          </a:p>
        </p:txBody>
      </p:sp>
      <p:sp>
        <p:nvSpPr>
          <p:cNvPr id="8" name="slide-20-text-8">
            <a:extLst xmlns:a="http://schemas.openxmlformats.org/drawingml/2006/main">
              <a:ext uri="{FF2B5EF4-FFF2-40B4-BE49-F238E27FC236}">
                <a16:creationId xmlns:a16="http://schemas.microsoft.com/office/drawing/2014/main" id="{5C45A108-8923-4EEB-B1FD-8029B08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9642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尚未呈現判斷的過程</a:t>
            </a:r>
          </a:p>
        </p:txBody>
      </p:sp>
      <p:sp>
        <p:nvSpPr>
          <p:cNvPr id="9" name="slide-20-text-9">
            <a:extLst xmlns:a="http://schemas.openxmlformats.org/drawingml/2006/main">
              <a:ext uri="{FF2B5EF4-FFF2-40B4-BE49-F238E27FC236}">
                <a16:creationId xmlns:a16="http://schemas.microsoft.com/office/drawing/2014/main" id="{EF02A856-8B9E-4579-A1B2-840461C3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保留關鍵取捨</a:t>
            </a:r>
          </a:p>
        </p:txBody>
      </p:sp>
      <p:sp>
        <p:nvSpPr>
          <p:cNvPr id="10" name="slide-20-line-10">
            <a:extLst xmlns:a="http://schemas.openxmlformats.org/drawingml/2006/main">
              <a:ext uri="{FF2B5EF4-FFF2-40B4-BE49-F238E27FC236}">
                <a16:creationId xmlns:a16="http://schemas.microsoft.com/office/drawing/2014/main" id="{C3E29857-4D48-44FB-A46A-A60CEC1C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20-text-11">
            <a:extLst xmlns:a="http://schemas.openxmlformats.org/drawingml/2006/main">
              <a:ext uri="{FF2B5EF4-FFF2-40B4-BE49-F238E27FC236}">
                <a16:creationId xmlns:a16="http://schemas.microsoft.com/office/drawing/2014/main" id="{269E0BBE-1F53-46F9-AA5A-D045A187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43300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能說明放棄過甚麼</a:t>
            </a:r>
          </a:p>
        </p:txBody>
      </p:sp>
      <p:sp>
        <p:nvSpPr>
          <p:cNvPr id="12" name="slide-20-text-12">
            <a:extLst xmlns:a="http://schemas.openxmlformats.org/drawingml/2006/main">
              <a:ext uri="{FF2B5EF4-FFF2-40B4-BE49-F238E27FC236}">
                <a16:creationId xmlns:a16="http://schemas.microsoft.com/office/drawing/2014/main" id="{46D0A2F9-067F-4E40-9423-EEC13863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89642"/>
            <a:ext cx="572452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以及哪項證據改變了方案</a:t>
            </a:r>
          </a:p>
        </p:txBody>
      </p:sp>
      <p:sp>
        <p:nvSpPr>
          <p:cNvPr id="13" name="slide-20-text-13">
            <a:extLst xmlns:a="http://schemas.openxmlformats.org/drawingml/2006/main">
              <a:ext uri="{FF2B5EF4-FFF2-40B4-BE49-F238E27FC236}">
                <a16:creationId xmlns:a16="http://schemas.microsoft.com/office/drawing/2014/main" id="{0FD01407-7E76-4239-9504-45DBFC3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構擬比較。作品討論是判斷線索，不能取代完整、公平的評估。</a:t>
            </a:r>
          </a:p>
        </p:txBody>
      </p:sp>
      <p:sp>
        <p:nvSpPr>
          <p:cNvPr id="14" name="slide-20-text-14">
            <a:extLst xmlns:a="http://schemas.openxmlformats.org/drawingml/2006/main">
              <a:ext uri="{FF2B5EF4-FFF2-40B4-BE49-F238E27FC236}">
                <a16:creationId xmlns:a16="http://schemas.microsoft.com/office/drawing/2014/main" id="{D1E7E565-DCED-43C7-B38F-26520FD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20 / 66</a:t>
            </a:r>
          </a:p>
        </p:txBody>
      </p:sp>
    </p:spTree>
    <p:extLst>
      <p:ext uri="{BB962C8B-B14F-4D97-AF65-F5344CB8AC3E}">
        <p14:creationId xmlns:p14="http://schemas.microsoft.com/office/powerpoint/2010/main" val="200049568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1-text-1">
            <a:extLst xmlns:a="http://schemas.openxmlformats.org/drawingml/2006/main">
              <a:ext uri="{FF2B5EF4-FFF2-40B4-BE49-F238E27FC236}">
                <a16:creationId xmlns:a16="http://schemas.microsoft.com/office/drawing/2014/main" id="{2A7E4668-D8B0-4527-9813-E9637687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前段小結</a:t>
            </a:r>
          </a:p>
        </p:txBody>
      </p:sp>
      <p:sp>
        <p:nvSpPr>
          <p:cNvPr id="2" name="slide-21-text-2">
            <a:extLst xmlns:a="http://schemas.openxmlformats.org/drawingml/2006/main">
              <a:ext uri="{FF2B5EF4-FFF2-40B4-BE49-F238E27FC236}">
                <a16:creationId xmlns:a16="http://schemas.microsoft.com/office/drawing/2014/main" id="{065DEA21-464C-486B-8E49-1501CF54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未來人才需要把表達接到行動</a:t>
            </a:r>
          </a:p>
        </p:txBody>
      </p:sp>
      <p:sp>
        <p:nvSpPr>
          <p:cNvPr id="3" name="slide-21-line-3">
            <a:extLst xmlns:a="http://schemas.openxmlformats.org/drawingml/2006/main">
              <a:ext uri="{FF2B5EF4-FFF2-40B4-BE49-F238E27FC236}">
                <a16:creationId xmlns:a16="http://schemas.microsoft.com/office/drawing/2014/main" id="{C7934E43-C6B9-41A3-9D5F-DE1125C5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1-text-4">
            <a:extLst xmlns:a="http://schemas.openxmlformats.org/drawingml/2006/main">
              <a:ext uri="{FF2B5EF4-FFF2-40B4-BE49-F238E27FC236}">
                <a16:creationId xmlns:a16="http://schemas.microsoft.com/office/drawing/2014/main" id="{3883FDA8-7724-4579-9223-C6094D28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1-text-5">
            <a:extLst xmlns:a="http://schemas.openxmlformats.org/drawingml/2006/main">
              <a:ext uri="{FF2B5EF4-FFF2-40B4-BE49-F238E27FC236}">
                <a16:creationId xmlns:a16="http://schemas.microsoft.com/office/drawing/2014/main" id="{8F331F5B-5C65-40AD-A3F4-7717C54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2039600" cy="803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一份可靠的說明</a:t>
            </a:r>
          </a:p>
        </p:txBody>
      </p:sp>
      <p:sp>
        <p:nvSpPr>
          <p:cNvPr id="6" name="slide-21-text-6">
            <a:extLst xmlns:a="http://schemas.openxmlformats.org/drawingml/2006/main">
              <a:ext uri="{FF2B5EF4-FFF2-40B4-BE49-F238E27FC236}">
                <a16:creationId xmlns:a16="http://schemas.microsoft.com/office/drawing/2014/main" id="{5D8AB1F0-8273-4948-A643-93EB1478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631"/>
            <a:ext cx="12039600" cy="8031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應讓下一個人能夠開始工作</a:t>
            </a:r>
          </a:p>
        </p:txBody>
      </p:sp>
      <p:sp>
        <p:nvSpPr>
          <p:cNvPr id="7" name="slide-21-text-7">
            <a:extLst xmlns:a="http://schemas.openxmlformats.org/drawingml/2006/main">
              <a:ext uri="{FF2B5EF4-FFF2-40B4-BE49-F238E27FC236}">
                <a16:creationId xmlns:a16="http://schemas.microsoft.com/office/drawing/2014/main" id="{5E64B3FE-E35B-4398-9BAB-DC772CD0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203960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24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你的小組要把這份導讀交給教師，還缺甚麼？</a:t>
            </a:r>
          </a:p>
        </p:txBody>
      </p:sp>
      <p:sp>
        <p:nvSpPr>
          <p:cNvPr id="8" name="slide-21-text-8">
            <a:extLst xmlns:a="http://schemas.openxmlformats.org/drawingml/2006/main">
              <a:ext uri="{FF2B5EF4-FFF2-40B4-BE49-F238E27FC236}">
                <a16:creationId xmlns:a16="http://schemas.microsoft.com/office/drawing/2014/main" id="{CBDBA048-3045-4C3D-AC6E-1E66BFAC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能力的成長，需要專業學習與實際合作共同支持。</a:t>
            </a:r>
          </a:p>
        </p:txBody>
      </p:sp>
      <p:sp>
        <p:nvSpPr>
          <p:cNvPr id="9" name="slide-21-text-9">
            <a:extLst xmlns:a="http://schemas.openxmlformats.org/drawingml/2006/main">
              <a:ext uri="{FF2B5EF4-FFF2-40B4-BE49-F238E27FC236}">
                <a16:creationId xmlns:a16="http://schemas.microsoft.com/office/drawing/2014/main" id="{A71BAD6E-2A60-4318-8A13-080E3965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21 / 66</a:t>
            </a:r>
          </a:p>
        </p:txBody>
      </p:sp>
    </p:spTree>
    <p:extLst>
      <p:ext uri="{BB962C8B-B14F-4D97-AF65-F5344CB8AC3E}">
        <p14:creationId xmlns:p14="http://schemas.microsoft.com/office/powerpoint/2010/main" val="915126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22-text-1">
            <a:extLst xmlns:a="http://schemas.openxmlformats.org/drawingml/2006/main">
              <a:ext uri="{FF2B5EF4-FFF2-40B4-BE49-F238E27FC236}">
                <a16:creationId xmlns:a16="http://schemas.microsoft.com/office/drawing/2014/main" id="{F968D260-9A70-4520-9E05-BA45058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由中文傳意進入 AI NATIVE</a:t>
            </a:r>
          </a:p>
        </p:txBody>
      </p:sp>
      <p:sp>
        <p:nvSpPr>
          <p:cNvPr id="2" name="slide-22-text-2">
            <a:extLst xmlns:a="http://schemas.openxmlformats.org/drawingml/2006/main">
              <a:ext uri="{FF2B5EF4-FFF2-40B4-BE49-F238E27FC236}">
                <a16:creationId xmlns:a16="http://schemas.microsoft.com/office/drawing/2014/main" id="{37627C21-E75C-4030-A758-336D6BA0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一份委託進入團隊之後</a:t>
            </a:r>
          </a:p>
        </p:txBody>
      </p:sp>
      <p:sp>
        <p:nvSpPr>
          <p:cNvPr id="3" name="slide-22-line-3">
            <a:extLst xmlns:a="http://schemas.openxmlformats.org/drawingml/2006/main">
              <a:ext uri="{FF2B5EF4-FFF2-40B4-BE49-F238E27FC236}">
                <a16:creationId xmlns:a16="http://schemas.microsoft.com/office/drawing/2014/main" id="{D8FCF80C-C8CF-478D-BC32-4D6A7AFB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2-text-4">
            <a:extLst xmlns:a="http://schemas.openxmlformats.org/drawingml/2006/main">
              <a:ext uri="{FF2B5EF4-FFF2-40B4-BE49-F238E27FC236}">
                <a16:creationId xmlns:a16="http://schemas.microsoft.com/office/drawing/2014/main" id="{10C7B1B3-BE6E-4B80-8EC7-42A12924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2-text-5">
            <a:extLst xmlns:a="http://schemas.openxmlformats.org/drawingml/2006/main">
              <a:ext uri="{FF2B5EF4-FFF2-40B4-BE49-F238E27FC236}">
                <a16:creationId xmlns:a16="http://schemas.microsoft.com/office/drawing/2014/main" id="{A2C4D43F-310F-404B-BBC7-76F0162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22-line-6">
            <a:extLst xmlns:a="http://schemas.openxmlformats.org/drawingml/2006/main">
              <a:ext uri="{FF2B5EF4-FFF2-40B4-BE49-F238E27FC236}">
                <a16:creationId xmlns:a16="http://schemas.microsoft.com/office/drawing/2014/main" id="{25C61D6C-12D9-4BF4-9AAD-4172609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7" name="slide-22-text-7">
            <a:extLst xmlns:a="http://schemas.openxmlformats.org/drawingml/2006/main">
              <a:ext uri="{FF2B5EF4-FFF2-40B4-BE49-F238E27FC236}">
                <a16:creationId xmlns:a16="http://schemas.microsoft.com/office/drawing/2014/main" id="{B02B4BB3-854C-4690-B798-25B89A71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工作</a:t>
            </a:r>
          </a:p>
        </p:txBody>
      </p:sp>
      <p:sp>
        <p:nvSpPr>
          <p:cNvPr id="8" name="slide-22-text-8">
            <a:extLst xmlns:a="http://schemas.openxmlformats.org/drawingml/2006/main">
              <a:ext uri="{FF2B5EF4-FFF2-40B4-BE49-F238E27FC236}">
                <a16:creationId xmlns:a16="http://schemas.microsoft.com/office/drawing/2014/main" id="{C73EDA79-5F69-459D-BBE0-FE6CF383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AI 如何完成</a:t>
            </a:r>
          </a:p>
        </p:txBody>
      </p:sp>
      <p:sp>
        <p:nvSpPr>
          <p:cNvPr id="9" name="slide-22-text-9">
            <a:extLst xmlns:a="http://schemas.openxmlformats.org/drawingml/2006/main">
              <a:ext uri="{FF2B5EF4-FFF2-40B4-BE49-F238E27FC236}">
                <a16:creationId xmlns:a16="http://schemas.microsoft.com/office/drawing/2014/main" id="{0C033159-F06B-4E8A-B5B7-4C75A836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一項任務</a:t>
            </a:r>
          </a:p>
        </p:txBody>
      </p:sp>
      <p:sp>
        <p:nvSpPr>
          <p:cNvPr id="10" name="slide-22-line-10">
            <a:extLst xmlns:a="http://schemas.openxmlformats.org/drawingml/2006/main">
              <a:ext uri="{FF2B5EF4-FFF2-40B4-BE49-F238E27FC236}">
                <a16:creationId xmlns:a16="http://schemas.microsoft.com/office/drawing/2014/main" id="{9F1B9E91-6C11-4BFF-A158-AEA998F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1" name="slide-22-text-11">
            <a:extLst xmlns:a="http://schemas.openxmlformats.org/drawingml/2006/main">
              <a:ext uri="{FF2B5EF4-FFF2-40B4-BE49-F238E27FC236}">
                <a16:creationId xmlns:a16="http://schemas.microsoft.com/office/drawing/2014/main" id="{9491C763-7E43-495B-BFF0-1A0CC46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22-line-12">
            <a:extLst xmlns:a="http://schemas.openxmlformats.org/drawingml/2006/main">
              <a:ext uri="{FF2B5EF4-FFF2-40B4-BE49-F238E27FC236}">
                <a16:creationId xmlns:a16="http://schemas.microsoft.com/office/drawing/2014/main" id="{0DC2DE19-9A3D-4BC2-A00B-A7307D8D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3" name="slide-22-text-13">
            <a:extLst xmlns:a="http://schemas.openxmlformats.org/drawingml/2006/main">
              <a:ext uri="{FF2B5EF4-FFF2-40B4-BE49-F238E27FC236}">
                <a16:creationId xmlns:a16="http://schemas.microsoft.com/office/drawing/2014/main" id="{3A8A7D4B-F182-4E10-B3A0-634B26B3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組織</a:t>
            </a:r>
          </a:p>
        </p:txBody>
      </p:sp>
      <p:sp>
        <p:nvSpPr>
          <p:cNvPr id="14" name="slide-22-text-14">
            <a:extLst xmlns:a="http://schemas.openxmlformats.org/drawingml/2006/main">
              <a:ext uri="{FF2B5EF4-FFF2-40B4-BE49-F238E27FC236}">
                <a16:creationId xmlns:a16="http://schemas.microsoft.com/office/drawing/2014/main" id="{2F71554F-A0CA-48F5-9FC9-02D9A11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同事如何沿用</a:t>
            </a:r>
          </a:p>
        </p:txBody>
      </p:sp>
      <p:sp>
        <p:nvSpPr>
          <p:cNvPr id="15" name="slide-22-text-15">
            <a:extLst xmlns:a="http://schemas.openxmlformats.org/drawingml/2006/main">
              <a:ext uri="{FF2B5EF4-FFF2-40B4-BE49-F238E27FC236}">
                <a16:creationId xmlns:a16="http://schemas.microsoft.com/office/drawing/2014/main" id="{F16B3ADC-71B4-4E12-8EF0-A94C5EF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已有的經驗</a:t>
            </a:r>
          </a:p>
        </p:txBody>
      </p:sp>
      <p:sp>
        <p:nvSpPr>
          <p:cNvPr id="16" name="slide-22-line-16">
            <a:extLst xmlns:a="http://schemas.openxmlformats.org/drawingml/2006/main">
              <a:ext uri="{FF2B5EF4-FFF2-40B4-BE49-F238E27FC236}">
                <a16:creationId xmlns:a16="http://schemas.microsoft.com/office/drawing/2014/main" id="{07EDA9FE-077E-4E04-954A-838F6AA9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7" name="slide-22-text-17">
            <a:extLst xmlns:a="http://schemas.openxmlformats.org/drawingml/2006/main">
              <a:ext uri="{FF2B5EF4-FFF2-40B4-BE49-F238E27FC236}">
                <a16:creationId xmlns:a16="http://schemas.microsoft.com/office/drawing/2014/main" id="{16140D7C-F0E5-4A31-994A-D4F9F60F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22-line-18">
            <a:extLst xmlns:a="http://schemas.openxmlformats.org/drawingml/2006/main">
              <a:ext uri="{FF2B5EF4-FFF2-40B4-BE49-F238E27FC236}">
                <a16:creationId xmlns:a16="http://schemas.microsoft.com/office/drawing/2014/main" id="{22E6283D-8452-4DD8-B72F-3358FAF5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9" name="slide-22-text-19">
            <a:extLst xmlns:a="http://schemas.openxmlformats.org/drawingml/2006/main">
              <a:ext uri="{FF2B5EF4-FFF2-40B4-BE49-F238E27FC236}">
                <a16:creationId xmlns:a16="http://schemas.microsoft.com/office/drawing/2014/main" id="{522C870E-6DBC-49D3-9289-BA767928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團隊</a:t>
            </a:r>
          </a:p>
        </p:txBody>
      </p:sp>
      <p:sp>
        <p:nvSpPr>
          <p:cNvPr id="20" name="slide-22-text-20">
            <a:extLst xmlns:a="http://schemas.openxmlformats.org/drawingml/2006/main">
              <a:ext uri="{FF2B5EF4-FFF2-40B4-BE49-F238E27FC236}">
                <a16:creationId xmlns:a16="http://schemas.microsoft.com/office/drawing/2014/main" id="{D04A3F11-16D1-4ABC-992E-005E5D22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不同專業如何</a:t>
            </a:r>
          </a:p>
        </p:txBody>
      </p:sp>
      <p:sp>
        <p:nvSpPr>
          <p:cNvPr id="21" name="slide-22-text-21">
            <a:extLst xmlns:a="http://schemas.openxmlformats.org/drawingml/2006/main">
              <a:ext uri="{FF2B5EF4-FFF2-40B4-BE49-F238E27FC236}">
                <a16:creationId xmlns:a16="http://schemas.microsoft.com/office/drawing/2014/main" id="{1C76F9C0-A45A-46C2-B756-9BCC2E0C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共同負責</a:t>
            </a:r>
          </a:p>
        </p:txBody>
      </p:sp>
      <p:sp>
        <p:nvSpPr>
          <p:cNvPr id="22" name="slide-22-line-22">
            <a:extLst xmlns:a="http://schemas.openxmlformats.org/drawingml/2006/main">
              <a:ext uri="{FF2B5EF4-FFF2-40B4-BE49-F238E27FC236}">
                <a16:creationId xmlns:a16="http://schemas.microsoft.com/office/drawing/2014/main" id="{934F1716-CAA2-4126-9159-82385C0E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23" name="slide-22-text-23">
            <a:extLst xmlns:a="http://schemas.openxmlformats.org/drawingml/2006/main">
              <a:ext uri="{FF2B5EF4-FFF2-40B4-BE49-F238E27FC236}">
                <a16:creationId xmlns:a16="http://schemas.microsoft.com/office/drawing/2014/main" id="{773A07AC-FE92-4671-A02F-AD570875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22-line-24">
            <a:extLst xmlns:a="http://schemas.openxmlformats.org/drawingml/2006/main">
              <a:ext uri="{FF2B5EF4-FFF2-40B4-BE49-F238E27FC236}">
                <a16:creationId xmlns:a16="http://schemas.microsoft.com/office/drawing/2014/main" id="{440F5D0C-02B9-476A-B586-8017DC24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25" name="slide-22-text-25">
            <a:extLst xmlns:a="http://schemas.openxmlformats.org/drawingml/2006/main">
              <a:ext uri="{FF2B5EF4-FFF2-40B4-BE49-F238E27FC236}">
                <a16:creationId xmlns:a16="http://schemas.microsoft.com/office/drawing/2014/main" id="{8DAF4CF0-7472-4FE4-826F-EB3E4799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現場</a:t>
            </a:r>
          </a:p>
        </p:txBody>
      </p:sp>
      <p:sp>
        <p:nvSpPr>
          <p:cNvPr id="26" name="slide-22-text-26">
            <a:extLst xmlns:a="http://schemas.openxmlformats.org/drawingml/2006/main">
              <a:ext uri="{FF2B5EF4-FFF2-40B4-BE49-F238E27FC236}">
                <a16:creationId xmlns:a16="http://schemas.microsoft.com/office/drawing/2014/main" id="{DDBA17A2-847B-4D0B-B5AE-F04BDADD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交付後由誰</a:t>
            </a:r>
          </a:p>
        </p:txBody>
      </p:sp>
      <p:sp>
        <p:nvSpPr>
          <p:cNvPr id="27" name="slide-22-text-27">
            <a:extLst xmlns:a="http://schemas.openxmlformats.org/drawingml/2006/main">
              <a:ext uri="{FF2B5EF4-FFF2-40B4-BE49-F238E27FC236}">
                <a16:creationId xmlns:a16="http://schemas.microsoft.com/office/drawing/2014/main" id="{D665A855-3922-4C01-8DE5-2B565A98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運行與改進</a:t>
            </a:r>
          </a:p>
        </p:txBody>
      </p:sp>
      <p:sp>
        <p:nvSpPr>
          <p:cNvPr id="28" name="slide-22-text-28">
            <a:extLst xmlns:a="http://schemas.openxmlformats.org/drawingml/2006/main">
              <a:ext uri="{FF2B5EF4-FFF2-40B4-BE49-F238E27FC236}">
                <a16:creationId xmlns:a16="http://schemas.microsoft.com/office/drawing/2014/main" id="{9521448C-6F14-44D4-9B8A-9326C555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22 / 66</a:t>
            </a:r>
          </a:p>
        </p:txBody>
      </p:sp>
    </p:spTree>
    <p:extLst>
      <p:ext uri="{BB962C8B-B14F-4D97-AF65-F5344CB8AC3E}">
        <p14:creationId xmlns:p14="http://schemas.microsoft.com/office/powerpoint/2010/main" val="10477541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23-text-1">
            <a:extLst xmlns:a="http://schemas.openxmlformats.org/drawingml/2006/main">
              <a:ext uri="{FF2B5EF4-FFF2-40B4-BE49-F238E27FC236}">
                <a16:creationId xmlns:a16="http://schemas.microsoft.com/office/drawing/2014/main" id="{4674ED9A-572F-42A2-B137-90B6025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01</a:t>
            </a:r>
          </a:p>
        </p:txBody>
      </p:sp>
      <p:sp>
        <p:nvSpPr>
          <p:cNvPr id="2" name="slide-23-line-2">
            <a:extLst xmlns:a="http://schemas.openxmlformats.org/drawingml/2006/main">
              <a:ext uri="{FF2B5EF4-FFF2-40B4-BE49-F238E27FC236}">
                <a16:creationId xmlns:a16="http://schemas.microsoft.com/office/drawing/2014/main" id="{A5DE5A21-BC25-4C66-9301-04D09ADD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23-text-3">
            <a:extLst xmlns:a="http://schemas.openxmlformats.org/drawingml/2006/main">
              <a:ext uri="{FF2B5EF4-FFF2-40B4-BE49-F238E27FC236}">
                <a16:creationId xmlns:a16="http://schemas.microsoft.com/office/drawing/2014/main" id="{20DDBFF2-1823-4E0C-8FE4-F5947AF6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23-text-4">
            <a:extLst xmlns:a="http://schemas.openxmlformats.org/drawingml/2006/main">
              <a:ext uri="{FF2B5EF4-FFF2-40B4-BE49-F238E27FC236}">
                <a16:creationId xmlns:a16="http://schemas.microsoft.com/office/drawing/2014/main" id="{006D6409-CFAD-4BFA-83AD-52333482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slide-23-text-5">
            <a:extLst xmlns:a="http://schemas.openxmlformats.org/drawingml/2006/main">
              <a:ext uri="{FF2B5EF4-FFF2-40B4-BE49-F238E27FC236}">
                <a16:creationId xmlns:a16="http://schemas.microsoft.com/office/drawing/2014/main" id="{E7DA59B8-E244-4740-AACB-A38650A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如何完成一項工作</a:t>
            </a:r>
          </a:p>
        </p:txBody>
      </p:sp>
      <p:sp>
        <p:nvSpPr>
          <p:cNvPr id="6" name="slide-23-text-6">
            <a:extLst xmlns:a="http://schemas.openxmlformats.org/drawingml/2006/main">
              <a:ext uri="{FF2B5EF4-FFF2-40B4-BE49-F238E27FC236}">
                <a16:creationId xmlns:a16="http://schemas.microsoft.com/office/drawing/2014/main" id="{F92283F4-533F-40A8-9ECB-F5F92E1B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從聊天機器人到 AI Worker</a:t>
            </a:r>
          </a:p>
        </p:txBody>
      </p:sp>
      <p:sp>
        <p:nvSpPr>
          <p:cNvPr id="7" name="slide-23-text-7">
            <a:extLst xmlns:a="http://schemas.openxmlformats.org/drawingml/2006/main">
              <a:ext uri="{FF2B5EF4-FFF2-40B4-BE49-F238E27FC236}">
                <a16:creationId xmlns:a16="http://schemas.microsoft.com/office/drawing/2014/main" id="{3ACECD70-B964-45C8-9829-E6366767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導讀初稿之外，還有哪些工作條件？</a:t>
            </a:r>
          </a:p>
        </p:txBody>
      </p:sp>
      <p:sp>
        <p:nvSpPr>
          <p:cNvPr id="8" name="slide-23-text-8">
            <a:extLst xmlns:a="http://schemas.openxmlformats.org/drawingml/2006/main">
              <a:ext uri="{FF2B5EF4-FFF2-40B4-BE49-F238E27FC236}">
                <a16:creationId xmlns:a16="http://schemas.microsoft.com/office/drawing/2014/main" id="{33855A34-C935-4C85-AF6D-1BA119D9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23 / 66</a:t>
            </a:r>
          </a:p>
        </p:txBody>
      </p:sp>
    </p:spTree>
    <p:extLst>
      <p:ext uri="{BB962C8B-B14F-4D97-AF65-F5344CB8AC3E}">
        <p14:creationId xmlns:p14="http://schemas.microsoft.com/office/powerpoint/2010/main" val="17853953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4-text-1">
            <a:extLst xmlns:a="http://schemas.openxmlformats.org/drawingml/2006/main">
              <a:ext uri="{FF2B5EF4-FFF2-40B4-BE49-F238E27FC236}">
                <a16:creationId xmlns:a16="http://schemas.microsoft.com/office/drawing/2014/main" id="{4DA936FD-F977-4626-9B1B-F83E1DA6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AI WORKER</a:t>
            </a:r>
          </a:p>
        </p:txBody>
      </p:sp>
      <p:sp>
        <p:nvSpPr>
          <p:cNvPr id="2" name="slide-24-text-2">
            <a:extLst xmlns:a="http://schemas.openxmlformats.org/drawingml/2006/main">
              <a:ext uri="{FF2B5EF4-FFF2-40B4-BE49-F238E27FC236}">
                <a16:creationId xmlns:a16="http://schemas.microsoft.com/office/drawing/2014/main" id="{97F51B9A-6C19-4781-B8E7-E9B4BF7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回答一句話與完成一項任務</a:t>
            </a:r>
          </a:p>
        </p:txBody>
      </p:sp>
      <p:sp>
        <p:nvSpPr>
          <p:cNvPr id="3" name="slide-24-line-3">
            <a:extLst xmlns:a="http://schemas.openxmlformats.org/drawingml/2006/main">
              <a:ext uri="{FF2B5EF4-FFF2-40B4-BE49-F238E27FC236}">
                <a16:creationId xmlns:a16="http://schemas.microsoft.com/office/drawing/2014/main" id="{67C7723D-0999-4815-BB9D-F84E5B2E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4-text-4">
            <a:extLst xmlns:a="http://schemas.openxmlformats.org/drawingml/2006/main">
              <a:ext uri="{FF2B5EF4-FFF2-40B4-BE49-F238E27FC236}">
                <a16:creationId xmlns:a16="http://schemas.microsoft.com/office/drawing/2014/main" id="{8D567241-6480-422B-BB15-E8E15CF5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4-text-5">
            <a:extLst xmlns:a="http://schemas.openxmlformats.org/drawingml/2006/main">
              <a:ext uri="{FF2B5EF4-FFF2-40B4-BE49-F238E27FC236}">
                <a16:creationId xmlns:a16="http://schemas.microsoft.com/office/drawing/2014/main" id="{5ABC4FA6-D11C-4AD9-BF69-1DE5FEE6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對話輸出</a:t>
            </a:r>
          </a:p>
        </p:txBody>
      </p:sp>
      <p:sp>
        <p:nvSpPr>
          <p:cNvPr id="6" name="slide-24-line-6">
            <a:extLst xmlns:a="http://schemas.openxmlformats.org/drawingml/2006/main">
              <a:ext uri="{FF2B5EF4-FFF2-40B4-BE49-F238E27FC236}">
                <a16:creationId xmlns:a16="http://schemas.microsoft.com/office/drawing/2014/main" id="{AB1BC189-C37A-4FAE-9AA8-54D5159B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24-text-7">
            <a:extLst xmlns:a="http://schemas.openxmlformats.org/drawingml/2006/main">
              <a:ext uri="{FF2B5EF4-FFF2-40B4-BE49-F238E27FC236}">
                <a16:creationId xmlns:a16="http://schemas.microsoft.com/office/drawing/2014/main" id="{5C3E2B9D-F16C-4DF0-ABA0-436CFA3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回答如何設計導讀</a:t>
            </a:r>
          </a:p>
        </p:txBody>
      </p:sp>
      <p:sp>
        <p:nvSpPr>
          <p:cNvPr id="8" name="slide-24-text-8">
            <a:extLst xmlns:a="http://schemas.openxmlformats.org/drawingml/2006/main">
              <a:ext uri="{FF2B5EF4-FFF2-40B4-BE49-F238E27FC236}">
                <a16:creationId xmlns:a16="http://schemas.microsoft.com/office/drawing/2014/main" id="{0BE85F9A-16EE-4EF1-BBAC-144D0385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對話結束時留下建議</a:t>
            </a:r>
          </a:p>
        </p:txBody>
      </p:sp>
      <p:sp>
        <p:nvSpPr>
          <p:cNvPr id="9" name="slide-24-text-9">
            <a:extLst xmlns:a="http://schemas.openxmlformats.org/drawingml/2006/main">
              <a:ext uri="{FF2B5EF4-FFF2-40B4-BE49-F238E27FC236}">
                <a16:creationId xmlns:a16="http://schemas.microsoft.com/office/drawing/2014/main" id="{58D9C6B9-94A8-41FE-BF74-2BCC8B69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任務執行</a:t>
            </a:r>
          </a:p>
        </p:txBody>
      </p:sp>
      <p:sp>
        <p:nvSpPr>
          <p:cNvPr id="10" name="slide-24-line-10">
            <a:extLst xmlns:a="http://schemas.openxmlformats.org/drawingml/2006/main">
              <a:ext uri="{FF2B5EF4-FFF2-40B4-BE49-F238E27FC236}">
                <a16:creationId xmlns:a16="http://schemas.microsoft.com/office/drawing/2014/main" id="{DFB58BFF-8C62-4226-A4AC-F6B708FE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24-text-11">
            <a:extLst xmlns:a="http://schemas.openxmlformats.org/drawingml/2006/main">
              <a:ext uri="{FF2B5EF4-FFF2-40B4-BE49-F238E27FC236}">
                <a16:creationId xmlns:a16="http://schemas.microsoft.com/office/drawing/2014/main" id="{66A14EDF-18AC-414E-9786-3FE99926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整理指定材料、產生文件</a:t>
            </a:r>
          </a:p>
        </p:txBody>
      </p:sp>
      <p:sp>
        <p:nvSpPr>
          <p:cNvPr id="12" name="slide-24-text-12">
            <a:extLst xmlns:a="http://schemas.openxmlformats.org/drawingml/2006/main">
              <a:ext uri="{FF2B5EF4-FFF2-40B4-BE49-F238E27FC236}">
                <a16:creationId xmlns:a16="http://schemas.microsoft.com/office/drawing/2014/main" id="{5FF6A6B2-B3C6-4375-9BED-60869284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核對條件後交還審查</a:t>
            </a:r>
          </a:p>
        </p:txBody>
      </p:sp>
      <p:sp>
        <p:nvSpPr>
          <p:cNvPr id="13" name="slide-24-text-13">
            <a:extLst xmlns:a="http://schemas.openxmlformats.org/drawingml/2006/main">
              <a:ext uri="{FF2B5EF4-FFF2-40B4-BE49-F238E27FC236}">
                <a16:creationId xmlns:a16="http://schemas.microsoft.com/office/drawing/2014/main" id="{15E7C9BB-853A-4C16-AA41-2EB8AB2B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完成哪些步驟，取決於系統能力、授權與驗證條件。</a:t>
            </a:r>
          </a:p>
        </p:txBody>
      </p:sp>
      <p:sp>
        <p:nvSpPr>
          <p:cNvPr id="14" name="slide-24-text-14">
            <a:extLst xmlns:a="http://schemas.openxmlformats.org/drawingml/2006/main">
              <a:ext uri="{FF2B5EF4-FFF2-40B4-BE49-F238E27FC236}">
                <a16:creationId xmlns:a16="http://schemas.microsoft.com/office/drawing/2014/main" id="{1807A0BD-4FA7-4D12-86B4-C7966A12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24 / 66</a:t>
            </a:r>
          </a:p>
        </p:txBody>
      </p:sp>
    </p:spTree>
    <p:extLst>
      <p:ext uri="{BB962C8B-B14F-4D97-AF65-F5344CB8AC3E}">
        <p14:creationId xmlns:p14="http://schemas.microsoft.com/office/powerpoint/2010/main" val="19389182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25-text-1">
            <a:extLst xmlns:a="http://schemas.openxmlformats.org/drawingml/2006/main">
              <a:ext uri="{FF2B5EF4-FFF2-40B4-BE49-F238E27FC236}">
                <a16:creationId xmlns:a16="http://schemas.microsoft.com/office/drawing/2014/main" id="{006F016D-7154-41C7-8293-7688B49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AI WORKER</a:t>
            </a:r>
          </a:p>
        </p:txBody>
      </p:sp>
      <p:sp>
        <p:nvSpPr>
          <p:cNvPr id="2" name="slide-25-text-2">
            <a:extLst xmlns:a="http://schemas.openxmlformats.org/drawingml/2006/main">
              <a:ext uri="{FF2B5EF4-FFF2-40B4-BE49-F238E27FC236}">
                <a16:creationId xmlns:a16="http://schemas.microsoft.com/office/drawing/2014/main" id="{45569ADE-B7FA-4C33-A51A-64029C16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一次工作需要形成可觀察的過程</a:t>
            </a:r>
          </a:p>
        </p:txBody>
      </p:sp>
      <p:sp>
        <p:nvSpPr>
          <p:cNvPr id="3" name="slide-25-line-3">
            <a:extLst xmlns:a="http://schemas.openxmlformats.org/drawingml/2006/main">
              <a:ext uri="{FF2B5EF4-FFF2-40B4-BE49-F238E27FC236}">
                <a16:creationId xmlns:a16="http://schemas.microsoft.com/office/drawing/2014/main" id="{172053F1-0ED9-48DA-AC3C-A33DB7FD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5-text-4">
            <a:extLst xmlns:a="http://schemas.openxmlformats.org/drawingml/2006/main">
              <a:ext uri="{FF2B5EF4-FFF2-40B4-BE49-F238E27FC236}">
                <a16:creationId xmlns:a16="http://schemas.microsoft.com/office/drawing/2014/main" id="{68CEFE27-DEF5-4AE7-A819-710F9F5F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5-text-5">
            <a:extLst xmlns:a="http://schemas.openxmlformats.org/drawingml/2006/main">
              <a:ext uri="{FF2B5EF4-FFF2-40B4-BE49-F238E27FC236}">
                <a16:creationId xmlns:a16="http://schemas.microsoft.com/office/drawing/2014/main" id="{250CFA2E-31A4-4296-9B23-EB47ED66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25-line-6">
            <a:extLst xmlns:a="http://schemas.openxmlformats.org/drawingml/2006/main">
              <a:ext uri="{FF2B5EF4-FFF2-40B4-BE49-F238E27FC236}">
                <a16:creationId xmlns:a16="http://schemas.microsoft.com/office/drawing/2014/main" id="{0812DBAE-02A7-4148-A74B-72A5320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7" name="slide-25-text-7">
            <a:extLst xmlns:a="http://schemas.openxmlformats.org/drawingml/2006/main">
              <a:ext uri="{FF2B5EF4-FFF2-40B4-BE49-F238E27FC236}">
                <a16:creationId xmlns:a16="http://schemas.microsoft.com/office/drawing/2014/main" id="{536C8A5A-C176-41E0-9292-AD1605E6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</a:t>
            </a:r>
          </a:p>
        </p:txBody>
      </p:sp>
      <p:sp>
        <p:nvSpPr>
          <p:cNvPr id="8" name="slide-25-text-8">
            <a:extLst xmlns:a="http://schemas.openxmlformats.org/drawingml/2006/main">
              <a:ext uri="{FF2B5EF4-FFF2-40B4-BE49-F238E27FC236}">
                <a16:creationId xmlns:a16="http://schemas.microsoft.com/office/drawing/2014/main" id="{EF421C1B-C23B-4A7E-8F81-BD225D40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指定短文</a:t>
            </a:r>
          </a:p>
        </p:txBody>
      </p:sp>
      <p:sp>
        <p:nvSpPr>
          <p:cNvPr id="9" name="slide-25-text-9">
            <a:extLst xmlns:a="http://schemas.openxmlformats.org/drawingml/2006/main">
              <a:ext uri="{FF2B5EF4-FFF2-40B4-BE49-F238E27FC236}">
                <a16:creationId xmlns:a16="http://schemas.microsoft.com/office/drawing/2014/main" id="{01420DB9-6B9B-464A-A4B6-8572B56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教學條件</a:t>
            </a:r>
          </a:p>
        </p:txBody>
      </p:sp>
      <p:sp>
        <p:nvSpPr>
          <p:cNvPr id="10" name="slide-25-line-10">
            <a:extLst xmlns:a="http://schemas.openxmlformats.org/drawingml/2006/main">
              <a:ext uri="{FF2B5EF4-FFF2-40B4-BE49-F238E27FC236}">
                <a16:creationId xmlns:a16="http://schemas.microsoft.com/office/drawing/2014/main" id="{809213A4-EEAA-418C-9618-2C704729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1" name="slide-25-text-11">
            <a:extLst xmlns:a="http://schemas.openxmlformats.org/drawingml/2006/main">
              <a:ext uri="{FF2B5EF4-FFF2-40B4-BE49-F238E27FC236}">
                <a16:creationId xmlns:a16="http://schemas.microsoft.com/office/drawing/2014/main" id="{26FDD711-1B6B-4C1F-A1A1-8830990D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25-line-12">
            <a:extLst xmlns:a="http://schemas.openxmlformats.org/drawingml/2006/main">
              <a:ext uri="{FF2B5EF4-FFF2-40B4-BE49-F238E27FC236}">
                <a16:creationId xmlns:a16="http://schemas.microsoft.com/office/drawing/2014/main" id="{8700C031-DED9-46A2-89DC-5814248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3" name="slide-25-text-13">
            <a:extLst xmlns:a="http://schemas.openxmlformats.org/drawingml/2006/main">
              <a:ext uri="{FF2B5EF4-FFF2-40B4-BE49-F238E27FC236}">
                <a16:creationId xmlns:a16="http://schemas.microsoft.com/office/drawing/2014/main" id="{24164467-B138-4AB4-934D-4C87865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執行</a:t>
            </a:r>
          </a:p>
        </p:txBody>
      </p:sp>
      <p:sp>
        <p:nvSpPr>
          <p:cNvPr id="14" name="slide-25-text-14">
            <a:extLst xmlns:a="http://schemas.openxmlformats.org/drawingml/2006/main">
              <a:ext uri="{FF2B5EF4-FFF2-40B4-BE49-F238E27FC236}">
                <a16:creationId xmlns:a16="http://schemas.microsoft.com/office/drawing/2014/main" id="{AFD52053-A783-48A7-A34F-AA304511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導讀文件</a:t>
            </a:r>
          </a:p>
        </p:txBody>
      </p:sp>
      <p:sp>
        <p:nvSpPr>
          <p:cNvPr id="15" name="slide-25-text-15">
            <a:extLst xmlns:a="http://schemas.openxmlformats.org/drawingml/2006/main">
              <a:ext uri="{FF2B5EF4-FFF2-40B4-BE49-F238E27FC236}">
                <a16:creationId xmlns:a16="http://schemas.microsoft.com/office/drawing/2014/main" id="{81DF1B18-A92B-43A4-8865-3B43B1BD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教師說明</a:t>
            </a:r>
          </a:p>
        </p:txBody>
      </p:sp>
      <p:sp>
        <p:nvSpPr>
          <p:cNvPr id="16" name="slide-25-line-16">
            <a:extLst xmlns:a="http://schemas.openxmlformats.org/drawingml/2006/main">
              <a:ext uri="{FF2B5EF4-FFF2-40B4-BE49-F238E27FC236}">
                <a16:creationId xmlns:a16="http://schemas.microsoft.com/office/drawing/2014/main" id="{67C0BC19-3FCE-4112-8F6A-8268A6D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17" name="slide-25-text-17">
            <a:extLst xmlns:a="http://schemas.openxmlformats.org/drawingml/2006/main">
              <a:ext uri="{FF2B5EF4-FFF2-40B4-BE49-F238E27FC236}">
                <a16:creationId xmlns:a16="http://schemas.microsoft.com/office/drawing/2014/main" id="{9E507B70-111C-4565-905A-47E08B47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25-line-18">
            <a:extLst xmlns:a="http://schemas.openxmlformats.org/drawingml/2006/main">
              <a:ext uri="{FF2B5EF4-FFF2-40B4-BE49-F238E27FC236}">
                <a16:creationId xmlns:a16="http://schemas.microsoft.com/office/drawing/2014/main" id="{ADA99CCF-74C6-4FCA-965A-9DC9272C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19" name="slide-25-text-19">
            <a:extLst xmlns:a="http://schemas.openxmlformats.org/drawingml/2006/main">
              <a:ext uri="{FF2B5EF4-FFF2-40B4-BE49-F238E27FC236}">
                <a16:creationId xmlns:a16="http://schemas.microsoft.com/office/drawing/2014/main" id="{B871AC31-A580-42AC-A54D-B09E9B8A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</a:t>
            </a:r>
          </a:p>
        </p:txBody>
      </p:sp>
      <p:sp>
        <p:nvSpPr>
          <p:cNvPr id="20" name="slide-25-text-20">
            <a:extLst xmlns:a="http://schemas.openxmlformats.org/drawingml/2006/main">
              <a:ext uri="{FF2B5EF4-FFF2-40B4-BE49-F238E27FC236}">
                <a16:creationId xmlns:a16="http://schemas.microsoft.com/office/drawing/2014/main" id="{12C643BD-C6C3-4457-9475-87F2DC6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原文依據</a:t>
            </a:r>
          </a:p>
        </p:txBody>
      </p:sp>
      <p:sp>
        <p:nvSpPr>
          <p:cNvPr id="21" name="slide-25-text-21">
            <a:extLst xmlns:a="http://schemas.openxmlformats.org/drawingml/2006/main">
              <a:ext uri="{FF2B5EF4-FFF2-40B4-BE49-F238E27FC236}">
                <a16:creationId xmlns:a16="http://schemas.microsoft.com/office/drawing/2014/main" id="{41066A7A-05C8-4C18-BB15-64D6F2C2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用途與限制</a:t>
            </a:r>
          </a:p>
        </p:txBody>
      </p:sp>
      <p:sp>
        <p:nvSpPr>
          <p:cNvPr id="22" name="slide-25-line-22">
            <a:extLst xmlns:a="http://schemas.openxmlformats.org/drawingml/2006/main">
              <a:ext uri="{FF2B5EF4-FFF2-40B4-BE49-F238E27FC236}">
                <a16:creationId xmlns:a16="http://schemas.microsoft.com/office/drawing/2014/main" id="{65116C0F-EF76-464A-BE30-11848EF0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5"/>
            </a:solidFill>
            <a:prstDash val="solid"/>
          </a:ln>
        </p:spPr>
      </p:sp>
      <p:sp>
        <p:nvSpPr>
          <p:cNvPr id="23" name="slide-25-text-23">
            <a:extLst xmlns:a="http://schemas.openxmlformats.org/drawingml/2006/main">
              <a:ext uri="{FF2B5EF4-FFF2-40B4-BE49-F238E27FC236}">
                <a16:creationId xmlns:a16="http://schemas.microsoft.com/office/drawing/2014/main" id="{F77A0FDD-752A-4190-BA72-FD269097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25-line-24">
            <a:extLst xmlns:a="http://schemas.openxmlformats.org/drawingml/2006/main">
              <a:ext uri="{FF2B5EF4-FFF2-40B4-BE49-F238E27FC236}">
                <a16:creationId xmlns:a16="http://schemas.microsoft.com/office/drawing/2014/main" id="{C86CC59E-2CE8-4C26-B50C-1D31D577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9D4E3"/>
            </a:solidFill>
            <a:prstDash val="solid"/>
          </a:ln>
        </p:spPr>
      </p:sp>
      <p:sp>
        <p:nvSpPr>
          <p:cNvPr id="25" name="slide-25-text-25">
            <a:extLst xmlns:a="http://schemas.openxmlformats.org/drawingml/2006/main">
              <a:ext uri="{FF2B5EF4-FFF2-40B4-BE49-F238E27FC236}">
                <a16:creationId xmlns:a16="http://schemas.microsoft.com/office/drawing/2014/main" id="{91BD4A6D-3362-45D8-BC68-E306852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修訂</a:t>
            </a:r>
          </a:p>
        </p:txBody>
      </p:sp>
      <p:sp>
        <p:nvSpPr>
          <p:cNvPr id="26" name="slide-25-text-26">
            <a:extLst xmlns:a="http://schemas.openxmlformats.org/drawingml/2006/main">
              <a:ext uri="{FF2B5EF4-FFF2-40B4-BE49-F238E27FC236}">
                <a16:creationId xmlns:a16="http://schemas.microsoft.com/office/drawing/2014/main" id="{A3F1DFC9-D76B-4790-903E-224BE205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退回缺項</a:t>
            </a:r>
          </a:p>
        </p:txBody>
      </p:sp>
      <p:sp>
        <p:nvSpPr>
          <p:cNvPr id="27" name="slide-25-text-27">
            <a:extLst xmlns:a="http://schemas.openxmlformats.org/drawingml/2006/main">
              <a:ext uri="{FF2B5EF4-FFF2-40B4-BE49-F238E27FC236}">
                <a16:creationId xmlns:a16="http://schemas.microsoft.com/office/drawing/2014/main" id="{AFFFE0D7-069A-4F77-A16C-93E81CF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重新交審</a:t>
            </a:r>
          </a:p>
        </p:txBody>
      </p:sp>
      <p:sp>
        <p:nvSpPr>
          <p:cNvPr id="28" name="slide-25-text-28">
            <a:extLst xmlns:a="http://schemas.openxmlformats.org/drawingml/2006/main">
              <a:ext uri="{FF2B5EF4-FFF2-40B4-BE49-F238E27FC236}">
                <a16:creationId xmlns:a16="http://schemas.microsoft.com/office/drawing/2014/main" id="{280BCE98-3A90-4156-A97F-069B4B0C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執行記錄可供追查；是否通過仍需檢查產物與實際狀態。</a:t>
            </a:r>
          </a:p>
        </p:txBody>
      </p:sp>
      <p:sp>
        <p:nvSpPr>
          <p:cNvPr id="29" name="slide-25-text-29">
            <a:extLst xmlns:a="http://schemas.openxmlformats.org/drawingml/2006/main">
              <a:ext uri="{FF2B5EF4-FFF2-40B4-BE49-F238E27FC236}">
                <a16:creationId xmlns:a16="http://schemas.microsoft.com/office/drawing/2014/main" id="{8B3E86C6-8228-4816-BA4C-D055DE12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25 / 66</a:t>
            </a:r>
          </a:p>
        </p:txBody>
      </p:sp>
    </p:spTree>
    <p:extLst>
      <p:ext uri="{BB962C8B-B14F-4D97-AF65-F5344CB8AC3E}">
        <p14:creationId xmlns:p14="http://schemas.microsoft.com/office/powerpoint/2010/main" val="11902194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6-text-1">
            <a:extLst xmlns:a="http://schemas.openxmlformats.org/drawingml/2006/main">
              <a:ext uri="{FF2B5EF4-FFF2-40B4-BE49-F238E27FC236}">
                <a16:creationId xmlns:a16="http://schemas.microsoft.com/office/drawing/2014/main" id="{4045C8E6-4D5A-4EDA-A27D-F0C31A03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同一案例</a:t>
            </a:r>
          </a:p>
        </p:txBody>
      </p:sp>
      <p:sp>
        <p:nvSpPr>
          <p:cNvPr id="2" name="slide-26-text-2">
            <a:extLst xmlns:a="http://schemas.openxmlformats.org/drawingml/2006/main">
              <a:ext uri="{FF2B5EF4-FFF2-40B4-BE49-F238E27FC236}">
                <a16:creationId xmlns:a16="http://schemas.microsoft.com/office/drawing/2014/main" id="{4727966C-7469-41D7-9CB0-16C85A72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流暢的輸出可能掩蓋未完成的工作</a:t>
            </a:r>
          </a:p>
        </p:txBody>
      </p:sp>
      <p:sp>
        <p:nvSpPr>
          <p:cNvPr id="3" name="slide-26-line-3">
            <a:extLst xmlns:a="http://schemas.openxmlformats.org/drawingml/2006/main">
              <a:ext uri="{FF2B5EF4-FFF2-40B4-BE49-F238E27FC236}">
                <a16:creationId xmlns:a16="http://schemas.microsoft.com/office/drawing/2014/main" id="{E61A9043-37E1-4FD2-8F36-1E680AC5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6-text-4">
            <a:extLst xmlns:a="http://schemas.openxmlformats.org/drawingml/2006/main">
              <a:ext uri="{FF2B5EF4-FFF2-40B4-BE49-F238E27FC236}">
                <a16:creationId xmlns:a16="http://schemas.microsoft.com/office/drawing/2014/main" id="{0900F44E-5A01-4F23-93F6-FD54301A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6-text-5">
            <a:extLst xmlns:a="http://schemas.openxmlformats.org/drawingml/2006/main">
              <a:ext uri="{FF2B5EF4-FFF2-40B4-BE49-F238E27FC236}">
                <a16:creationId xmlns:a16="http://schemas.microsoft.com/office/drawing/2014/main" id="{363EDF38-B7BB-43DF-B8A6-BF59A454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內容錯誤</a:t>
            </a:r>
          </a:p>
        </p:txBody>
      </p:sp>
      <p:sp>
        <p:nvSpPr>
          <p:cNvPr id="6" name="slide-26-text-6">
            <a:extLst xmlns:a="http://schemas.openxmlformats.org/drawingml/2006/main">
              <a:ext uri="{FF2B5EF4-FFF2-40B4-BE49-F238E27FC236}">
                <a16:creationId xmlns:a16="http://schemas.microsoft.com/office/drawing/2014/main" id="{57D9AB59-08AA-400E-8AAC-3B1D5AD2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導讀引用了原文沒有的情節</a:t>
            </a:r>
          </a:p>
        </p:txBody>
      </p:sp>
      <p:sp>
        <p:nvSpPr>
          <p:cNvPr id="7" name="slide-26-line-7">
            <a:extLst xmlns:a="http://schemas.openxmlformats.org/drawingml/2006/main">
              <a:ext uri="{FF2B5EF4-FFF2-40B4-BE49-F238E27FC236}">
                <a16:creationId xmlns:a16="http://schemas.microsoft.com/office/drawing/2014/main" id="{3E4D82D7-4FBC-48DB-A357-C318C132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26-text-8">
            <a:extLst xmlns:a="http://schemas.openxmlformats.org/drawingml/2006/main">
              <a:ext uri="{FF2B5EF4-FFF2-40B4-BE49-F238E27FC236}">
                <a16:creationId xmlns:a16="http://schemas.microsoft.com/office/drawing/2014/main" id="{4DA544AF-0E9A-461D-952A-DF718144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權限錯誤</a:t>
            </a:r>
          </a:p>
        </p:txBody>
      </p:sp>
      <p:sp>
        <p:nvSpPr>
          <p:cNvPr id="9" name="slide-26-text-9">
            <a:extLst xmlns:a="http://schemas.openxmlformats.org/drawingml/2006/main">
              <a:ext uri="{FF2B5EF4-FFF2-40B4-BE49-F238E27FC236}">
                <a16:creationId xmlns:a16="http://schemas.microsoft.com/office/drawing/2014/main" id="{60818316-B94E-4170-A334-3E66B9DE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尚未審查，卻自行發給學生</a:t>
            </a:r>
          </a:p>
        </p:txBody>
      </p:sp>
      <p:sp>
        <p:nvSpPr>
          <p:cNvPr id="10" name="slide-26-line-10">
            <a:extLst xmlns:a="http://schemas.openxmlformats.org/drawingml/2006/main">
              <a:ext uri="{FF2B5EF4-FFF2-40B4-BE49-F238E27FC236}">
                <a16:creationId xmlns:a16="http://schemas.microsoft.com/office/drawing/2014/main" id="{3E4DB6BE-E94C-4077-94A3-BD3067B4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26-text-11">
            <a:extLst xmlns:a="http://schemas.openxmlformats.org/drawingml/2006/main">
              <a:ext uri="{FF2B5EF4-FFF2-40B4-BE49-F238E27FC236}">
                <a16:creationId xmlns:a16="http://schemas.microsoft.com/office/drawing/2014/main" id="{C789B751-5608-437D-9FAE-502C4E6A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驗收需要</a:t>
            </a:r>
          </a:p>
        </p:txBody>
      </p:sp>
      <p:sp>
        <p:nvSpPr>
          <p:cNvPr id="12" name="slide-26-text-12">
            <a:extLst xmlns:a="http://schemas.openxmlformats.org/drawingml/2006/main">
              <a:ext uri="{FF2B5EF4-FFF2-40B4-BE49-F238E27FC236}">
                <a16:creationId xmlns:a16="http://schemas.microsoft.com/office/drawing/2014/main" id="{A5880EE0-E137-45FE-8279-5DA597EC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同時檢查內容、實際狀態與授權</a:t>
            </a:r>
          </a:p>
        </p:txBody>
      </p:sp>
      <p:sp>
        <p:nvSpPr>
          <p:cNvPr id="13" name="slide-26-line-13">
            <a:extLst xmlns:a="http://schemas.openxmlformats.org/drawingml/2006/main">
              <a:ext uri="{FF2B5EF4-FFF2-40B4-BE49-F238E27FC236}">
                <a16:creationId xmlns:a16="http://schemas.microsoft.com/office/drawing/2014/main" id="{8E1D762C-E5B1-42C7-B0C1-0991105C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26-text-14">
            <a:extLst xmlns:a="http://schemas.openxmlformats.org/drawingml/2006/main">
              <a:ext uri="{FF2B5EF4-FFF2-40B4-BE49-F238E27FC236}">
                <a16:creationId xmlns:a16="http://schemas.microsoft.com/office/drawing/2014/main" id="{FDF9669B-7DB0-4672-8E7A-DBB79CC5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構擬反例。可讀性不能替代文本核對或權限檢查。</a:t>
            </a:r>
          </a:p>
        </p:txBody>
      </p:sp>
      <p:sp>
        <p:nvSpPr>
          <p:cNvPr id="15" name="slide-26-text-15">
            <a:extLst xmlns:a="http://schemas.openxmlformats.org/drawingml/2006/main">
              <a:ext uri="{FF2B5EF4-FFF2-40B4-BE49-F238E27FC236}">
                <a16:creationId xmlns:a16="http://schemas.microsoft.com/office/drawing/2014/main" id="{D7DA55B7-4770-41C4-9501-08BC875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26 / 66</a:t>
            </a:r>
          </a:p>
        </p:txBody>
      </p:sp>
    </p:spTree>
    <p:extLst>
      <p:ext uri="{BB962C8B-B14F-4D97-AF65-F5344CB8AC3E}">
        <p14:creationId xmlns:p14="http://schemas.microsoft.com/office/powerpoint/2010/main" val="7832355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27-text-1">
            <a:extLst xmlns:a="http://schemas.openxmlformats.org/drawingml/2006/main">
              <a:ext uri="{FF2B5EF4-FFF2-40B4-BE49-F238E27FC236}">
                <a16:creationId xmlns:a16="http://schemas.microsoft.com/office/drawing/2014/main" id="{8733A237-4F89-4A60-B02E-49EBFB6E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委託增加權限與失敗處理</a:t>
            </a:r>
          </a:p>
        </p:txBody>
      </p:sp>
      <p:sp>
        <p:nvSpPr>
          <p:cNvPr id="2" name="slide-27-text-2">
            <a:extLst xmlns:a="http://schemas.openxmlformats.org/drawingml/2006/main">
              <a:ext uri="{FF2B5EF4-FFF2-40B4-BE49-F238E27FC236}">
                <a16:creationId xmlns:a16="http://schemas.microsoft.com/office/drawing/2014/main" id="{FB0737B2-1A0D-44AF-AB5E-F194F73F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可執行的委託有共同檢查依據</a:t>
            </a:r>
          </a:p>
        </p:txBody>
      </p:sp>
      <p:sp>
        <p:nvSpPr>
          <p:cNvPr id="3" name="slide-27-line-3">
            <a:extLst xmlns:a="http://schemas.openxmlformats.org/drawingml/2006/main">
              <a:ext uri="{FF2B5EF4-FFF2-40B4-BE49-F238E27FC236}">
                <a16:creationId xmlns:a16="http://schemas.microsoft.com/office/drawing/2014/main" id="{1043B48A-CD2D-4B03-89D8-76B7C9CE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27-text-4">
            <a:extLst xmlns:a="http://schemas.openxmlformats.org/drawingml/2006/main">
              <a:ext uri="{FF2B5EF4-FFF2-40B4-BE49-F238E27FC236}">
                <a16:creationId xmlns:a16="http://schemas.microsoft.com/office/drawing/2014/main" id="{5EDCEE47-7579-4FD3-A920-95586D4B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7-text-5">
            <a:extLst xmlns:a="http://schemas.openxmlformats.org/drawingml/2006/main">
              <a:ext uri="{FF2B5EF4-FFF2-40B4-BE49-F238E27FC236}">
                <a16:creationId xmlns:a16="http://schemas.microsoft.com/office/drawing/2014/main" id="{B1C30B73-D9E2-470C-AD74-46BC9577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目標與材料</a:t>
            </a:r>
          </a:p>
        </p:txBody>
      </p:sp>
      <p:sp>
        <p:nvSpPr>
          <p:cNvPr id="6" name="slide-27-text-6">
            <a:extLst xmlns:a="http://schemas.openxmlformats.org/drawingml/2006/main">
              <a:ext uri="{FF2B5EF4-FFF2-40B4-BE49-F238E27FC236}">
                <a16:creationId xmlns:a16="http://schemas.microsoft.com/office/drawing/2014/main" id="{699E031D-8714-4C37-A46D-1727388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三年級課前導讀，只使用指定短文</a:t>
            </a:r>
          </a:p>
        </p:txBody>
      </p:sp>
      <p:sp>
        <p:nvSpPr>
          <p:cNvPr id="7" name="slide-27-line-7">
            <a:extLst xmlns:a="http://schemas.openxmlformats.org/drawingml/2006/main">
              <a:ext uri="{FF2B5EF4-FFF2-40B4-BE49-F238E27FC236}">
                <a16:creationId xmlns:a16="http://schemas.microsoft.com/office/drawing/2014/main" id="{71AB2E5A-4E93-4A1E-A646-B13DA2A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27-text-8">
            <a:extLst xmlns:a="http://schemas.openxmlformats.org/drawingml/2006/main">
              <a:ext uri="{FF2B5EF4-FFF2-40B4-BE49-F238E27FC236}">
                <a16:creationId xmlns:a16="http://schemas.microsoft.com/office/drawing/2014/main" id="{8CDDF7F1-536E-46D4-BC48-CBF39EFB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交付與驗收</a:t>
            </a:r>
          </a:p>
        </p:txBody>
      </p:sp>
      <p:sp>
        <p:nvSpPr>
          <p:cNvPr id="9" name="slide-27-text-9">
            <a:extLst xmlns:a="http://schemas.openxmlformats.org/drawingml/2006/main">
              <a:ext uri="{FF2B5EF4-FFF2-40B4-BE49-F238E27FC236}">
                <a16:creationId xmlns:a16="http://schemas.microsoft.com/office/drawing/2014/main" id="{11868FD8-1A8C-4157-B6DE-C6C150F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導讀、教師說明及逐項文本依據</a:t>
            </a:r>
          </a:p>
        </p:txBody>
      </p:sp>
      <p:sp>
        <p:nvSpPr>
          <p:cNvPr id="10" name="slide-27-line-10">
            <a:extLst xmlns:a="http://schemas.openxmlformats.org/drawingml/2006/main">
              <a:ext uri="{FF2B5EF4-FFF2-40B4-BE49-F238E27FC236}">
                <a16:creationId xmlns:a16="http://schemas.microsoft.com/office/drawing/2014/main" id="{72CCB9E0-5D52-4E6A-9075-FEE1087F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27-text-11">
            <a:extLst xmlns:a="http://schemas.openxmlformats.org/drawingml/2006/main">
              <a:ext uri="{FF2B5EF4-FFF2-40B4-BE49-F238E27FC236}">
                <a16:creationId xmlns:a16="http://schemas.microsoft.com/office/drawing/2014/main" id="{E743F26F-0EAC-423C-A8CB-91C7F16A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授權邊界</a:t>
            </a:r>
          </a:p>
        </p:txBody>
      </p:sp>
      <p:sp>
        <p:nvSpPr>
          <p:cNvPr id="12" name="slide-27-text-12">
            <a:extLst xmlns:a="http://schemas.openxmlformats.org/drawingml/2006/main">
              <a:ext uri="{FF2B5EF4-FFF2-40B4-BE49-F238E27FC236}">
                <a16:creationId xmlns:a16="http://schemas.microsoft.com/office/drawing/2014/main" id="{F429EBF1-D539-421D-9FF5-E20FB653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005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可以製作候選文件，不可自行發送</a:t>
            </a:r>
          </a:p>
        </p:txBody>
      </p:sp>
      <p:sp>
        <p:nvSpPr>
          <p:cNvPr id="13" name="slide-27-line-13">
            <a:extLst xmlns:a="http://schemas.openxmlformats.org/drawingml/2006/main">
              <a:ext uri="{FF2B5EF4-FFF2-40B4-BE49-F238E27FC236}">
                <a16:creationId xmlns:a16="http://schemas.microsoft.com/office/drawing/2014/main" id="{1DEDAEF0-840B-4042-A450-314A93A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27-text-14">
            <a:extLst xmlns:a="http://schemas.openxmlformats.org/drawingml/2006/main">
              <a:ext uri="{FF2B5EF4-FFF2-40B4-BE49-F238E27FC236}">
                <a16:creationId xmlns:a16="http://schemas.microsoft.com/office/drawing/2014/main" id="{9853CA46-35C1-4B31-9D80-493929A4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失敗處理</a:t>
            </a:r>
          </a:p>
        </p:txBody>
      </p:sp>
      <p:sp>
        <p:nvSpPr>
          <p:cNvPr id="15" name="slide-27-text-15">
            <a:extLst xmlns:a="http://schemas.openxmlformats.org/drawingml/2006/main">
              <a:ext uri="{FF2B5EF4-FFF2-40B4-BE49-F238E27FC236}">
                <a16:creationId xmlns:a16="http://schemas.microsoft.com/office/drawing/2014/main" id="{1794E8E4-576B-48DE-8BD1-BF538F8E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3149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材料缺失時停止，列明需要補充之處</a:t>
            </a:r>
          </a:p>
        </p:txBody>
      </p:sp>
      <p:sp>
        <p:nvSpPr>
          <p:cNvPr id="16" name="slide-27-line-16">
            <a:extLst xmlns:a="http://schemas.openxmlformats.org/drawingml/2006/main">
              <a:ext uri="{FF2B5EF4-FFF2-40B4-BE49-F238E27FC236}">
                <a16:creationId xmlns:a16="http://schemas.microsoft.com/office/drawing/2014/main" id="{DB51180B-A9CE-401E-9144-46CE779E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7" name="slide-27-text-17">
            <a:extLst xmlns:a="http://schemas.openxmlformats.org/drawingml/2006/main">
              <a:ext uri="{FF2B5EF4-FFF2-40B4-BE49-F238E27FC236}">
                <a16:creationId xmlns:a16="http://schemas.microsoft.com/office/drawing/2014/main" id="{9F19B82A-36B8-4C02-93F2-556A9B33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27 / 66</a:t>
            </a:r>
          </a:p>
        </p:txBody>
      </p:sp>
    </p:spTree>
    <p:extLst>
      <p:ext uri="{BB962C8B-B14F-4D97-AF65-F5344CB8AC3E}">
        <p14:creationId xmlns:p14="http://schemas.microsoft.com/office/powerpoint/2010/main" val="10466260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28-text-1">
            <a:extLst xmlns:a="http://schemas.openxmlformats.org/drawingml/2006/main">
              <a:ext uri="{FF2B5EF4-FFF2-40B4-BE49-F238E27FC236}">
                <a16:creationId xmlns:a16="http://schemas.microsoft.com/office/drawing/2014/main" id="{23A094E6-2B79-41EB-981C-F849AEEB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行動邊界</a:t>
            </a:r>
          </a:p>
        </p:txBody>
      </p:sp>
      <p:sp>
        <p:nvSpPr>
          <p:cNvPr id="2" name="slide-28-text-2">
            <a:extLst xmlns:a="http://schemas.openxmlformats.org/drawingml/2006/main">
              <a:ext uri="{FF2B5EF4-FFF2-40B4-BE49-F238E27FC236}">
                <a16:creationId xmlns:a16="http://schemas.microsoft.com/office/drawing/2014/main" id="{6C6529C3-887F-4EE1-955A-92F82172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工具權限需要與任務風險相稱</a:t>
            </a:r>
          </a:p>
        </p:txBody>
      </p:sp>
      <p:sp>
        <p:nvSpPr>
          <p:cNvPr id="3" name="slide-28-line-3">
            <a:extLst xmlns:a="http://schemas.openxmlformats.org/drawingml/2006/main">
              <a:ext uri="{FF2B5EF4-FFF2-40B4-BE49-F238E27FC236}">
                <a16:creationId xmlns:a16="http://schemas.microsoft.com/office/drawing/2014/main" id="{3C74C162-68E3-4F17-8EDD-550A5253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8-text-4">
            <a:extLst xmlns:a="http://schemas.openxmlformats.org/drawingml/2006/main">
              <a:ext uri="{FF2B5EF4-FFF2-40B4-BE49-F238E27FC236}">
                <a16:creationId xmlns:a16="http://schemas.microsoft.com/office/drawing/2014/main" id="{857DCE3B-7056-4AE6-B457-82CC8E8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8-text-5">
            <a:extLst xmlns:a="http://schemas.openxmlformats.org/drawingml/2006/main">
              <a:ext uri="{FF2B5EF4-FFF2-40B4-BE49-F238E27FC236}">
                <a16:creationId xmlns:a16="http://schemas.microsoft.com/office/drawing/2014/main" id="{545B3478-3889-4202-B434-C31D27BD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限定範圍內執行</a:t>
            </a:r>
          </a:p>
        </p:txBody>
      </p:sp>
      <p:sp>
        <p:nvSpPr>
          <p:cNvPr id="6" name="slide-28-line-6">
            <a:extLst xmlns:a="http://schemas.openxmlformats.org/drawingml/2006/main">
              <a:ext uri="{FF2B5EF4-FFF2-40B4-BE49-F238E27FC236}">
                <a16:creationId xmlns:a16="http://schemas.microsoft.com/office/drawing/2014/main" id="{B6190AE6-1F65-4E85-94D9-AB018728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28-text-7">
            <a:extLst xmlns:a="http://schemas.openxmlformats.org/drawingml/2006/main">
              <a:ext uri="{FF2B5EF4-FFF2-40B4-BE49-F238E27FC236}">
                <a16:creationId xmlns:a16="http://schemas.microsoft.com/office/drawing/2014/main" id="{214AC9F3-C867-4D14-9691-DF780C64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讀取已授權材料</a:t>
            </a:r>
          </a:p>
        </p:txBody>
      </p:sp>
      <p:sp>
        <p:nvSpPr>
          <p:cNvPr id="8" name="slide-28-text-8">
            <a:extLst xmlns:a="http://schemas.openxmlformats.org/drawingml/2006/main">
              <a:ext uri="{FF2B5EF4-FFF2-40B4-BE49-F238E27FC236}">
                <a16:creationId xmlns:a16="http://schemas.microsoft.com/office/drawing/2014/main" id="{83F04FF1-EF95-4CCB-80B5-1433F77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136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製作候選稿及檢查報告</a:t>
            </a:r>
          </a:p>
        </p:txBody>
      </p:sp>
      <p:sp>
        <p:nvSpPr>
          <p:cNvPr id="9" name="slide-28-text-9">
            <a:extLst xmlns:a="http://schemas.openxmlformats.org/drawingml/2006/main">
              <a:ext uri="{FF2B5EF4-FFF2-40B4-BE49-F238E27FC236}">
                <a16:creationId xmlns:a16="http://schemas.microsoft.com/office/drawing/2014/main" id="{1421BADB-3968-4AE6-ADDF-BA8064BA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575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另行批准</a:t>
            </a:r>
          </a:p>
        </p:txBody>
      </p:sp>
      <p:sp>
        <p:nvSpPr>
          <p:cNvPr id="10" name="slide-28-line-10">
            <a:extLst xmlns:a="http://schemas.openxmlformats.org/drawingml/2006/main">
              <a:ext uri="{FF2B5EF4-FFF2-40B4-BE49-F238E27FC236}">
                <a16:creationId xmlns:a16="http://schemas.microsoft.com/office/drawing/2014/main" id="{1EA00333-A2BB-4E24-BB57-513C52B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147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28-text-11">
            <a:extLst xmlns:a="http://schemas.openxmlformats.org/drawingml/2006/main">
              <a:ext uri="{FF2B5EF4-FFF2-40B4-BE49-F238E27FC236}">
                <a16:creationId xmlns:a16="http://schemas.microsoft.com/office/drawing/2014/main" id="{2566210C-D6BC-461A-A53D-F8A9A7E4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3855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修改共用正式版</a:t>
            </a:r>
          </a:p>
        </p:txBody>
      </p:sp>
      <p:sp>
        <p:nvSpPr>
          <p:cNvPr id="12" name="slide-28-text-12">
            <a:extLst xmlns:a="http://schemas.openxmlformats.org/drawingml/2006/main">
              <a:ext uri="{FF2B5EF4-FFF2-40B4-BE49-F238E27FC236}">
                <a16:creationId xmlns:a16="http://schemas.microsoft.com/office/drawing/2014/main" id="{63FF92C8-C12A-4545-B28B-8CE0991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7136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對外發送或刪除資料</a:t>
            </a:r>
          </a:p>
        </p:txBody>
      </p:sp>
      <p:sp>
        <p:nvSpPr>
          <p:cNvPr id="13" name="slide-28-text-13">
            <a:extLst xmlns:a="http://schemas.openxmlformats.org/drawingml/2006/main">
              <a:ext uri="{FF2B5EF4-FFF2-40B4-BE49-F238E27FC236}">
                <a16:creationId xmlns:a16="http://schemas.microsoft.com/office/drawing/2014/main" id="{BBBB4E30-F610-4D2B-AAB6-F5F4E7C1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高影響動作需要實際的權限限制，不能只依賴文字提醒。</a:t>
            </a:r>
          </a:p>
        </p:txBody>
      </p:sp>
      <p:sp>
        <p:nvSpPr>
          <p:cNvPr id="14" name="slide-28-text-14">
            <a:extLst xmlns:a="http://schemas.openxmlformats.org/drawingml/2006/main">
              <a:ext uri="{FF2B5EF4-FFF2-40B4-BE49-F238E27FC236}">
                <a16:creationId xmlns:a16="http://schemas.microsoft.com/office/drawing/2014/main" id="{F090BBF3-142A-4E86-A78E-0F4B688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28 / 66</a:t>
            </a:r>
          </a:p>
        </p:txBody>
      </p:sp>
    </p:spTree>
    <p:extLst>
      <p:ext uri="{BB962C8B-B14F-4D97-AF65-F5344CB8AC3E}">
        <p14:creationId xmlns:p14="http://schemas.microsoft.com/office/powerpoint/2010/main" val="74366391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29-text-1">
            <a:extLst xmlns:a="http://schemas.openxmlformats.org/drawingml/2006/main">
              <a:ext uri="{FF2B5EF4-FFF2-40B4-BE49-F238E27FC236}">
                <a16:creationId xmlns:a16="http://schemas.microsoft.com/office/drawing/2014/main" id="{A09A3A3B-9985-4542-973C-46E314BE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SKILL 與工作流</a:t>
            </a:r>
          </a:p>
        </p:txBody>
      </p:sp>
      <p:sp>
        <p:nvSpPr>
          <p:cNvPr id="2" name="slide-29-text-2">
            <a:extLst xmlns:a="http://schemas.openxmlformats.org/drawingml/2006/main">
              <a:ext uri="{FF2B5EF4-FFF2-40B4-BE49-F238E27FC236}">
                <a16:creationId xmlns:a16="http://schemas.microsoft.com/office/drawing/2014/main" id="{8EFD7CF4-2402-4D6D-A829-32859078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可重用的方法需要適用條件</a:t>
            </a:r>
          </a:p>
        </p:txBody>
      </p:sp>
      <p:sp>
        <p:nvSpPr>
          <p:cNvPr id="3" name="slide-29-line-3">
            <a:extLst xmlns:a="http://schemas.openxmlformats.org/drawingml/2006/main">
              <a:ext uri="{FF2B5EF4-FFF2-40B4-BE49-F238E27FC236}">
                <a16:creationId xmlns:a16="http://schemas.microsoft.com/office/drawing/2014/main" id="{31A4F29C-AB93-4AFB-A2AE-9589BE32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29-text-4">
            <a:extLst xmlns:a="http://schemas.openxmlformats.org/drawingml/2006/main">
              <a:ext uri="{FF2B5EF4-FFF2-40B4-BE49-F238E27FC236}">
                <a16:creationId xmlns:a16="http://schemas.microsoft.com/office/drawing/2014/main" id="{13B9731C-40B3-49DB-B171-298BB0CA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29-text-5">
            <a:extLst xmlns:a="http://schemas.openxmlformats.org/drawingml/2006/main">
              <a:ext uri="{FF2B5EF4-FFF2-40B4-BE49-F238E27FC236}">
                <a16:creationId xmlns:a16="http://schemas.microsoft.com/office/drawing/2014/main" id="{DA4D71E2-869A-4B70-B497-96581139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20396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一次有效的對話，是方法形成的起點</a:t>
            </a:r>
          </a:p>
        </p:txBody>
      </p:sp>
      <p:sp>
        <p:nvSpPr>
          <p:cNvPr id="6" name="slide-29-text-6">
            <a:extLst xmlns:a="http://schemas.openxmlformats.org/drawingml/2006/main">
              <a:ext uri="{FF2B5EF4-FFF2-40B4-BE49-F238E27FC236}">
                <a16:creationId xmlns:a16="http://schemas.microsoft.com/office/drawing/2014/main" id="{A0C213DF-D86D-4463-A4A5-41198ED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7" name="slide-29-line-7">
            <a:extLst xmlns:a="http://schemas.openxmlformats.org/drawingml/2006/main">
              <a:ext uri="{FF2B5EF4-FFF2-40B4-BE49-F238E27FC236}">
                <a16:creationId xmlns:a16="http://schemas.microsoft.com/office/drawing/2014/main" id="{A7B367EA-212C-412E-8305-DAB571EF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29-text-8">
            <a:extLst xmlns:a="http://schemas.openxmlformats.org/drawingml/2006/main">
              <a:ext uri="{FF2B5EF4-FFF2-40B4-BE49-F238E27FC236}">
                <a16:creationId xmlns:a16="http://schemas.microsoft.com/office/drawing/2014/main" id="{209C58EB-54A7-414A-AD02-60392A02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整理</a:t>
            </a:r>
          </a:p>
        </p:txBody>
      </p:sp>
      <p:sp>
        <p:nvSpPr>
          <p:cNvPr id="9" name="slide-29-text-9">
            <a:extLst xmlns:a="http://schemas.openxmlformats.org/drawingml/2006/main">
              <a:ext uri="{FF2B5EF4-FFF2-40B4-BE49-F238E27FC236}">
                <a16:creationId xmlns:a16="http://schemas.microsoft.com/office/drawing/2014/main" id="{8D3BA411-4BEE-4191-85E6-A31FC356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寫明輸入</a:t>
            </a:r>
          </a:p>
        </p:txBody>
      </p:sp>
      <p:sp>
        <p:nvSpPr>
          <p:cNvPr id="10" name="slide-29-text-10">
            <a:extLst xmlns:a="http://schemas.openxmlformats.org/drawingml/2006/main">
              <a:ext uri="{FF2B5EF4-FFF2-40B4-BE49-F238E27FC236}">
                <a16:creationId xmlns:a16="http://schemas.microsoft.com/office/drawing/2014/main" id="{72A9ABBC-9A87-4FDB-B8C9-BCD4B0C8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與適用範圍</a:t>
            </a:r>
          </a:p>
        </p:txBody>
      </p:sp>
      <p:sp>
        <p:nvSpPr>
          <p:cNvPr id="11" name="slide-29-line-11">
            <a:extLst xmlns:a="http://schemas.openxmlformats.org/drawingml/2006/main">
              <a:ext uri="{FF2B5EF4-FFF2-40B4-BE49-F238E27FC236}">
                <a16:creationId xmlns:a16="http://schemas.microsoft.com/office/drawing/2014/main" id="{678301D7-5A10-4C5D-BBCF-67A487C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2" name="slide-29-text-12">
            <a:extLst xmlns:a="http://schemas.openxmlformats.org/drawingml/2006/main">
              <a:ext uri="{FF2B5EF4-FFF2-40B4-BE49-F238E27FC236}">
                <a16:creationId xmlns:a16="http://schemas.microsoft.com/office/drawing/2014/main" id="{C8965345-AA46-460B-998C-722401A0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3" name="slide-29-line-13">
            <a:extLst xmlns:a="http://schemas.openxmlformats.org/drawingml/2006/main">
              <a:ext uri="{FF2B5EF4-FFF2-40B4-BE49-F238E27FC236}">
                <a16:creationId xmlns:a16="http://schemas.microsoft.com/office/drawing/2014/main" id="{5D577D72-F68A-44FD-A9FD-66DF5B46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4" name="slide-29-text-14">
            <a:extLst xmlns:a="http://schemas.openxmlformats.org/drawingml/2006/main">
              <a:ext uri="{FF2B5EF4-FFF2-40B4-BE49-F238E27FC236}">
                <a16:creationId xmlns:a16="http://schemas.microsoft.com/office/drawing/2014/main" id="{28A1452E-0BC1-4A0A-8250-70433F00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驗證</a:t>
            </a:r>
          </a:p>
        </p:txBody>
      </p:sp>
      <p:sp>
        <p:nvSpPr>
          <p:cNvPr id="15" name="slide-29-text-15">
            <a:extLst xmlns:a="http://schemas.openxmlformats.org/drawingml/2006/main">
              <a:ext uri="{FF2B5EF4-FFF2-40B4-BE49-F238E27FC236}">
                <a16:creationId xmlns:a16="http://schemas.microsoft.com/office/drawing/2014/main" id="{C08221D4-673E-4679-825E-5BA1117A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用正常案例</a:t>
            </a:r>
          </a:p>
        </p:txBody>
      </p:sp>
      <p:sp>
        <p:nvSpPr>
          <p:cNvPr id="16" name="slide-29-text-16">
            <a:extLst xmlns:a="http://schemas.openxmlformats.org/drawingml/2006/main">
              <a:ext uri="{FF2B5EF4-FFF2-40B4-BE49-F238E27FC236}">
                <a16:creationId xmlns:a16="http://schemas.microsoft.com/office/drawing/2014/main" id="{9381F360-9FE0-449F-8694-5D4A3CA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與反例檢查</a:t>
            </a:r>
          </a:p>
        </p:txBody>
      </p:sp>
      <p:sp>
        <p:nvSpPr>
          <p:cNvPr id="17" name="slide-29-line-17">
            <a:extLst xmlns:a="http://schemas.openxmlformats.org/drawingml/2006/main">
              <a:ext uri="{FF2B5EF4-FFF2-40B4-BE49-F238E27FC236}">
                <a16:creationId xmlns:a16="http://schemas.microsoft.com/office/drawing/2014/main" id="{A0402F1B-3312-4539-B002-A8D08843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8" name="slide-29-text-18">
            <a:extLst xmlns:a="http://schemas.openxmlformats.org/drawingml/2006/main">
              <a:ext uri="{FF2B5EF4-FFF2-40B4-BE49-F238E27FC236}">
                <a16:creationId xmlns:a16="http://schemas.microsoft.com/office/drawing/2014/main" id="{46F1EF4F-67C6-42F6-AFF8-D6F92C08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9" name="slide-29-line-19">
            <a:extLst xmlns:a="http://schemas.openxmlformats.org/drawingml/2006/main">
              <a:ext uri="{FF2B5EF4-FFF2-40B4-BE49-F238E27FC236}">
                <a16:creationId xmlns:a16="http://schemas.microsoft.com/office/drawing/2014/main" id="{E1B89FBE-D27C-4833-92BF-F68BB732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0" name="slide-29-text-20">
            <a:extLst xmlns:a="http://schemas.openxmlformats.org/drawingml/2006/main">
              <a:ext uri="{FF2B5EF4-FFF2-40B4-BE49-F238E27FC236}">
                <a16:creationId xmlns:a16="http://schemas.microsoft.com/office/drawing/2014/main" id="{711D21BF-0372-486E-B2AE-043CCDFE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版本化</a:t>
            </a:r>
          </a:p>
        </p:txBody>
      </p:sp>
      <p:sp>
        <p:nvSpPr>
          <p:cNvPr id="21" name="slide-29-text-21">
            <a:extLst xmlns:a="http://schemas.openxmlformats.org/drawingml/2006/main">
              <a:ext uri="{FF2B5EF4-FFF2-40B4-BE49-F238E27FC236}">
                <a16:creationId xmlns:a16="http://schemas.microsoft.com/office/drawing/2014/main" id="{4AF4A08B-32BE-4DB5-9BBA-BFE80FD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保留改動理由</a:t>
            </a:r>
          </a:p>
        </p:txBody>
      </p:sp>
      <p:sp>
        <p:nvSpPr>
          <p:cNvPr id="22" name="slide-29-text-22">
            <a:extLst xmlns:a="http://schemas.openxmlformats.org/drawingml/2006/main">
              <a:ext uri="{FF2B5EF4-FFF2-40B4-BE49-F238E27FC236}">
                <a16:creationId xmlns:a16="http://schemas.microsoft.com/office/drawing/2014/main" id="{6C80C114-0355-4666-A463-96D6E064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與失效條件</a:t>
            </a:r>
          </a:p>
        </p:txBody>
      </p:sp>
      <p:sp>
        <p:nvSpPr>
          <p:cNvPr id="23" name="slide-29-text-23">
            <a:extLst xmlns:a="http://schemas.openxmlformats.org/drawingml/2006/main">
              <a:ext uri="{FF2B5EF4-FFF2-40B4-BE49-F238E27FC236}">
                <a16:creationId xmlns:a16="http://schemas.microsoft.com/office/drawing/2014/main" id="{57AD56CA-8529-4CD7-811E-B8E6AF53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方法可以重用，專業判斷仍需隨情境重新作出。</a:t>
            </a:r>
          </a:p>
        </p:txBody>
      </p:sp>
      <p:sp>
        <p:nvSpPr>
          <p:cNvPr id="24" name="slide-29-text-24">
            <a:extLst xmlns:a="http://schemas.openxmlformats.org/drawingml/2006/main">
              <a:ext uri="{FF2B5EF4-FFF2-40B4-BE49-F238E27FC236}">
                <a16:creationId xmlns:a16="http://schemas.microsoft.com/office/drawing/2014/main" id="{3EE7A2B8-FC2B-44C6-8228-9987E64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29 / 66</a:t>
            </a:r>
          </a:p>
        </p:txBody>
      </p:sp>
    </p:spTree>
    <p:extLst>
      <p:ext uri="{BB962C8B-B14F-4D97-AF65-F5344CB8AC3E}">
        <p14:creationId xmlns:p14="http://schemas.microsoft.com/office/powerpoint/2010/main" val="14505967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30-text-1">
            <a:extLst xmlns:a="http://schemas.openxmlformats.org/drawingml/2006/main">
              <a:ext uri="{FF2B5EF4-FFF2-40B4-BE49-F238E27FC236}">
                <a16:creationId xmlns:a16="http://schemas.microsoft.com/office/drawing/2014/main" id="{836FFC53-50F4-4D0A-A9FE-4BE2371C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託管與接管</a:t>
            </a:r>
          </a:p>
        </p:txBody>
      </p:sp>
      <p:sp>
        <p:nvSpPr>
          <p:cNvPr id="2" name="slide-30-text-2">
            <a:extLst xmlns:a="http://schemas.openxmlformats.org/drawingml/2006/main">
              <a:ext uri="{FF2B5EF4-FFF2-40B4-BE49-F238E27FC236}">
                <a16:creationId xmlns:a16="http://schemas.microsoft.com/office/drawing/2014/main" id="{71B4A5CD-1C96-4AD8-B948-CDF81B85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自治程度可以按工作分開安排</a:t>
            </a:r>
          </a:p>
        </p:txBody>
      </p:sp>
      <p:sp>
        <p:nvSpPr>
          <p:cNvPr id="3" name="slide-30-line-3">
            <a:extLst xmlns:a="http://schemas.openxmlformats.org/drawingml/2006/main">
              <a:ext uri="{FF2B5EF4-FFF2-40B4-BE49-F238E27FC236}">
                <a16:creationId xmlns:a16="http://schemas.microsoft.com/office/drawing/2014/main" id="{2854F04D-FB54-48B3-9073-DA1AEA41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0-text-4">
            <a:extLst xmlns:a="http://schemas.openxmlformats.org/drawingml/2006/main">
              <a:ext uri="{FF2B5EF4-FFF2-40B4-BE49-F238E27FC236}">
                <a16:creationId xmlns:a16="http://schemas.microsoft.com/office/drawing/2014/main" id="{B623E1FD-0C9F-4879-8168-AC0B923F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0-text-5">
            <a:extLst xmlns:a="http://schemas.openxmlformats.org/drawingml/2006/main">
              <a:ext uri="{FF2B5EF4-FFF2-40B4-BE49-F238E27FC236}">
                <a16:creationId xmlns:a16="http://schemas.microsoft.com/office/drawing/2014/main" id="{76F808A6-DEC6-4C14-9ED6-FF39E18E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可自動執行</a:t>
            </a:r>
          </a:p>
        </p:txBody>
      </p:sp>
      <p:sp>
        <p:nvSpPr>
          <p:cNvPr id="6" name="slide-30-text-6">
            <a:extLst xmlns:a="http://schemas.openxmlformats.org/drawingml/2006/main">
              <a:ext uri="{FF2B5EF4-FFF2-40B4-BE49-F238E27FC236}">
                <a16:creationId xmlns:a16="http://schemas.microsoft.com/office/drawing/2014/main" id="{31D97D5E-A0FF-49D7-A8DA-3ABEF19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已驗證的格式整理與重複檢查</a:t>
            </a:r>
          </a:p>
        </p:txBody>
      </p:sp>
      <p:sp>
        <p:nvSpPr>
          <p:cNvPr id="7" name="slide-30-line-7">
            <a:extLst xmlns:a="http://schemas.openxmlformats.org/drawingml/2006/main">
              <a:ext uri="{FF2B5EF4-FFF2-40B4-BE49-F238E27FC236}">
                <a16:creationId xmlns:a16="http://schemas.microsoft.com/office/drawing/2014/main" id="{E4EEF5C9-EED3-4E1C-9108-937553C2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30-text-8">
            <a:extLst xmlns:a="http://schemas.openxmlformats.org/drawingml/2006/main">
              <a:ext uri="{FF2B5EF4-FFF2-40B4-BE49-F238E27FC236}">
                <a16:creationId xmlns:a16="http://schemas.microsoft.com/office/drawing/2014/main" id="{83C5C9B6-9EFF-4164-98A9-242D7D71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需要確認</a:t>
            </a:r>
          </a:p>
        </p:txBody>
      </p:sp>
      <p:sp>
        <p:nvSpPr>
          <p:cNvPr id="9" name="slide-30-text-9">
            <a:extLst xmlns:a="http://schemas.openxmlformats.org/drawingml/2006/main">
              <a:ext uri="{FF2B5EF4-FFF2-40B4-BE49-F238E27FC236}">
                <a16:creationId xmlns:a16="http://schemas.microsoft.com/office/drawing/2014/main" id="{44351CEA-4760-4F29-9C3F-EF148713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3382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專業適切性、正式版本及對外承諾</a:t>
            </a:r>
          </a:p>
        </p:txBody>
      </p:sp>
      <p:sp>
        <p:nvSpPr>
          <p:cNvPr id="10" name="slide-30-line-10">
            <a:extLst xmlns:a="http://schemas.openxmlformats.org/drawingml/2006/main">
              <a:ext uri="{FF2B5EF4-FFF2-40B4-BE49-F238E27FC236}">
                <a16:creationId xmlns:a16="http://schemas.microsoft.com/office/drawing/2014/main" id="{55B30521-12F1-4406-8FED-EABA84B9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30-text-11">
            <a:extLst xmlns:a="http://schemas.openxmlformats.org/drawingml/2006/main">
              <a:ext uri="{FF2B5EF4-FFF2-40B4-BE49-F238E27FC236}">
                <a16:creationId xmlns:a16="http://schemas.microsoft.com/office/drawing/2014/main" id="{C319601F-8231-4FA8-B749-1749E101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停止執行並求助</a:t>
            </a:r>
          </a:p>
        </p:txBody>
      </p:sp>
      <p:sp>
        <p:nvSpPr>
          <p:cNvPr id="12" name="slide-30-text-12">
            <a:extLst xmlns:a="http://schemas.openxmlformats.org/drawingml/2006/main">
              <a:ext uri="{FF2B5EF4-FFF2-40B4-BE49-F238E27FC236}">
                <a16:creationId xmlns:a16="http://schemas.microsoft.com/office/drawing/2014/main" id="{2C4DEEBC-B7DB-4987-90E3-00BAC303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29200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資料缺失、規則衝突或超出授權</a:t>
            </a:r>
          </a:p>
        </p:txBody>
      </p:sp>
      <p:sp>
        <p:nvSpPr>
          <p:cNvPr id="13" name="slide-30-line-13">
            <a:extLst xmlns:a="http://schemas.openxmlformats.org/drawingml/2006/main">
              <a:ext uri="{FF2B5EF4-FFF2-40B4-BE49-F238E27FC236}">
                <a16:creationId xmlns:a16="http://schemas.microsoft.com/office/drawing/2014/main" id="{8322EDFE-33C6-4DB6-8AD3-70B2494D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30-text-14">
            <a:extLst xmlns:a="http://schemas.openxmlformats.org/drawingml/2006/main">
              <a:ext uri="{FF2B5EF4-FFF2-40B4-BE49-F238E27FC236}">
                <a16:creationId xmlns:a16="http://schemas.microsoft.com/office/drawing/2014/main" id="{C91EE1B1-385E-44FF-9631-4C9E7F2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30 / 66</a:t>
            </a:r>
          </a:p>
        </p:txBody>
      </p:sp>
    </p:spTree>
    <p:extLst>
      <p:ext uri="{BB962C8B-B14F-4D97-AF65-F5344CB8AC3E}">
        <p14:creationId xmlns:p14="http://schemas.microsoft.com/office/powerpoint/2010/main" val="7730126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31-text-1">
            <a:extLst xmlns:a="http://schemas.openxmlformats.org/drawingml/2006/main">
              <a:ext uri="{FF2B5EF4-FFF2-40B4-BE49-F238E27FC236}">
                <a16:creationId xmlns:a16="http://schemas.microsoft.com/office/drawing/2014/main" id="{C0F2BE6A-23DA-4890-8641-8B9684D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   講者現場示範</a:t>
            </a:r>
          </a:p>
        </p:txBody>
      </p:sp>
      <p:sp>
        <p:nvSpPr>
          <p:cNvPr id="2" name="slide-31-text-2">
            <a:extLst xmlns:a="http://schemas.openxmlformats.org/drawingml/2006/main">
              <a:ext uri="{FF2B5EF4-FFF2-40B4-BE49-F238E27FC236}">
                <a16:creationId xmlns:a16="http://schemas.microsoft.com/office/drawing/2014/main" id="{8F0A99B5-4272-4D97-A4F1-ECFAD5C1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示範三：交回文件，也交代未完成項</a:t>
            </a:r>
          </a:p>
        </p:txBody>
      </p:sp>
      <p:sp>
        <p:nvSpPr>
          <p:cNvPr id="3" name="slide-31-line-3">
            <a:extLst xmlns:a="http://schemas.openxmlformats.org/drawingml/2006/main">
              <a:ext uri="{FF2B5EF4-FFF2-40B4-BE49-F238E27FC236}">
                <a16:creationId xmlns:a16="http://schemas.microsoft.com/office/drawing/2014/main" id="{67E878A4-82AF-482B-A1D9-5B57B122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1-text-4">
            <a:extLst xmlns:a="http://schemas.openxmlformats.org/drawingml/2006/main">
              <a:ext uri="{FF2B5EF4-FFF2-40B4-BE49-F238E27FC236}">
                <a16:creationId xmlns:a16="http://schemas.microsoft.com/office/drawing/2014/main" id="{18B1EC6D-FA0A-4A8B-92F1-2BB38BC9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1-text-5">
            <a:extLst xmlns:a="http://schemas.openxmlformats.org/drawingml/2006/main">
              <a:ext uri="{FF2B5EF4-FFF2-40B4-BE49-F238E27FC236}">
                <a16:creationId xmlns:a16="http://schemas.microsoft.com/office/drawing/2014/main" id="{F164F967-744D-4897-9FC6-5A3C2577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31-line-6">
            <a:extLst xmlns:a="http://schemas.openxmlformats.org/drawingml/2006/main">
              <a:ext uri="{FF2B5EF4-FFF2-40B4-BE49-F238E27FC236}">
                <a16:creationId xmlns:a16="http://schemas.microsoft.com/office/drawing/2014/main" id="{51AD107B-319C-47D2-BB70-C9745C0D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1-text-7">
            <a:extLst xmlns:a="http://schemas.openxmlformats.org/drawingml/2006/main">
              <a:ext uri="{FF2B5EF4-FFF2-40B4-BE49-F238E27FC236}">
                <a16:creationId xmlns:a16="http://schemas.microsoft.com/office/drawing/2014/main" id="{BA49B04C-0F90-4366-A915-89274C6C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輸入</a:t>
            </a:r>
          </a:p>
        </p:txBody>
      </p:sp>
      <p:sp>
        <p:nvSpPr>
          <p:cNvPr id="8" name="slide-31-text-8">
            <a:extLst xmlns:a="http://schemas.openxmlformats.org/drawingml/2006/main">
              <a:ext uri="{FF2B5EF4-FFF2-40B4-BE49-F238E27FC236}">
                <a16:creationId xmlns:a16="http://schemas.microsoft.com/office/drawing/2014/main" id="{26BD8BED-D326-40F8-963A-AB6C6BC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指定短文</a:t>
            </a:r>
          </a:p>
        </p:txBody>
      </p:sp>
      <p:sp>
        <p:nvSpPr>
          <p:cNvPr id="9" name="slide-31-text-9">
            <a:extLst xmlns:a="http://schemas.openxmlformats.org/drawingml/2006/main">
              <a:ext uri="{FF2B5EF4-FFF2-40B4-BE49-F238E27FC236}">
                <a16:creationId xmlns:a16="http://schemas.microsoft.com/office/drawing/2014/main" id="{DFBD96B7-1825-4DE5-B8F7-85976BAB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同一份委託</a:t>
            </a:r>
          </a:p>
        </p:txBody>
      </p:sp>
      <p:sp>
        <p:nvSpPr>
          <p:cNvPr id="10" name="slide-31-line-10">
            <a:extLst xmlns:a="http://schemas.openxmlformats.org/drawingml/2006/main">
              <a:ext uri="{FF2B5EF4-FFF2-40B4-BE49-F238E27FC236}">
                <a16:creationId xmlns:a16="http://schemas.microsoft.com/office/drawing/2014/main" id="{89A69EE7-A115-4D00-8980-0D917537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31-text-11">
            <a:extLst xmlns:a="http://schemas.openxmlformats.org/drawingml/2006/main">
              <a:ext uri="{FF2B5EF4-FFF2-40B4-BE49-F238E27FC236}">
                <a16:creationId xmlns:a16="http://schemas.microsoft.com/office/drawing/2014/main" id="{DADE0540-6C7B-4F92-91E2-1AEF1DF1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31-line-12">
            <a:extLst xmlns:a="http://schemas.openxmlformats.org/drawingml/2006/main">
              <a:ext uri="{FF2B5EF4-FFF2-40B4-BE49-F238E27FC236}">
                <a16:creationId xmlns:a16="http://schemas.microsoft.com/office/drawing/2014/main" id="{6BA982B9-D854-4B5E-BA95-9EEEE01C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31-text-13">
            <a:extLst xmlns:a="http://schemas.openxmlformats.org/drawingml/2006/main">
              <a:ext uri="{FF2B5EF4-FFF2-40B4-BE49-F238E27FC236}">
                <a16:creationId xmlns:a16="http://schemas.microsoft.com/office/drawing/2014/main" id="{0C60DF19-FB89-483C-8306-593EB10C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交回</a:t>
            </a:r>
          </a:p>
        </p:txBody>
      </p:sp>
      <p:sp>
        <p:nvSpPr>
          <p:cNvPr id="14" name="slide-31-text-14">
            <a:extLst xmlns:a="http://schemas.openxmlformats.org/drawingml/2006/main">
              <a:ext uri="{FF2B5EF4-FFF2-40B4-BE49-F238E27FC236}">
                <a16:creationId xmlns:a16="http://schemas.microsoft.com/office/drawing/2014/main" id="{A0FF7C77-2C71-42D7-B882-D843A6D4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候選文件</a:t>
            </a:r>
          </a:p>
        </p:txBody>
      </p:sp>
      <p:sp>
        <p:nvSpPr>
          <p:cNvPr id="15" name="slide-31-text-15">
            <a:extLst xmlns:a="http://schemas.openxmlformats.org/drawingml/2006/main">
              <a:ext uri="{FF2B5EF4-FFF2-40B4-BE49-F238E27FC236}">
                <a16:creationId xmlns:a16="http://schemas.microsoft.com/office/drawing/2014/main" id="{AF98FA32-3130-401D-B614-7400DB14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核對與缺項</a:t>
            </a:r>
          </a:p>
        </p:txBody>
      </p:sp>
      <p:sp>
        <p:nvSpPr>
          <p:cNvPr id="16" name="slide-31-line-16">
            <a:extLst xmlns:a="http://schemas.openxmlformats.org/drawingml/2006/main">
              <a:ext uri="{FF2B5EF4-FFF2-40B4-BE49-F238E27FC236}">
                <a16:creationId xmlns:a16="http://schemas.microsoft.com/office/drawing/2014/main" id="{FF0BE060-C5C2-437D-B021-C5B8D404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31-text-17">
            <a:extLst xmlns:a="http://schemas.openxmlformats.org/drawingml/2006/main">
              <a:ext uri="{FF2B5EF4-FFF2-40B4-BE49-F238E27FC236}">
                <a16:creationId xmlns:a16="http://schemas.microsoft.com/office/drawing/2014/main" id="{5DB6DB0A-EA91-48B1-B1CD-0B0C4A33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31-line-18">
            <a:extLst xmlns:a="http://schemas.openxmlformats.org/drawingml/2006/main">
              <a:ext uri="{FF2B5EF4-FFF2-40B4-BE49-F238E27FC236}">
                <a16:creationId xmlns:a16="http://schemas.microsoft.com/office/drawing/2014/main" id="{92878F84-E728-4671-BD01-09396F7E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31-text-19">
            <a:extLst xmlns:a="http://schemas.openxmlformats.org/drawingml/2006/main">
              <a:ext uri="{FF2B5EF4-FFF2-40B4-BE49-F238E27FC236}">
                <a16:creationId xmlns:a16="http://schemas.microsoft.com/office/drawing/2014/main" id="{5728DEC1-2814-457B-85FF-666A7689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反例</a:t>
            </a:r>
          </a:p>
        </p:txBody>
      </p:sp>
      <p:sp>
        <p:nvSpPr>
          <p:cNvPr id="20" name="slide-31-text-20">
            <a:extLst xmlns:a="http://schemas.openxmlformats.org/drawingml/2006/main">
              <a:ext uri="{FF2B5EF4-FFF2-40B4-BE49-F238E27FC236}">
                <a16:creationId xmlns:a16="http://schemas.microsoft.com/office/drawing/2014/main" id="{0F6D1D31-BD15-43A5-9E33-FA65CF96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移除短文</a:t>
            </a:r>
          </a:p>
        </p:txBody>
      </p:sp>
      <p:sp>
        <p:nvSpPr>
          <p:cNvPr id="21" name="slide-31-text-21">
            <a:extLst xmlns:a="http://schemas.openxmlformats.org/drawingml/2006/main">
              <a:ext uri="{FF2B5EF4-FFF2-40B4-BE49-F238E27FC236}">
                <a16:creationId xmlns:a16="http://schemas.microsoft.com/office/drawing/2014/main" id="{032013ED-DDC9-4879-81B7-FC4D4F69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觀察是否停下</a:t>
            </a:r>
          </a:p>
        </p:txBody>
      </p:sp>
      <p:sp>
        <p:nvSpPr>
          <p:cNvPr id="22" name="slide-31-text-22">
            <a:extLst xmlns:a="http://schemas.openxmlformats.org/drawingml/2006/main">
              <a:ext uri="{FF2B5EF4-FFF2-40B4-BE49-F238E27FC236}">
                <a16:creationId xmlns:a16="http://schemas.microsoft.com/office/drawing/2014/main" id="{030F63E1-4232-41E4-895C-8952180A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隔離演示，不作對外操作。離線備案須明示為預備示例。</a:t>
            </a:r>
          </a:p>
        </p:txBody>
      </p:sp>
      <p:sp>
        <p:nvSpPr>
          <p:cNvPr id="23" name="slide-31-text-23">
            <a:extLst xmlns:a="http://schemas.openxmlformats.org/drawingml/2006/main">
              <a:ext uri="{FF2B5EF4-FFF2-40B4-BE49-F238E27FC236}">
                <a16:creationId xmlns:a16="http://schemas.microsoft.com/office/drawing/2014/main" id="{8ED90940-9B68-4E85-8DAF-587C6B60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31 / 66</a:t>
            </a:r>
          </a:p>
        </p:txBody>
      </p:sp>
    </p:spTree>
    <p:extLst>
      <p:ext uri="{BB962C8B-B14F-4D97-AF65-F5344CB8AC3E}">
        <p14:creationId xmlns:p14="http://schemas.microsoft.com/office/powerpoint/2010/main" val="62268588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32-text-1">
            <a:extLst xmlns:a="http://schemas.openxmlformats.org/drawingml/2006/main">
              <a:ext uri="{FF2B5EF4-FFF2-40B4-BE49-F238E27FC236}">
                <a16:creationId xmlns:a16="http://schemas.microsoft.com/office/drawing/2014/main" id="{2D342857-80E0-4BC0-97C5-9550278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01   轉入組織</a:t>
            </a:r>
          </a:p>
        </p:txBody>
      </p:sp>
      <p:sp>
        <p:nvSpPr>
          <p:cNvPr id="2" name="slide-32-text-2">
            <a:extLst xmlns:a="http://schemas.openxmlformats.org/drawingml/2006/main">
              <a:ext uri="{FF2B5EF4-FFF2-40B4-BE49-F238E27FC236}">
                <a16:creationId xmlns:a16="http://schemas.microsoft.com/office/drawing/2014/main" id="{8BE5DE4E-6F02-4176-A990-4C22ECDB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一次成功還沒有回答重用問題</a:t>
            </a:r>
          </a:p>
        </p:txBody>
      </p:sp>
      <p:sp>
        <p:nvSpPr>
          <p:cNvPr id="3" name="slide-32-line-3">
            <a:extLst xmlns:a="http://schemas.openxmlformats.org/drawingml/2006/main">
              <a:ext uri="{FF2B5EF4-FFF2-40B4-BE49-F238E27FC236}">
                <a16:creationId xmlns:a16="http://schemas.microsoft.com/office/drawing/2014/main" id="{80C1E629-1264-407D-AA51-E4ECBC63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2-text-4">
            <a:extLst xmlns:a="http://schemas.openxmlformats.org/drawingml/2006/main">
              <a:ext uri="{FF2B5EF4-FFF2-40B4-BE49-F238E27FC236}">
                <a16:creationId xmlns:a16="http://schemas.microsoft.com/office/drawing/2014/main" id="{FCA1FA6F-8192-46B8-99B5-7248355D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2-text-5">
            <a:extLst xmlns:a="http://schemas.openxmlformats.org/drawingml/2006/main">
              <a:ext uri="{FF2B5EF4-FFF2-40B4-BE49-F238E27FC236}">
                <a16:creationId xmlns:a16="http://schemas.microsoft.com/office/drawing/2014/main" id="{F0177CD6-F97C-4873-878A-0A916F80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換一位同事接手</a:t>
            </a:r>
          </a:p>
        </p:txBody>
      </p:sp>
      <p:sp>
        <p:nvSpPr>
          <p:cNvPr id="6" name="slide-32-text-6">
            <a:extLst xmlns:a="http://schemas.openxmlformats.org/drawingml/2006/main">
              <a:ext uri="{FF2B5EF4-FFF2-40B4-BE49-F238E27FC236}">
                <a16:creationId xmlns:a16="http://schemas.microsoft.com/office/drawing/2014/main" id="{9187F9C6-F6AA-48D4-AB2C-C2FFDABE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8733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工作還能繼續嗎？</a:t>
            </a:r>
          </a:p>
        </p:txBody>
      </p:sp>
      <p:sp>
        <p:nvSpPr>
          <p:cNvPr id="7" name="slide-32-text-7">
            <a:extLst xmlns:a="http://schemas.openxmlformats.org/drawingml/2006/main">
              <a:ext uri="{FF2B5EF4-FFF2-40B4-BE49-F238E27FC236}">
                <a16:creationId xmlns:a16="http://schemas.microsoft.com/office/drawing/2014/main" id="{3A33D8D4-43E9-42A0-927C-FD66D811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任務條件、取捨理由與失敗記錄，需要離開個人對話。</a:t>
            </a:r>
          </a:p>
        </p:txBody>
      </p:sp>
      <p:sp>
        <p:nvSpPr>
          <p:cNvPr id="8" name="slide-32-text-8">
            <a:extLst xmlns:a="http://schemas.openxmlformats.org/drawingml/2006/main">
              <a:ext uri="{FF2B5EF4-FFF2-40B4-BE49-F238E27FC236}">
                <a16:creationId xmlns:a16="http://schemas.microsoft.com/office/drawing/2014/main" id="{82E310E4-4886-4B55-9D7A-851B53A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這是交接檢驗問題，不把一次成功等同於組織能力。</a:t>
            </a:r>
          </a:p>
        </p:txBody>
      </p:sp>
      <p:sp>
        <p:nvSpPr>
          <p:cNvPr id="9" name="slide-32-text-9">
            <a:extLst xmlns:a="http://schemas.openxmlformats.org/drawingml/2006/main">
              <a:ext uri="{FF2B5EF4-FFF2-40B4-BE49-F238E27FC236}">
                <a16:creationId xmlns:a16="http://schemas.microsoft.com/office/drawing/2014/main" id="{8377B98E-E28F-482F-9FAF-7ED86D63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32 / 66</a:t>
            </a:r>
          </a:p>
        </p:txBody>
      </p:sp>
    </p:spTree>
    <p:extLst>
      <p:ext uri="{BB962C8B-B14F-4D97-AF65-F5344CB8AC3E}">
        <p14:creationId xmlns:p14="http://schemas.microsoft.com/office/powerpoint/2010/main" val="16809973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3-text-1">
            <a:extLst xmlns:a="http://schemas.openxmlformats.org/drawingml/2006/main">
              <a:ext uri="{FF2B5EF4-FFF2-40B4-BE49-F238E27FC236}">
                <a16:creationId xmlns:a16="http://schemas.microsoft.com/office/drawing/2014/main" id="{BA8F3555-17B3-4034-B135-5BC29E4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02</a:t>
            </a:r>
          </a:p>
        </p:txBody>
      </p:sp>
      <p:sp>
        <p:nvSpPr>
          <p:cNvPr id="2" name="slide-33-line-2">
            <a:extLst xmlns:a="http://schemas.openxmlformats.org/drawingml/2006/main">
              <a:ext uri="{FF2B5EF4-FFF2-40B4-BE49-F238E27FC236}">
                <a16:creationId xmlns:a16="http://schemas.microsoft.com/office/drawing/2014/main" id="{CE712B91-2181-4C72-A1A1-AB60D8D5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33-text-3">
            <a:extLst xmlns:a="http://schemas.openxmlformats.org/drawingml/2006/main">
              <a:ext uri="{FF2B5EF4-FFF2-40B4-BE49-F238E27FC236}">
                <a16:creationId xmlns:a16="http://schemas.microsoft.com/office/drawing/2014/main" id="{AE0AD396-B1B0-4323-9F63-901F210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33-text-4">
            <a:extLst xmlns:a="http://schemas.openxmlformats.org/drawingml/2006/main">
              <a:ext uri="{FF2B5EF4-FFF2-40B4-BE49-F238E27FC236}">
                <a16:creationId xmlns:a16="http://schemas.microsoft.com/office/drawing/2014/main" id="{8E8CB91E-66A0-401D-922D-66DD30A7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slide-33-text-5">
            <a:extLst xmlns:a="http://schemas.openxmlformats.org/drawingml/2006/main">
              <a:ext uri="{FF2B5EF4-FFF2-40B4-BE49-F238E27FC236}">
                <a16:creationId xmlns:a16="http://schemas.microsoft.com/office/drawing/2014/main" id="{72D6755F-47AC-41C1-A475-AB67502E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組織需要保留甚麼</a:t>
            </a:r>
          </a:p>
        </p:txBody>
      </p:sp>
      <p:sp>
        <p:nvSpPr>
          <p:cNvPr id="6" name="slide-33-text-6">
            <a:extLst xmlns:a="http://schemas.openxmlformats.org/drawingml/2006/main">
              <a:ext uri="{FF2B5EF4-FFF2-40B4-BE49-F238E27FC236}">
                <a16:creationId xmlns:a16="http://schemas.microsoft.com/office/drawing/2014/main" id="{474B1411-7B99-40D9-BE71-6FAFFDE5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從 AI Native 組織到教育操作系統</a:t>
            </a:r>
          </a:p>
        </p:txBody>
      </p:sp>
      <p:sp>
        <p:nvSpPr>
          <p:cNvPr id="7" name="slide-33-text-7">
            <a:extLst xmlns:a="http://schemas.openxmlformats.org/drawingml/2006/main">
              <a:ext uri="{FF2B5EF4-FFF2-40B4-BE49-F238E27FC236}">
                <a16:creationId xmlns:a16="http://schemas.microsoft.com/office/drawing/2014/main" id="{EDD532EF-C5B5-4658-8D22-5C6F98C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模型可以替換，工作的依據與責任仍需存在。</a:t>
            </a:r>
          </a:p>
        </p:txBody>
      </p:sp>
      <p:sp>
        <p:nvSpPr>
          <p:cNvPr id="8" name="slide-33-text-8">
            <a:extLst xmlns:a="http://schemas.openxmlformats.org/drawingml/2006/main">
              <a:ext uri="{FF2B5EF4-FFF2-40B4-BE49-F238E27FC236}">
                <a16:creationId xmlns:a16="http://schemas.microsoft.com/office/drawing/2014/main" id="{A2B0FB27-19EE-4A07-B8BF-C6D3D159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33 / 66</a:t>
            </a:r>
          </a:p>
        </p:txBody>
      </p:sp>
    </p:spTree>
    <p:extLst>
      <p:ext uri="{BB962C8B-B14F-4D97-AF65-F5344CB8AC3E}">
        <p14:creationId xmlns:p14="http://schemas.microsoft.com/office/powerpoint/2010/main" val="468448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4-text-1">
            <a:extLst xmlns:a="http://schemas.openxmlformats.org/drawingml/2006/main">
              <a:ext uri="{FF2B5EF4-FFF2-40B4-BE49-F238E27FC236}">
                <a16:creationId xmlns:a16="http://schemas.microsoft.com/office/drawing/2014/main" id="{A3242A0F-2EB9-48E9-8B77-EDE27A9A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個人與組織</a:t>
            </a:r>
          </a:p>
        </p:txBody>
      </p:sp>
      <p:sp>
        <p:nvSpPr>
          <p:cNvPr id="2" name="slide-34-text-2">
            <a:extLst xmlns:a="http://schemas.openxmlformats.org/drawingml/2006/main">
              <a:ext uri="{FF2B5EF4-FFF2-40B4-BE49-F238E27FC236}">
                <a16:creationId xmlns:a16="http://schemas.microsoft.com/office/drawing/2014/main" id="{5EF50877-8004-44F9-B198-A485477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個人的效率可能停在交接處</a:t>
            </a:r>
          </a:p>
        </p:txBody>
      </p:sp>
      <p:sp>
        <p:nvSpPr>
          <p:cNvPr id="3" name="slide-34-line-3">
            <a:extLst xmlns:a="http://schemas.openxmlformats.org/drawingml/2006/main">
              <a:ext uri="{FF2B5EF4-FFF2-40B4-BE49-F238E27FC236}">
                <a16:creationId xmlns:a16="http://schemas.microsoft.com/office/drawing/2014/main" id="{270E2093-D97D-44F3-955B-D1849EBF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4-text-4">
            <a:extLst xmlns:a="http://schemas.openxmlformats.org/drawingml/2006/main">
              <a:ext uri="{FF2B5EF4-FFF2-40B4-BE49-F238E27FC236}">
                <a16:creationId xmlns:a16="http://schemas.microsoft.com/office/drawing/2014/main" id="{CD9E7433-E4F4-4E10-A7A1-6FD37866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4-text-5">
            <a:extLst xmlns:a="http://schemas.openxmlformats.org/drawingml/2006/main">
              <a:ext uri="{FF2B5EF4-FFF2-40B4-BE49-F238E27FC236}">
                <a16:creationId xmlns:a16="http://schemas.microsoft.com/office/drawing/2014/main" id="{EEFE5433-C789-4447-A1EF-97061BB0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34-line-6">
            <a:extLst xmlns:a="http://schemas.openxmlformats.org/drawingml/2006/main">
              <a:ext uri="{FF2B5EF4-FFF2-40B4-BE49-F238E27FC236}">
                <a16:creationId xmlns:a16="http://schemas.microsoft.com/office/drawing/2014/main" id="{108E2887-7EC4-4248-883F-CFCBF99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4-text-7">
            <a:extLst xmlns:a="http://schemas.openxmlformats.org/drawingml/2006/main">
              <a:ext uri="{FF2B5EF4-FFF2-40B4-BE49-F238E27FC236}">
                <a16:creationId xmlns:a16="http://schemas.microsoft.com/office/drawing/2014/main" id="{11B3C098-1F2B-45BD-9371-3404314C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起草</a:t>
            </a:r>
          </a:p>
        </p:txBody>
      </p:sp>
      <p:sp>
        <p:nvSpPr>
          <p:cNvPr id="8" name="slide-34-text-8">
            <a:extLst xmlns:a="http://schemas.openxmlformats.org/drawingml/2006/main">
              <a:ext uri="{FF2B5EF4-FFF2-40B4-BE49-F238E27FC236}">
                <a16:creationId xmlns:a16="http://schemas.microsoft.com/office/drawing/2014/main" id="{3BBC6517-90FA-4D8A-8425-CBAA842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速度提高</a:t>
            </a:r>
          </a:p>
        </p:txBody>
      </p:sp>
      <p:sp>
        <p:nvSpPr>
          <p:cNvPr id="9" name="slide-34-line-9">
            <a:extLst xmlns:a="http://schemas.openxmlformats.org/drawingml/2006/main">
              <a:ext uri="{FF2B5EF4-FFF2-40B4-BE49-F238E27FC236}">
                <a16:creationId xmlns:a16="http://schemas.microsoft.com/office/drawing/2014/main" id="{5C292482-B614-424D-B098-CB7550F9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0" name="slide-34-text-10">
            <a:extLst xmlns:a="http://schemas.openxmlformats.org/drawingml/2006/main">
              <a:ext uri="{FF2B5EF4-FFF2-40B4-BE49-F238E27FC236}">
                <a16:creationId xmlns:a16="http://schemas.microsoft.com/office/drawing/2014/main" id="{A32A46ED-20F4-4747-9D03-25B79F14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1" name="slide-34-line-11">
            <a:extLst xmlns:a="http://schemas.openxmlformats.org/drawingml/2006/main">
              <a:ext uri="{FF2B5EF4-FFF2-40B4-BE49-F238E27FC236}">
                <a16:creationId xmlns:a16="http://schemas.microsoft.com/office/drawing/2014/main" id="{DB4C405B-60A6-4708-8445-80C1B8F7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2" name="slide-34-text-12">
            <a:extLst xmlns:a="http://schemas.openxmlformats.org/drawingml/2006/main">
              <a:ext uri="{FF2B5EF4-FFF2-40B4-BE49-F238E27FC236}">
                <a16:creationId xmlns:a16="http://schemas.microsoft.com/office/drawing/2014/main" id="{FA378DB6-3983-4ADD-8700-1054F616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交接</a:t>
            </a:r>
          </a:p>
        </p:txBody>
      </p:sp>
      <p:sp>
        <p:nvSpPr>
          <p:cNvPr id="13" name="slide-34-text-13">
            <a:extLst xmlns:a="http://schemas.openxmlformats.org/drawingml/2006/main">
              <a:ext uri="{FF2B5EF4-FFF2-40B4-BE49-F238E27FC236}">
                <a16:creationId xmlns:a16="http://schemas.microsoft.com/office/drawing/2014/main" id="{5AE8DEC2-D4CC-4F47-98A6-42CFB66E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來源不明</a:t>
            </a:r>
          </a:p>
        </p:txBody>
      </p:sp>
      <p:sp>
        <p:nvSpPr>
          <p:cNvPr id="14" name="slide-34-text-14">
            <a:extLst xmlns:a="http://schemas.openxmlformats.org/drawingml/2006/main">
              <a:ext uri="{FF2B5EF4-FFF2-40B4-BE49-F238E27FC236}">
                <a16:creationId xmlns:a16="http://schemas.microsoft.com/office/drawing/2014/main" id="{FA4D0352-27C9-465F-8447-F38F00A4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版本不清</a:t>
            </a:r>
          </a:p>
        </p:txBody>
      </p:sp>
      <p:sp>
        <p:nvSpPr>
          <p:cNvPr id="15" name="slide-34-line-15">
            <a:extLst xmlns:a="http://schemas.openxmlformats.org/drawingml/2006/main">
              <a:ext uri="{FF2B5EF4-FFF2-40B4-BE49-F238E27FC236}">
                <a16:creationId xmlns:a16="http://schemas.microsoft.com/office/drawing/2014/main" id="{92F622FD-0A48-4DB5-8989-B8FD86A2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6" name="slide-34-text-16">
            <a:extLst xmlns:a="http://schemas.openxmlformats.org/drawingml/2006/main">
              <a:ext uri="{FF2B5EF4-FFF2-40B4-BE49-F238E27FC236}">
                <a16:creationId xmlns:a16="http://schemas.microsoft.com/office/drawing/2014/main" id="{71B2BC65-F412-4C3A-9A6B-F344504D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7" name="slide-34-line-17">
            <a:extLst xmlns:a="http://schemas.openxmlformats.org/drawingml/2006/main">
              <a:ext uri="{FF2B5EF4-FFF2-40B4-BE49-F238E27FC236}">
                <a16:creationId xmlns:a16="http://schemas.microsoft.com/office/drawing/2014/main" id="{A297D3FE-56AC-4592-A49F-641F41FF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34-text-18">
            <a:extLst xmlns:a="http://schemas.openxmlformats.org/drawingml/2006/main">
              <a:ext uri="{FF2B5EF4-FFF2-40B4-BE49-F238E27FC236}">
                <a16:creationId xmlns:a16="http://schemas.microsoft.com/office/drawing/2014/main" id="{C5C26DB4-A8C3-4B2C-B436-653EBA80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重做</a:t>
            </a:r>
          </a:p>
        </p:txBody>
      </p:sp>
      <p:sp>
        <p:nvSpPr>
          <p:cNvPr id="19" name="slide-34-text-19">
            <a:extLst xmlns:a="http://schemas.openxmlformats.org/drawingml/2006/main">
              <a:ext uri="{FF2B5EF4-FFF2-40B4-BE49-F238E27FC236}">
                <a16:creationId xmlns:a16="http://schemas.microsoft.com/office/drawing/2014/main" id="{7E07303A-2BAB-4DD0-867D-0C334CDD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重新理解</a:t>
            </a:r>
          </a:p>
        </p:txBody>
      </p:sp>
      <p:sp>
        <p:nvSpPr>
          <p:cNvPr id="20" name="slide-34-text-20">
            <a:extLst xmlns:a="http://schemas.openxmlformats.org/drawingml/2006/main">
              <a:ext uri="{FF2B5EF4-FFF2-40B4-BE49-F238E27FC236}">
                <a16:creationId xmlns:a16="http://schemas.microsoft.com/office/drawing/2014/main" id="{21539FE5-5603-4DAE-A72B-774FA43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重新驗證</a:t>
            </a:r>
          </a:p>
        </p:txBody>
      </p:sp>
      <p:sp>
        <p:nvSpPr>
          <p:cNvPr id="21" name="slide-34-text-21">
            <a:extLst xmlns:a="http://schemas.openxmlformats.org/drawingml/2006/main">
              <a:ext uri="{FF2B5EF4-FFF2-40B4-BE49-F238E27FC236}">
                <a16:creationId xmlns:a16="http://schemas.microsoft.com/office/drawing/2014/main" id="{60D2144C-C6CB-49E0-9A27-735B8B75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整體時間需要包含等待、交接與返工，不能只計生成時間。</a:t>
            </a:r>
          </a:p>
        </p:txBody>
      </p:sp>
      <p:sp>
        <p:nvSpPr>
          <p:cNvPr id="22" name="slide-34-text-22">
            <a:extLst xmlns:a="http://schemas.openxmlformats.org/drawingml/2006/main">
              <a:ext uri="{FF2B5EF4-FFF2-40B4-BE49-F238E27FC236}">
                <a16:creationId xmlns:a16="http://schemas.microsoft.com/office/drawing/2014/main" id="{3DC11762-64D1-44ED-B976-1E19A8B8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34 / 66</a:t>
            </a:r>
          </a:p>
        </p:txBody>
      </p:sp>
    </p:spTree>
    <p:extLst>
      <p:ext uri="{BB962C8B-B14F-4D97-AF65-F5344CB8AC3E}">
        <p14:creationId xmlns:p14="http://schemas.microsoft.com/office/powerpoint/2010/main" val="12684004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5-text-1">
            <a:extLst xmlns:a="http://schemas.openxmlformats.org/drawingml/2006/main">
              <a:ext uri="{FF2B5EF4-FFF2-40B4-BE49-F238E27FC236}">
                <a16:creationId xmlns:a16="http://schemas.microsoft.com/office/drawing/2014/main" id="{8DE7DB85-9333-44F5-829E-B41C6884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CONTEXT、HARNESS、LOOP</a:t>
            </a:r>
          </a:p>
        </p:txBody>
      </p:sp>
      <p:sp>
        <p:nvSpPr>
          <p:cNvPr id="2" name="slide-35-text-2">
            <a:extLst xmlns:a="http://schemas.openxmlformats.org/drawingml/2006/main">
              <a:ext uri="{FF2B5EF4-FFF2-40B4-BE49-F238E27FC236}">
                <a16:creationId xmlns:a16="http://schemas.microsoft.com/office/drawing/2014/main" id="{00AB1C0C-3C4F-4389-85B1-F0D268C0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工作系統的三個設計問題</a:t>
            </a:r>
          </a:p>
        </p:txBody>
      </p:sp>
      <p:sp>
        <p:nvSpPr>
          <p:cNvPr id="3" name="slide-35-line-3">
            <a:extLst xmlns:a="http://schemas.openxmlformats.org/drawingml/2006/main">
              <a:ext uri="{FF2B5EF4-FFF2-40B4-BE49-F238E27FC236}">
                <a16:creationId xmlns:a16="http://schemas.microsoft.com/office/drawing/2014/main" id="{FCFFF955-61AA-4FAB-9D51-30548FA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5-text-4">
            <a:extLst xmlns:a="http://schemas.openxmlformats.org/drawingml/2006/main">
              <a:ext uri="{FF2B5EF4-FFF2-40B4-BE49-F238E27FC236}">
                <a16:creationId xmlns:a16="http://schemas.microsoft.com/office/drawing/2014/main" id="{C646D446-8E41-4028-9421-54238A6A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5-text-5">
            <a:extLst xmlns:a="http://schemas.openxmlformats.org/drawingml/2006/main">
              <a:ext uri="{FF2B5EF4-FFF2-40B4-BE49-F238E27FC236}">
                <a16:creationId xmlns:a16="http://schemas.microsoft.com/office/drawing/2014/main" id="{7D4DB8FD-4FE8-46EB-A8A3-5BAD906A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CONTEXT</a:t>
            </a:r>
          </a:p>
        </p:txBody>
      </p:sp>
      <p:sp>
        <p:nvSpPr>
          <p:cNvPr id="6" name="slide-35-line-6">
            <a:extLst xmlns:a="http://schemas.openxmlformats.org/drawingml/2006/main">
              <a:ext uri="{FF2B5EF4-FFF2-40B4-BE49-F238E27FC236}">
                <a16:creationId xmlns:a16="http://schemas.microsoft.com/office/drawing/2014/main" id="{D6D5BAEC-0581-4584-9BDE-4E187474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35-text-7">
            <a:extLst xmlns:a="http://schemas.openxmlformats.org/drawingml/2006/main">
              <a:ext uri="{FF2B5EF4-FFF2-40B4-BE49-F238E27FC236}">
                <a16:creationId xmlns:a16="http://schemas.microsoft.com/office/drawing/2014/main" id="{95FD44E4-4E71-4E14-8D1C-A7926299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任務所需的背景</a:t>
            </a:r>
          </a:p>
        </p:txBody>
      </p:sp>
      <p:sp>
        <p:nvSpPr>
          <p:cNvPr id="8" name="slide-35-text-8">
            <a:extLst xmlns:a="http://schemas.openxmlformats.org/drawingml/2006/main">
              <a:ext uri="{FF2B5EF4-FFF2-40B4-BE49-F238E27FC236}">
                <a16:creationId xmlns:a16="http://schemas.microsoft.com/office/drawing/2014/main" id="{D1B49048-F743-4AB3-B0E1-CEC700C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7264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來源、限制與當前狀態</a:t>
            </a:r>
          </a:p>
        </p:txBody>
      </p:sp>
      <p:sp>
        <p:nvSpPr>
          <p:cNvPr id="9" name="slide-35-text-9">
            <a:extLst xmlns:a="http://schemas.openxmlformats.org/drawingml/2006/main">
              <a:ext uri="{FF2B5EF4-FFF2-40B4-BE49-F238E27FC236}">
                <a16:creationId xmlns:a16="http://schemas.microsoft.com/office/drawing/2014/main" id="{CEDED7DB-07F2-41A0-AB8E-3A003A65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HARNESS</a:t>
            </a:r>
          </a:p>
        </p:txBody>
      </p:sp>
      <p:sp>
        <p:nvSpPr>
          <p:cNvPr id="10" name="slide-35-line-10">
            <a:extLst xmlns:a="http://schemas.openxmlformats.org/drawingml/2006/main">
              <a:ext uri="{FF2B5EF4-FFF2-40B4-BE49-F238E27FC236}">
                <a16:creationId xmlns:a16="http://schemas.microsoft.com/office/drawing/2014/main" id="{17C0BE11-7AE2-44BE-9E51-3B383521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147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35-text-11">
            <a:extLst xmlns:a="http://schemas.openxmlformats.org/drawingml/2006/main">
              <a:ext uri="{FF2B5EF4-FFF2-40B4-BE49-F238E27FC236}">
                <a16:creationId xmlns:a16="http://schemas.microsoft.com/office/drawing/2014/main" id="{C23D5797-5DDB-489D-B06F-419C7299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可使用的工具與權限</a:t>
            </a:r>
          </a:p>
        </p:txBody>
      </p:sp>
      <p:sp>
        <p:nvSpPr>
          <p:cNvPr id="12" name="slide-35-text-12">
            <a:extLst xmlns:a="http://schemas.openxmlformats.org/drawingml/2006/main">
              <a:ext uri="{FF2B5EF4-FFF2-40B4-BE49-F238E27FC236}">
                <a16:creationId xmlns:a16="http://schemas.microsoft.com/office/drawing/2014/main" id="{AD77D558-78D6-4A2F-BCCD-F30D583C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17264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檢查、停止及恢復</a:t>
            </a:r>
          </a:p>
        </p:txBody>
      </p:sp>
      <p:sp>
        <p:nvSpPr>
          <p:cNvPr id="13" name="slide-35-text-13">
            <a:extLst xmlns:a="http://schemas.openxmlformats.org/drawingml/2006/main">
              <a:ext uri="{FF2B5EF4-FFF2-40B4-BE49-F238E27FC236}">
                <a16:creationId xmlns:a16="http://schemas.microsoft.com/office/drawing/2014/main" id="{4FFE74D4-E60B-4262-A27D-7F2A388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LOOP</a:t>
            </a:r>
          </a:p>
        </p:txBody>
      </p:sp>
      <p:sp>
        <p:nvSpPr>
          <p:cNvPr id="14" name="slide-35-line-14">
            <a:extLst xmlns:a="http://schemas.openxmlformats.org/drawingml/2006/main">
              <a:ext uri="{FF2B5EF4-FFF2-40B4-BE49-F238E27FC236}">
                <a16:creationId xmlns:a16="http://schemas.microsoft.com/office/drawing/2014/main" id="{2572FCBF-27FB-4312-B000-4A0985E5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5" name="slide-35-text-15">
            <a:extLst xmlns:a="http://schemas.openxmlformats.org/drawingml/2006/main">
              <a:ext uri="{FF2B5EF4-FFF2-40B4-BE49-F238E27FC236}">
                <a16:creationId xmlns:a16="http://schemas.microsoft.com/office/drawing/2014/main" id="{921AA2CB-1170-47A0-8177-4A6DB1E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實際結果與人工修正</a:t>
            </a:r>
          </a:p>
        </p:txBody>
      </p:sp>
      <p:sp>
        <p:nvSpPr>
          <p:cNvPr id="16" name="slide-35-text-16">
            <a:extLst xmlns:a="http://schemas.openxmlformats.org/drawingml/2006/main">
              <a:ext uri="{FF2B5EF4-FFF2-40B4-BE49-F238E27FC236}">
                <a16:creationId xmlns:a16="http://schemas.microsoft.com/office/drawing/2014/main" id="{074A9C0B-DCF3-4D67-AE60-625F6CC9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17264"/>
            <a:ext cx="3619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如何改變下一次工作</a:t>
            </a:r>
          </a:p>
        </p:txBody>
      </p:sp>
      <p:sp>
        <p:nvSpPr>
          <p:cNvPr id="17" name="slide-35-text-17">
            <a:extLst xmlns:a="http://schemas.openxmlformats.org/drawingml/2006/main">
              <a:ext uri="{FF2B5EF4-FFF2-40B4-BE49-F238E27FC236}">
                <a16:creationId xmlns:a16="http://schemas.microsoft.com/office/drawing/2014/main" id="{CEC1806A-7EDD-4B48-97D3-74FAC3EF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導讀小組要查清：材料從哪裏來，工具能做甚麼，修訂如何留下。</a:t>
            </a:r>
          </a:p>
        </p:txBody>
      </p:sp>
      <p:sp>
        <p:nvSpPr>
          <p:cNvPr id="18" name="slide-35-text-18">
            <a:extLst xmlns:a="http://schemas.openxmlformats.org/drawingml/2006/main">
              <a:ext uri="{FF2B5EF4-FFF2-40B4-BE49-F238E27FC236}">
                <a16:creationId xmlns:a16="http://schemas.microsoft.com/office/drawing/2014/main" id="{3E32B3F3-68EB-413B-BD16-2D0B0E66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35 / 66</a:t>
            </a:r>
          </a:p>
        </p:txBody>
      </p:sp>
    </p:spTree>
    <p:extLst>
      <p:ext uri="{BB962C8B-B14F-4D97-AF65-F5344CB8AC3E}">
        <p14:creationId xmlns:p14="http://schemas.microsoft.com/office/powerpoint/2010/main" val="3011798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36-text-1">
            <a:extLst xmlns:a="http://schemas.openxmlformats.org/drawingml/2006/main">
              <a:ext uri="{FF2B5EF4-FFF2-40B4-BE49-F238E27FC236}">
                <a16:creationId xmlns:a16="http://schemas.microsoft.com/office/drawing/2014/main" id="{C8BA4FE1-49C9-413F-B32D-E85A4E67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組織記憶</a:t>
            </a:r>
          </a:p>
        </p:txBody>
      </p:sp>
      <p:sp>
        <p:nvSpPr>
          <p:cNvPr id="2" name="slide-36-text-2">
            <a:extLst xmlns:a="http://schemas.openxmlformats.org/drawingml/2006/main">
              <a:ext uri="{FF2B5EF4-FFF2-40B4-BE49-F238E27FC236}">
                <a16:creationId xmlns:a16="http://schemas.microsoft.com/office/drawing/2014/main" id="{9393972C-AC4D-4C71-A216-22C7932B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組織記憶的三種內容</a:t>
            </a:r>
          </a:p>
        </p:txBody>
      </p:sp>
      <p:sp>
        <p:nvSpPr>
          <p:cNvPr id="3" name="slide-36-line-3">
            <a:extLst xmlns:a="http://schemas.openxmlformats.org/drawingml/2006/main">
              <a:ext uri="{FF2B5EF4-FFF2-40B4-BE49-F238E27FC236}">
                <a16:creationId xmlns:a16="http://schemas.microsoft.com/office/drawing/2014/main" id="{26AC0BDA-4EA2-4967-8E22-9BD8970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6-text-4">
            <a:extLst xmlns:a="http://schemas.openxmlformats.org/drawingml/2006/main">
              <a:ext uri="{FF2B5EF4-FFF2-40B4-BE49-F238E27FC236}">
                <a16:creationId xmlns:a16="http://schemas.microsoft.com/office/drawing/2014/main" id="{39086247-1924-42C6-9C7E-A29462EC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6-text-5">
            <a:extLst xmlns:a="http://schemas.openxmlformats.org/drawingml/2006/main">
              <a:ext uri="{FF2B5EF4-FFF2-40B4-BE49-F238E27FC236}">
                <a16:creationId xmlns:a16="http://schemas.microsoft.com/office/drawing/2014/main" id="{FFFF7B1B-06AE-491F-B53D-67D265B2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86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事實記憶</a:t>
            </a:r>
          </a:p>
        </p:txBody>
      </p:sp>
      <p:sp>
        <p:nvSpPr>
          <p:cNvPr id="6" name="slide-36-line-6">
            <a:extLst xmlns:a="http://schemas.openxmlformats.org/drawingml/2006/main">
              <a:ext uri="{FF2B5EF4-FFF2-40B4-BE49-F238E27FC236}">
                <a16:creationId xmlns:a16="http://schemas.microsoft.com/office/drawing/2014/main" id="{32487F74-DFCF-4142-B9FA-910CA5BC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36-text-7">
            <a:extLst xmlns:a="http://schemas.openxmlformats.org/drawingml/2006/main">
              <a:ext uri="{FF2B5EF4-FFF2-40B4-BE49-F238E27FC236}">
                <a16:creationId xmlns:a16="http://schemas.microsoft.com/office/drawing/2014/main" id="{82B53715-4DA2-4180-8042-40DB5FC9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發生了甚麼</a:t>
            </a:r>
          </a:p>
        </p:txBody>
      </p:sp>
      <p:sp>
        <p:nvSpPr>
          <p:cNvPr id="8" name="slide-36-text-8">
            <a:extLst xmlns:a="http://schemas.openxmlformats.org/drawingml/2006/main">
              <a:ext uri="{FF2B5EF4-FFF2-40B4-BE49-F238E27FC236}">
                <a16:creationId xmlns:a16="http://schemas.microsoft.com/office/drawing/2014/main" id="{64AAAC46-2BDE-4F67-944B-1C71290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936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證據、版本與責任人</a:t>
            </a:r>
          </a:p>
        </p:txBody>
      </p:sp>
      <p:sp>
        <p:nvSpPr>
          <p:cNvPr id="9" name="slide-36-text-9">
            <a:extLst xmlns:a="http://schemas.openxmlformats.org/drawingml/2006/main">
              <a:ext uri="{FF2B5EF4-FFF2-40B4-BE49-F238E27FC236}">
                <a16:creationId xmlns:a16="http://schemas.microsoft.com/office/drawing/2014/main" id="{D264B316-9750-4EF7-8047-1FC0B34F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86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互動與推理記憶</a:t>
            </a:r>
          </a:p>
        </p:txBody>
      </p:sp>
      <p:sp>
        <p:nvSpPr>
          <p:cNvPr id="10" name="slide-36-line-10">
            <a:extLst xmlns:a="http://schemas.openxmlformats.org/drawingml/2006/main">
              <a:ext uri="{FF2B5EF4-FFF2-40B4-BE49-F238E27FC236}">
                <a16:creationId xmlns:a16="http://schemas.microsoft.com/office/drawing/2014/main" id="{68584546-E1B7-4676-9F64-7F979CC5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432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36-text-11">
            <a:extLst xmlns:a="http://schemas.openxmlformats.org/drawingml/2006/main">
              <a:ext uri="{FF2B5EF4-FFF2-40B4-BE49-F238E27FC236}">
                <a16:creationId xmlns:a16="http://schemas.microsoft.com/office/drawing/2014/main" id="{48C0ACA8-3763-4072-AF78-B1C74EAE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為甚麼這樣決定</a:t>
            </a:r>
          </a:p>
        </p:txBody>
      </p:sp>
      <p:sp>
        <p:nvSpPr>
          <p:cNvPr id="12" name="slide-36-text-12">
            <a:extLst xmlns:a="http://schemas.openxmlformats.org/drawingml/2006/main">
              <a:ext uri="{FF2B5EF4-FFF2-40B4-BE49-F238E27FC236}">
                <a16:creationId xmlns:a16="http://schemas.microsoft.com/office/drawing/2014/main" id="{46F39329-8EED-4643-88A1-8B068266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5936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異議、取捨與未決假設</a:t>
            </a:r>
          </a:p>
        </p:txBody>
      </p:sp>
      <p:sp>
        <p:nvSpPr>
          <p:cNvPr id="13" name="slide-36-text-13">
            <a:extLst xmlns:a="http://schemas.openxmlformats.org/drawingml/2006/main">
              <a:ext uri="{FF2B5EF4-FFF2-40B4-BE49-F238E27FC236}">
                <a16:creationId xmlns:a16="http://schemas.microsoft.com/office/drawing/2014/main" id="{83DE1BC2-4D57-4C61-90F6-D6789904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860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行動記憶</a:t>
            </a:r>
          </a:p>
        </p:txBody>
      </p:sp>
      <p:sp>
        <p:nvSpPr>
          <p:cNvPr id="14" name="slide-36-line-14">
            <a:extLst xmlns:a="http://schemas.openxmlformats.org/drawingml/2006/main">
              <a:ext uri="{FF2B5EF4-FFF2-40B4-BE49-F238E27FC236}">
                <a16:creationId xmlns:a16="http://schemas.microsoft.com/office/drawing/2014/main" id="{1B3E907F-3410-4C1A-AD46-29A7E1D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432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5" name="slide-36-text-15">
            <a:extLst xmlns:a="http://schemas.openxmlformats.org/drawingml/2006/main">
              <a:ext uri="{FF2B5EF4-FFF2-40B4-BE49-F238E27FC236}">
                <a16:creationId xmlns:a16="http://schemas.microsoft.com/office/drawing/2014/main" id="{C282A9BD-6FE9-40CD-A2B8-EC5BC826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6712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實際怎樣完成</a:t>
            </a:r>
          </a:p>
        </p:txBody>
      </p:sp>
      <p:sp>
        <p:nvSpPr>
          <p:cNvPr id="16" name="slide-36-text-16">
            <a:extLst xmlns:a="http://schemas.openxmlformats.org/drawingml/2006/main">
              <a:ext uri="{FF2B5EF4-FFF2-40B4-BE49-F238E27FC236}">
                <a16:creationId xmlns:a16="http://schemas.microsoft.com/office/drawing/2014/main" id="{321B984E-EFC1-4C36-9043-998B524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59365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觸發、例外與結果</a:t>
            </a:r>
          </a:p>
        </p:txBody>
      </p:sp>
      <p:sp>
        <p:nvSpPr>
          <p:cNvPr id="17" name="slide-36-text-17">
            <a:extLst xmlns:a="http://schemas.openxmlformats.org/drawingml/2006/main">
              <a:ext uri="{FF2B5EF4-FFF2-40B4-BE49-F238E27FC236}">
                <a16:creationId xmlns:a16="http://schemas.microsoft.com/office/drawing/2014/main" id="{EBD524CF-B3E1-43B3-B564-157F4D9C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分類用來檢查記錄是否完整，不代表記錄本身已經正確。</a:t>
            </a:r>
          </a:p>
        </p:txBody>
      </p:sp>
      <p:sp>
        <p:nvSpPr>
          <p:cNvPr id="18" name="slide-36-text-18">
            <a:extLst xmlns:a="http://schemas.openxmlformats.org/drawingml/2006/main">
              <a:ext uri="{FF2B5EF4-FFF2-40B4-BE49-F238E27FC236}">
                <a16:creationId xmlns:a16="http://schemas.microsoft.com/office/drawing/2014/main" id="{6DE804C1-3636-4461-865B-7FC54E52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36 / 66</a:t>
            </a:r>
          </a:p>
        </p:txBody>
      </p:sp>
    </p:spTree>
    <p:extLst>
      <p:ext uri="{BB962C8B-B14F-4D97-AF65-F5344CB8AC3E}">
        <p14:creationId xmlns:p14="http://schemas.microsoft.com/office/powerpoint/2010/main" val="99593491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37-text-1">
            <a:extLst xmlns:a="http://schemas.openxmlformats.org/drawingml/2006/main">
              <a:ext uri="{FF2B5EF4-FFF2-40B4-BE49-F238E27FC236}">
                <a16:creationId xmlns:a16="http://schemas.microsoft.com/office/drawing/2014/main" id="{7B28C2F8-E47E-49C5-9327-92E05B76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同一案例</a:t>
            </a:r>
          </a:p>
        </p:txBody>
      </p:sp>
      <p:sp>
        <p:nvSpPr>
          <p:cNvPr id="2" name="slide-37-text-2">
            <a:extLst xmlns:a="http://schemas.openxmlformats.org/drawingml/2006/main">
              <a:ext uri="{FF2B5EF4-FFF2-40B4-BE49-F238E27FC236}">
                <a16:creationId xmlns:a16="http://schemas.microsoft.com/office/drawing/2014/main" id="{94CC1418-0859-44DB-B9F7-49805C8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事實記憶保留可回查的依據</a:t>
            </a:r>
          </a:p>
        </p:txBody>
      </p:sp>
      <p:sp>
        <p:nvSpPr>
          <p:cNvPr id="3" name="slide-37-line-3">
            <a:extLst xmlns:a="http://schemas.openxmlformats.org/drawingml/2006/main">
              <a:ext uri="{FF2B5EF4-FFF2-40B4-BE49-F238E27FC236}">
                <a16:creationId xmlns:a16="http://schemas.microsoft.com/office/drawing/2014/main" id="{EB0120C0-0184-4C7C-BF8F-81955E64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37-text-4">
            <a:extLst xmlns:a="http://schemas.openxmlformats.org/drawingml/2006/main">
              <a:ext uri="{FF2B5EF4-FFF2-40B4-BE49-F238E27FC236}">
                <a16:creationId xmlns:a16="http://schemas.microsoft.com/office/drawing/2014/main" id="{DCB88EE2-0B8C-4DDE-B000-6EC01A7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7-text-5">
            <a:extLst xmlns:a="http://schemas.openxmlformats.org/drawingml/2006/main">
              <a:ext uri="{FF2B5EF4-FFF2-40B4-BE49-F238E27FC236}">
                <a16:creationId xmlns:a16="http://schemas.microsoft.com/office/drawing/2014/main" id="{7A35E821-A78A-4FA9-8BFB-A1075D7C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可回查</a:t>
            </a:r>
          </a:p>
        </p:txBody>
      </p:sp>
      <p:sp>
        <p:nvSpPr>
          <p:cNvPr id="6" name="slide-37-text-6">
            <a:extLst xmlns:a="http://schemas.openxmlformats.org/drawingml/2006/main">
              <a:ext uri="{FF2B5EF4-FFF2-40B4-BE49-F238E27FC236}">
                <a16:creationId xmlns:a16="http://schemas.microsoft.com/office/drawing/2014/main" id="{FD6A6C18-5464-4B87-9B0B-85309C0C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短文版本、回饋來源及記錄日期</a:t>
            </a:r>
          </a:p>
        </p:txBody>
      </p:sp>
      <p:sp>
        <p:nvSpPr>
          <p:cNvPr id="7" name="slide-37-line-7">
            <a:extLst xmlns:a="http://schemas.openxmlformats.org/drawingml/2006/main">
              <a:ext uri="{FF2B5EF4-FFF2-40B4-BE49-F238E27FC236}">
                <a16:creationId xmlns:a16="http://schemas.microsoft.com/office/drawing/2014/main" id="{1C0EA8A7-87E5-4F40-B107-233FBC45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37-text-8">
            <a:extLst xmlns:a="http://schemas.openxmlformats.org/drawingml/2006/main">
              <a:ext uri="{FF2B5EF4-FFF2-40B4-BE49-F238E27FC236}">
                <a16:creationId xmlns:a16="http://schemas.microsoft.com/office/drawing/2014/main" id="{D421D091-3250-471D-85F9-0816C3A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尚未證明</a:t>
            </a:r>
          </a:p>
        </p:txBody>
      </p:sp>
      <p:sp>
        <p:nvSpPr>
          <p:cNvPr id="9" name="slide-37-text-9">
            <a:extLst xmlns:a="http://schemas.openxmlformats.org/drawingml/2006/main">
              <a:ext uri="{FF2B5EF4-FFF2-40B4-BE49-F238E27FC236}">
                <a16:creationId xmlns:a16="http://schemas.microsoft.com/office/drawing/2014/main" id="{3B838137-E7A8-44A7-BA56-AB70016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95725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學生閱讀理解是否提高</a:t>
            </a:r>
          </a:p>
        </p:txBody>
      </p:sp>
      <p:sp>
        <p:nvSpPr>
          <p:cNvPr id="10" name="slide-37-line-10">
            <a:extLst xmlns:a="http://schemas.openxmlformats.org/drawingml/2006/main">
              <a:ext uri="{FF2B5EF4-FFF2-40B4-BE49-F238E27FC236}">
                <a16:creationId xmlns:a16="http://schemas.microsoft.com/office/drawing/2014/main" id="{C9D1E258-0079-43D9-ADA2-F8773D0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37-text-11">
            <a:extLst xmlns:a="http://schemas.openxmlformats.org/drawingml/2006/main">
              <a:ext uri="{FF2B5EF4-FFF2-40B4-BE49-F238E27FC236}">
                <a16:creationId xmlns:a16="http://schemas.microsoft.com/office/drawing/2014/main" id="{490AE819-325B-4186-B734-E79B53A3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需要保留</a:t>
            </a:r>
          </a:p>
        </p:txBody>
      </p:sp>
      <p:sp>
        <p:nvSpPr>
          <p:cNvPr id="12" name="slide-37-text-12">
            <a:extLst xmlns:a="http://schemas.openxmlformats.org/drawingml/2006/main">
              <a:ext uri="{FF2B5EF4-FFF2-40B4-BE49-F238E27FC236}">
                <a16:creationId xmlns:a16="http://schemas.microsoft.com/office/drawing/2014/main" id="{04D148B1-E28E-4D01-A248-A29923E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9110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原始回饋與團隊解釋之間的區別</a:t>
            </a:r>
          </a:p>
        </p:txBody>
      </p:sp>
      <p:sp>
        <p:nvSpPr>
          <p:cNvPr id="13" name="slide-37-line-13">
            <a:extLst xmlns:a="http://schemas.openxmlformats.org/drawingml/2006/main">
              <a:ext uri="{FF2B5EF4-FFF2-40B4-BE49-F238E27FC236}">
                <a16:creationId xmlns:a16="http://schemas.microsoft.com/office/drawing/2014/main" id="{6A0F891C-8EB5-4D8F-941E-090A2F7B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37-text-14">
            <a:extLst xmlns:a="http://schemas.openxmlformats.org/drawingml/2006/main">
              <a:ext uri="{FF2B5EF4-FFF2-40B4-BE49-F238E27FC236}">
                <a16:creationId xmlns:a16="http://schemas.microsoft.com/office/drawing/2014/main" id="{62C8AF04-049E-4312-8682-E153B41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37 / 66</a:t>
            </a:r>
          </a:p>
        </p:txBody>
      </p:sp>
    </p:spTree>
    <p:extLst>
      <p:ext uri="{BB962C8B-B14F-4D97-AF65-F5344CB8AC3E}">
        <p14:creationId xmlns:p14="http://schemas.microsoft.com/office/powerpoint/2010/main" val="10116070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38-text-1">
            <a:extLst xmlns:a="http://schemas.openxmlformats.org/drawingml/2006/main">
              <a:ext uri="{FF2B5EF4-FFF2-40B4-BE49-F238E27FC236}">
                <a16:creationId xmlns:a16="http://schemas.microsoft.com/office/drawing/2014/main" id="{A016334F-5EE0-483E-A55B-0EC5E1A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同一案例</a:t>
            </a:r>
          </a:p>
        </p:txBody>
      </p:sp>
      <p:sp>
        <p:nvSpPr>
          <p:cNvPr id="2" name="slide-38-text-2">
            <a:extLst xmlns:a="http://schemas.openxmlformats.org/drawingml/2006/main">
              <a:ext uri="{FF2B5EF4-FFF2-40B4-BE49-F238E27FC236}">
                <a16:creationId xmlns:a16="http://schemas.microsoft.com/office/drawing/2014/main" id="{32E60B30-6D4B-4578-B83C-FA8E64E6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推理記憶保留沒有採用的方案</a:t>
            </a:r>
          </a:p>
        </p:txBody>
      </p:sp>
      <p:sp>
        <p:nvSpPr>
          <p:cNvPr id="3" name="slide-38-line-3">
            <a:extLst xmlns:a="http://schemas.openxmlformats.org/drawingml/2006/main">
              <a:ext uri="{FF2B5EF4-FFF2-40B4-BE49-F238E27FC236}">
                <a16:creationId xmlns:a16="http://schemas.microsoft.com/office/drawing/2014/main" id="{15AA0BC5-541A-4F7C-A13E-03FE629E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8-text-4">
            <a:extLst xmlns:a="http://schemas.openxmlformats.org/drawingml/2006/main">
              <a:ext uri="{FF2B5EF4-FFF2-40B4-BE49-F238E27FC236}">
                <a16:creationId xmlns:a16="http://schemas.microsoft.com/office/drawing/2014/main" id="{ECA60BD4-0247-4736-912C-9637E0A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8-text-5">
            <a:extLst xmlns:a="http://schemas.openxmlformats.org/drawingml/2006/main">
              <a:ext uri="{FF2B5EF4-FFF2-40B4-BE49-F238E27FC236}">
                <a16:creationId xmlns:a16="http://schemas.microsoft.com/office/drawing/2014/main" id="{304589B8-B071-49A3-9FD6-37F4BF86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當次未採用</a:t>
            </a:r>
          </a:p>
        </p:txBody>
      </p:sp>
      <p:sp>
        <p:nvSpPr>
          <p:cNvPr id="6" name="slide-38-line-6">
            <a:extLst xmlns:a="http://schemas.openxmlformats.org/drawingml/2006/main">
              <a:ext uri="{FF2B5EF4-FFF2-40B4-BE49-F238E27FC236}">
                <a16:creationId xmlns:a16="http://schemas.microsoft.com/office/drawing/2014/main" id="{07CDD552-835B-492C-B025-0697DB6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38-text-7">
            <a:extLst xmlns:a="http://schemas.openxmlformats.org/drawingml/2006/main">
              <a:ext uri="{FF2B5EF4-FFF2-40B4-BE49-F238E27FC236}">
                <a16:creationId xmlns:a16="http://schemas.microsoft.com/office/drawing/2014/main" id="{BEA956D1-AA76-4AC0-BD41-9448FFDB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增加故事續寫</a:t>
            </a:r>
          </a:p>
        </p:txBody>
      </p:sp>
      <p:sp>
        <p:nvSpPr>
          <p:cNvPr id="8" name="slide-38-text-8">
            <a:extLst xmlns:a="http://schemas.openxmlformats.org/drawingml/2006/main">
              <a:ext uri="{FF2B5EF4-FFF2-40B4-BE49-F238E27FC236}">
                <a16:creationId xmlns:a16="http://schemas.microsoft.com/office/drawing/2014/main" id="{21401A4C-1069-48C9-B91E-1A99CC56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641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會超出辨認原文的目標</a:t>
            </a:r>
          </a:p>
        </p:txBody>
      </p:sp>
      <p:sp>
        <p:nvSpPr>
          <p:cNvPr id="9" name="slide-38-text-9">
            <a:extLst xmlns:a="http://schemas.openxmlformats.org/drawingml/2006/main">
              <a:ext uri="{FF2B5EF4-FFF2-40B4-BE49-F238E27FC236}">
                <a16:creationId xmlns:a16="http://schemas.microsoft.com/office/drawing/2014/main" id="{0E616513-7D44-45EC-BF5E-722CBB3A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813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重開決策的條件</a:t>
            </a:r>
          </a:p>
        </p:txBody>
      </p:sp>
      <p:sp>
        <p:nvSpPr>
          <p:cNvPr id="10" name="slide-38-line-10">
            <a:extLst xmlns:a="http://schemas.openxmlformats.org/drawingml/2006/main">
              <a:ext uri="{FF2B5EF4-FFF2-40B4-BE49-F238E27FC236}">
                <a16:creationId xmlns:a16="http://schemas.microsoft.com/office/drawing/2014/main" id="{34744E59-3BE8-416A-8F8A-42CC3DFA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1" name="slide-38-text-11">
            <a:extLst xmlns:a="http://schemas.openxmlformats.org/drawingml/2006/main">
              <a:ext uri="{FF2B5EF4-FFF2-40B4-BE49-F238E27FC236}">
                <a16:creationId xmlns:a16="http://schemas.microsoft.com/office/drawing/2014/main" id="{0C3A3AE7-B408-4026-A80F-FC4AC862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62350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學習目標改為創作</a:t>
            </a:r>
          </a:p>
        </p:txBody>
      </p:sp>
      <p:sp>
        <p:nvSpPr>
          <p:cNvPr id="12" name="slide-38-text-12">
            <a:extLst xmlns:a="http://schemas.openxmlformats.org/drawingml/2006/main">
              <a:ext uri="{FF2B5EF4-FFF2-40B4-BE49-F238E27FC236}">
                <a16:creationId xmlns:a16="http://schemas.microsoft.com/office/drawing/2014/main" id="{7C3DF266-4889-4F44-89EE-52BAF881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81641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另行調整材料與評量</a:t>
            </a:r>
          </a:p>
        </p:txBody>
      </p:sp>
      <p:sp>
        <p:nvSpPr>
          <p:cNvPr id="13" name="slide-38-text-13">
            <a:extLst xmlns:a="http://schemas.openxmlformats.org/drawingml/2006/main">
              <a:ext uri="{FF2B5EF4-FFF2-40B4-BE49-F238E27FC236}">
                <a16:creationId xmlns:a16="http://schemas.microsoft.com/office/drawing/2014/main" id="{975A4296-C506-4E0B-AD8C-68F437B3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被否決的方案與理由，讓後來的人能判斷何時值得重議。</a:t>
            </a:r>
          </a:p>
        </p:txBody>
      </p:sp>
      <p:sp>
        <p:nvSpPr>
          <p:cNvPr id="14" name="slide-38-text-14">
            <a:extLst xmlns:a="http://schemas.openxmlformats.org/drawingml/2006/main">
              <a:ext uri="{FF2B5EF4-FFF2-40B4-BE49-F238E27FC236}">
                <a16:creationId xmlns:a16="http://schemas.microsoft.com/office/drawing/2014/main" id="{B7658711-F5AF-4286-93EC-0C836F76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38 / 66</a:t>
            </a:r>
          </a:p>
        </p:txBody>
      </p:sp>
    </p:spTree>
    <p:extLst>
      <p:ext uri="{BB962C8B-B14F-4D97-AF65-F5344CB8AC3E}">
        <p14:creationId xmlns:p14="http://schemas.microsoft.com/office/powerpoint/2010/main" val="9968103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39-text-1">
            <a:extLst xmlns:a="http://schemas.openxmlformats.org/drawingml/2006/main">
              <a:ext uri="{FF2B5EF4-FFF2-40B4-BE49-F238E27FC236}">
                <a16:creationId xmlns:a16="http://schemas.microsoft.com/office/drawing/2014/main" id="{E13471FB-4BBD-42D8-9FBD-C6045C60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同一案例</a:t>
            </a:r>
          </a:p>
        </p:txBody>
      </p:sp>
      <p:sp>
        <p:nvSpPr>
          <p:cNvPr id="2" name="slide-39-text-2">
            <a:extLst xmlns:a="http://schemas.openxmlformats.org/drawingml/2006/main">
              <a:ext uri="{FF2B5EF4-FFF2-40B4-BE49-F238E27FC236}">
                <a16:creationId xmlns:a16="http://schemas.microsoft.com/office/drawing/2014/main" id="{9199CB76-CF75-429E-B164-663D08C0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行動記憶保留修正如何發生</a:t>
            </a:r>
          </a:p>
        </p:txBody>
      </p:sp>
      <p:sp>
        <p:nvSpPr>
          <p:cNvPr id="3" name="slide-39-line-3">
            <a:extLst xmlns:a="http://schemas.openxmlformats.org/drawingml/2006/main">
              <a:ext uri="{FF2B5EF4-FFF2-40B4-BE49-F238E27FC236}">
                <a16:creationId xmlns:a16="http://schemas.microsoft.com/office/drawing/2014/main" id="{4DA6831F-4BE4-4798-A0FD-1617D47A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39-text-4">
            <a:extLst xmlns:a="http://schemas.openxmlformats.org/drawingml/2006/main">
              <a:ext uri="{FF2B5EF4-FFF2-40B4-BE49-F238E27FC236}">
                <a16:creationId xmlns:a16="http://schemas.microsoft.com/office/drawing/2014/main" id="{1C889546-DF6F-44FD-8D38-63AB7919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39-text-5">
            <a:extLst xmlns:a="http://schemas.openxmlformats.org/drawingml/2006/main">
              <a:ext uri="{FF2B5EF4-FFF2-40B4-BE49-F238E27FC236}">
                <a16:creationId xmlns:a16="http://schemas.microsoft.com/office/drawing/2014/main" id="{09274DE3-122D-42D3-BA00-2422778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39-line-6">
            <a:extLst xmlns:a="http://schemas.openxmlformats.org/drawingml/2006/main">
              <a:ext uri="{FF2B5EF4-FFF2-40B4-BE49-F238E27FC236}">
                <a16:creationId xmlns:a16="http://schemas.microsoft.com/office/drawing/2014/main" id="{CE072EB9-449C-4D73-A791-052419F0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39-text-7">
            <a:extLst xmlns:a="http://schemas.openxmlformats.org/drawingml/2006/main">
              <a:ext uri="{FF2B5EF4-FFF2-40B4-BE49-F238E27FC236}">
                <a16:creationId xmlns:a16="http://schemas.microsoft.com/office/drawing/2014/main" id="{83461F4F-D653-47A6-9919-8B64B39C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原文依據</a:t>
            </a:r>
          </a:p>
        </p:txBody>
      </p:sp>
      <p:sp>
        <p:nvSpPr>
          <p:cNvPr id="8" name="slide-39-text-8">
            <a:extLst xmlns:a="http://schemas.openxmlformats.org/drawingml/2006/main">
              <a:ext uri="{FF2B5EF4-FFF2-40B4-BE49-F238E27FC236}">
                <a16:creationId xmlns:a16="http://schemas.microsoft.com/office/drawing/2014/main" id="{E0B1B3F3-E789-4BAD-B3AA-82DB6E85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第 2 題情節</a:t>
            </a:r>
          </a:p>
        </p:txBody>
      </p:sp>
      <p:sp>
        <p:nvSpPr>
          <p:cNvPr id="9" name="slide-39-text-9">
            <a:extLst xmlns:a="http://schemas.openxmlformats.org/drawingml/2006/main">
              <a:ext uri="{FF2B5EF4-FFF2-40B4-BE49-F238E27FC236}">
                <a16:creationId xmlns:a16="http://schemas.microsoft.com/office/drawing/2014/main" id="{ED121588-BA6F-435D-A093-35216EFF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無原文支持</a:t>
            </a:r>
          </a:p>
        </p:txBody>
      </p:sp>
      <p:sp>
        <p:nvSpPr>
          <p:cNvPr id="10" name="slide-39-line-10">
            <a:extLst xmlns:a="http://schemas.openxmlformats.org/drawingml/2006/main">
              <a:ext uri="{FF2B5EF4-FFF2-40B4-BE49-F238E27FC236}">
                <a16:creationId xmlns:a16="http://schemas.microsoft.com/office/drawing/2014/main" id="{95B905DD-1398-46DE-9BDC-587E7E0E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39-text-11">
            <a:extLst xmlns:a="http://schemas.openxmlformats.org/drawingml/2006/main">
              <a:ext uri="{FF2B5EF4-FFF2-40B4-BE49-F238E27FC236}">
                <a16:creationId xmlns:a16="http://schemas.microsoft.com/office/drawing/2014/main" id="{B5A5DE59-97C9-4580-99B4-76CCFB9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39-line-12">
            <a:extLst xmlns:a="http://schemas.openxmlformats.org/drawingml/2006/main">
              <a:ext uri="{FF2B5EF4-FFF2-40B4-BE49-F238E27FC236}">
                <a16:creationId xmlns:a16="http://schemas.microsoft.com/office/drawing/2014/main" id="{E0E629C3-6D47-4E1E-A48B-A5E54D6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39-text-13">
            <a:extLst xmlns:a="http://schemas.openxmlformats.org/drawingml/2006/main">
              <a:ext uri="{FF2B5EF4-FFF2-40B4-BE49-F238E27FC236}">
                <a16:creationId xmlns:a16="http://schemas.microsoft.com/office/drawing/2014/main" id="{0E5F2B75-048D-41AE-AACD-9CCD6E1C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影響範圍</a:t>
            </a:r>
          </a:p>
        </p:txBody>
      </p:sp>
      <p:sp>
        <p:nvSpPr>
          <p:cNvPr id="14" name="slide-39-text-14">
            <a:extLst xmlns:a="http://schemas.openxmlformats.org/drawingml/2006/main">
              <a:ext uri="{FF2B5EF4-FFF2-40B4-BE49-F238E27FC236}">
                <a16:creationId xmlns:a16="http://schemas.microsoft.com/office/drawing/2014/main" id="{E56A8D81-2E02-4BD9-BCB8-A220965D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連帶影響</a:t>
            </a:r>
          </a:p>
        </p:txBody>
      </p:sp>
      <p:sp>
        <p:nvSpPr>
          <p:cNvPr id="15" name="slide-39-text-15">
            <a:extLst xmlns:a="http://schemas.openxmlformats.org/drawingml/2006/main">
              <a:ext uri="{FF2B5EF4-FFF2-40B4-BE49-F238E27FC236}">
                <a16:creationId xmlns:a16="http://schemas.microsoft.com/office/drawing/2014/main" id="{4DBC4514-F790-4159-8CA2-070F9EC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教師說明</a:t>
            </a:r>
          </a:p>
        </p:txBody>
      </p:sp>
      <p:sp>
        <p:nvSpPr>
          <p:cNvPr id="16" name="slide-39-line-16">
            <a:extLst xmlns:a="http://schemas.openxmlformats.org/drawingml/2006/main">
              <a:ext uri="{FF2B5EF4-FFF2-40B4-BE49-F238E27FC236}">
                <a16:creationId xmlns:a16="http://schemas.microsoft.com/office/drawing/2014/main" id="{9CB0CB5C-CBA2-4ACD-9871-9CD87F86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39-text-17">
            <a:extLst xmlns:a="http://schemas.openxmlformats.org/drawingml/2006/main">
              <a:ext uri="{FF2B5EF4-FFF2-40B4-BE49-F238E27FC236}">
                <a16:creationId xmlns:a16="http://schemas.microsoft.com/office/drawing/2014/main" id="{8920742E-DBD2-4F60-AA6E-2AC5A4BD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39-line-18">
            <a:extLst xmlns:a="http://schemas.openxmlformats.org/drawingml/2006/main">
              <a:ext uri="{FF2B5EF4-FFF2-40B4-BE49-F238E27FC236}">
                <a16:creationId xmlns:a16="http://schemas.microsoft.com/office/drawing/2014/main" id="{4CC852E2-7F2F-4DA3-A9AF-08A8CBF1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39-text-19">
            <a:extLst xmlns:a="http://schemas.openxmlformats.org/drawingml/2006/main">
              <a:ext uri="{FF2B5EF4-FFF2-40B4-BE49-F238E27FC236}">
                <a16:creationId xmlns:a16="http://schemas.microsoft.com/office/drawing/2014/main" id="{4F6FE710-1E80-4509-88B2-5535019A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修訂結果</a:t>
            </a:r>
          </a:p>
        </p:txBody>
      </p:sp>
      <p:sp>
        <p:nvSpPr>
          <p:cNvPr id="20" name="slide-39-text-20">
            <a:extLst xmlns:a="http://schemas.openxmlformats.org/drawingml/2006/main">
              <a:ext uri="{FF2B5EF4-FFF2-40B4-BE49-F238E27FC236}">
                <a16:creationId xmlns:a16="http://schemas.microsoft.com/office/drawing/2014/main" id="{328DD202-B8B1-40F5-A9C4-4114903F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兩處均重寫</a:t>
            </a:r>
          </a:p>
        </p:txBody>
      </p:sp>
      <p:sp>
        <p:nvSpPr>
          <p:cNvPr id="21" name="slide-39-text-21">
            <a:extLst xmlns:a="http://schemas.openxmlformats.org/drawingml/2006/main">
              <a:ext uri="{FF2B5EF4-FFF2-40B4-BE49-F238E27FC236}">
                <a16:creationId xmlns:a16="http://schemas.microsoft.com/office/drawing/2014/main" id="{F52EBFC2-BD33-4459-B35D-0ED21758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重新核對</a:t>
            </a:r>
          </a:p>
        </p:txBody>
      </p:sp>
      <p:sp>
        <p:nvSpPr>
          <p:cNvPr id="22" name="slide-39-line-22">
            <a:extLst xmlns:a="http://schemas.openxmlformats.org/drawingml/2006/main">
              <a:ext uri="{FF2B5EF4-FFF2-40B4-BE49-F238E27FC236}">
                <a16:creationId xmlns:a16="http://schemas.microsoft.com/office/drawing/2014/main" id="{DF0EFC5E-E49A-4A45-B1E6-7F707F60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39-text-23">
            <a:extLst xmlns:a="http://schemas.openxmlformats.org/drawingml/2006/main">
              <a:ext uri="{FF2B5EF4-FFF2-40B4-BE49-F238E27FC236}">
                <a16:creationId xmlns:a16="http://schemas.microsoft.com/office/drawing/2014/main" id="{5D098895-443D-4AD4-8954-4D443B96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39-line-24">
            <a:extLst xmlns:a="http://schemas.openxmlformats.org/drawingml/2006/main">
              <a:ext uri="{FF2B5EF4-FFF2-40B4-BE49-F238E27FC236}">
                <a16:creationId xmlns:a16="http://schemas.microsoft.com/office/drawing/2014/main" id="{788F549B-0B01-4639-A55B-392A5DE5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39-text-25">
            <a:extLst xmlns:a="http://schemas.openxmlformats.org/drawingml/2006/main">
              <a:ext uri="{FF2B5EF4-FFF2-40B4-BE49-F238E27FC236}">
                <a16:creationId xmlns:a16="http://schemas.microsoft.com/office/drawing/2014/main" id="{29B100CE-3BA5-49C0-A740-25C0A124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方法更新</a:t>
            </a:r>
          </a:p>
        </p:txBody>
      </p:sp>
      <p:sp>
        <p:nvSpPr>
          <p:cNvPr id="26" name="slide-39-text-26">
            <a:extLst xmlns:a="http://schemas.openxmlformats.org/drawingml/2006/main">
              <a:ext uri="{FF2B5EF4-FFF2-40B4-BE49-F238E27FC236}">
                <a16:creationId xmlns:a16="http://schemas.microsoft.com/office/drawing/2014/main" id="{6150A766-1776-4D57-8F00-6B5B8D53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保存這個反例</a:t>
            </a:r>
          </a:p>
        </p:txBody>
      </p:sp>
      <p:sp>
        <p:nvSpPr>
          <p:cNvPr id="27" name="slide-39-text-27">
            <a:extLst xmlns:a="http://schemas.openxmlformats.org/drawingml/2006/main">
              <a:ext uri="{FF2B5EF4-FFF2-40B4-BE49-F238E27FC236}">
                <a16:creationId xmlns:a16="http://schemas.microsoft.com/office/drawing/2014/main" id="{78FA2493-423F-4AC3-A10A-E14D414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納入後續檢查</a:t>
            </a:r>
          </a:p>
        </p:txBody>
      </p:sp>
      <p:sp>
        <p:nvSpPr>
          <p:cNvPr id="28" name="slide-39-text-28">
            <a:extLst xmlns:a="http://schemas.openxmlformats.org/drawingml/2006/main">
              <a:ext uri="{FF2B5EF4-FFF2-40B4-BE49-F238E27FC236}">
                <a16:creationId xmlns:a16="http://schemas.microsoft.com/office/drawing/2014/main" id="{584AC1D4-F537-466F-98F6-5C6A0439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構擬記錄。接手者能查到改了哪裏、為甚麼改，以及誰已確認。</a:t>
            </a:r>
          </a:p>
        </p:txBody>
      </p:sp>
      <p:sp>
        <p:nvSpPr>
          <p:cNvPr id="29" name="slide-39-text-29">
            <a:extLst xmlns:a="http://schemas.openxmlformats.org/drawingml/2006/main">
              <a:ext uri="{FF2B5EF4-FFF2-40B4-BE49-F238E27FC236}">
                <a16:creationId xmlns:a16="http://schemas.microsoft.com/office/drawing/2014/main" id="{A8BF00A8-ABFF-484D-BF6E-D748FF3D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39 / 66</a:t>
            </a:r>
          </a:p>
        </p:txBody>
      </p:sp>
    </p:spTree>
    <p:extLst>
      <p:ext uri="{BB962C8B-B14F-4D97-AF65-F5344CB8AC3E}">
        <p14:creationId xmlns:p14="http://schemas.microsoft.com/office/powerpoint/2010/main" val="18378101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0-text-1">
            <a:extLst xmlns:a="http://schemas.openxmlformats.org/drawingml/2006/main">
              <a:ext uri="{FF2B5EF4-FFF2-40B4-BE49-F238E27FC236}">
                <a16:creationId xmlns:a16="http://schemas.microsoft.com/office/drawing/2014/main" id="{A1BE8EFE-16C0-4906-94B2-B625A787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記憶的有效性</a:t>
            </a:r>
          </a:p>
        </p:txBody>
      </p:sp>
      <p:sp>
        <p:nvSpPr>
          <p:cNvPr id="2" name="slide-40-text-2">
            <a:extLst xmlns:a="http://schemas.openxmlformats.org/drawingml/2006/main">
              <a:ext uri="{FF2B5EF4-FFF2-40B4-BE49-F238E27FC236}">
                <a16:creationId xmlns:a16="http://schemas.microsoft.com/office/drawing/2014/main" id="{93AC1157-D5C9-44DA-87AA-CB6C5B2D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錯誤記憶也會被高效率地重用</a:t>
            </a:r>
          </a:p>
        </p:txBody>
      </p:sp>
      <p:sp>
        <p:nvSpPr>
          <p:cNvPr id="3" name="slide-40-line-3">
            <a:extLst xmlns:a="http://schemas.openxmlformats.org/drawingml/2006/main">
              <a:ext uri="{FF2B5EF4-FFF2-40B4-BE49-F238E27FC236}">
                <a16:creationId xmlns:a16="http://schemas.microsoft.com/office/drawing/2014/main" id="{8EBDD553-0F7D-4A43-8D61-46F65A7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0-text-4">
            <a:extLst xmlns:a="http://schemas.openxmlformats.org/drawingml/2006/main">
              <a:ext uri="{FF2B5EF4-FFF2-40B4-BE49-F238E27FC236}">
                <a16:creationId xmlns:a16="http://schemas.microsoft.com/office/drawing/2014/main" id="{B7009AC7-60DE-405F-A699-0A59164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0-text-5">
            <a:extLst xmlns:a="http://schemas.openxmlformats.org/drawingml/2006/main">
              <a:ext uri="{FF2B5EF4-FFF2-40B4-BE49-F238E27FC236}">
                <a16:creationId xmlns:a16="http://schemas.microsoft.com/office/drawing/2014/main" id="{0E173586-C0BE-4AF1-8D59-70D51E8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難以沿用</a:t>
            </a:r>
          </a:p>
        </p:txBody>
      </p:sp>
      <p:sp>
        <p:nvSpPr>
          <p:cNvPr id="6" name="slide-40-line-6">
            <a:extLst xmlns:a="http://schemas.openxmlformats.org/drawingml/2006/main">
              <a:ext uri="{FF2B5EF4-FFF2-40B4-BE49-F238E27FC236}">
                <a16:creationId xmlns:a16="http://schemas.microsoft.com/office/drawing/2014/main" id="{DEF41A6E-B913-4265-815C-28C1BC3E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40-text-7">
            <a:extLst xmlns:a="http://schemas.openxmlformats.org/drawingml/2006/main">
              <a:ext uri="{FF2B5EF4-FFF2-40B4-BE49-F238E27FC236}">
                <a16:creationId xmlns:a16="http://schemas.microsoft.com/office/drawing/2014/main" id="{289C0346-F68C-4C87-8A34-57AA5667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這份模板有效</a:t>
            </a:r>
          </a:p>
        </p:txBody>
      </p:sp>
      <p:sp>
        <p:nvSpPr>
          <p:cNvPr id="8" name="slide-40-text-8">
            <a:extLst xmlns:a="http://schemas.openxmlformats.org/drawingml/2006/main">
              <a:ext uri="{FF2B5EF4-FFF2-40B4-BE49-F238E27FC236}">
                <a16:creationId xmlns:a16="http://schemas.microsoft.com/office/drawing/2014/main" id="{911782EF-9825-442A-99B4-CF4BD37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缺少對象、版本與依據</a:t>
            </a:r>
          </a:p>
        </p:txBody>
      </p:sp>
      <p:sp>
        <p:nvSpPr>
          <p:cNvPr id="9" name="slide-40-text-9">
            <a:extLst xmlns:a="http://schemas.openxmlformats.org/drawingml/2006/main">
              <a:ext uri="{FF2B5EF4-FFF2-40B4-BE49-F238E27FC236}">
                <a16:creationId xmlns:a16="http://schemas.microsoft.com/office/drawing/2014/main" id="{07A4AED3-7BDE-452B-9020-92A5C09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6225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可以重查</a:t>
            </a:r>
          </a:p>
        </p:txBody>
      </p:sp>
      <p:sp>
        <p:nvSpPr>
          <p:cNvPr id="10" name="slide-40-line-10">
            <a:extLst xmlns:a="http://schemas.openxmlformats.org/drawingml/2006/main">
              <a:ext uri="{FF2B5EF4-FFF2-40B4-BE49-F238E27FC236}">
                <a16:creationId xmlns:a16="http://schemas.microsoft.com/office/drawing/2014/main" id="{2E859718-20B9-4AE0-B5C7-2091859F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40-text-11">
            <a:extLst xmlns:a="http://schemas.openxmlformats.org/drawingml/2006/main">
              <a:ext uri="{FF2B5EF4-FFF2-40B4-BE49-F238E27FC236}">
                <a16:creationId xmlns:a16="http://schemas.microsoft.com/office/drawing/2014/main" id="{E462C214-8C47-4326-B0E1-4B40A639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43300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適用於這類材料</a:t>
            </a:r>
          </a:p>
        </p:txBody>
      </p:sp>
      <p:sp>
        <p:nvSpPr>
          <p:cNvPr id="12" name="slide-40-text-12">
            <a:extLst xmlns:a="http://schemas.openxmlformats.org/drawingml/2006/main">
              <a:ext uri="{FF2B5EF4-FFF2-40B4-BE49-F238E27FC236}">
                <a16:creationId xmlns:a16="http://schemas.microsoft.com/office/drawing/2014/main" id="{7B8D8550-1C8D-40CE-8FCD-E461600B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76116"/>
            <a:ext cx="5724525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改變目標時重新驗證</a:t>
            </a:r>
          </a:p>
        </p:txBody>
      </p:sp>
      <p:sp>
        <p:nvSpPr>
          <p:cNvPr id="13" name="slide-40-text-13">
            <a:extLst xmlns:a="http://schemas.openxmlformats.org/drawingml/2006/main">
              <a:ext uri="{FF2B5EF4-FFF2-40B4-BE49-F238E27FC236}">
                <a16:creationId xmlns:a16="http://schemas.microsoft.com/office/drawing/2014/main" id="{DF1A3FF0-6C12-4C3A-A7D6-D637A76F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記憶需要可更正、可撤回，且依權限提供必要內容。</a:t>
            </a:r>
          </a:p>
        </p:txBody>
      </p:sp>
      <p:sp>
        <p:nvSpPr>
          <p:cNvPr id="14" name="slide-40-text-14">
            <a:extLst xmlns:a="http://schemas.openxmlformats.org/drawingml/2006/main">
              <a:ext uri="{FF2B5EF4-FFF2-40B4-BE49-F238E27FC236}">
                <a16:creationId xmlns:a16="http://schemas.microsoft.com/office/drawing/2014/main" id="{6A0B547C-99A6-4083-A1A6-EF29E6AA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40 / 66</a:t>
            </a:r>
          </a:p>
        </p:txBody>
      </p:sp>
    </p:spTree>
    <p:extLst>
      <p:ext uri="{BB962C8B-B14F-4D97-AF65-F5344CB8AC3E}">
        <p14:creationId xmlns:p14="http://schemas.microsoft.com/office/powerpoint/2010/main" val="202535689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1-text-1">
            <a:extLst xmlns:a="http://schemas.openxmlformats.org/drawingml/2006/main">
              <a:ext uri="{FF2B5EF4-FFF2-40B4-BE49-F238E27FC236}">
                <a16:creationId xmlns:a16="http://schemas.microsoft.com/office/drawing/2014/main" id="{762AD957-CBD7-4F1F-98B8-490397FC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   跨團隊協作</a:t>
            </a:r>
          </a:p>
        </p:txBody>
      </p:sp>
      <p:sp>
        <p:nvSpPr>
          <p:cNvPr id="2" name="slide-41-text-2">
            <a:extLst xmlns:a="http://schemas.openxmlformats.org/drawingml/2006/main">
              <a:ext uri="{FF2B5EF4-FFF2-40B4-BE49-F238E27FC236}">
                <a16:creationId xmlns:a16="http://schemas.microsoft.com/office/drawing/2014/main" id="{9424D6FD-314A-4B7F-BEAE-4761C1F1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共同狀態保留分歧與批准過程</a:t>
            </a:r>
          </a:p>
        </p:txBody>
      </p:sp>
      <p:sp>
        <p:nvSpPr>
          <p:cNvPr id="3" name="slide-41-line-3">
            <a:extLst xmlns:a="http://schemas.openxmlformats.org/drawingml/2006/main">
              <a:ext uri="{FF2B5EF4-FFF2-40B4-BE49-F238E27FC236}">
                <a16:creationId xmlns:a16="http://schemas.microsoft.com/office/drawing/2014/main" id="{60F53248-D0A4-492D-9B76-C4157F9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1-text-4">
            <a:extLst xmlns:a="http://schemas.openxmlformats.org/drawingml/2006/main">
              <a:ext uri="{FF2B5EF4-FFF2-40B4-BE49-F238E27FC236}">
                <a16:creationId xmlns:a16="http://schemas.microsoft.com/office/drawing/2014/main" id="{8508045A-521C-4C16-A095-173A662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1-text-5">
            <a:extLst xmlns:a="http://schemas.openxmlformats.org/drawingml/2006/main">
              <a:ext uri="{FF2B5EF4-FFF2-40B4-BE49-F238E27FC236}">
                <a16:creationId xmlns:a16="http://schemas.microsoft.com/office/drawing/2014/main" id="{EEB6BD6E-F228-42B4-949D-9E1DE34C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候選</a:t>
            </a:r>
          </a:p>
        </p:txBody>
      </p:sp>
      <p:sp>
        <p:nvSpPr>
          <p:cNvPr id="6" name="slide-41-text-6">
            <a:extLst xmlns:a="http://schemas.openxmlformats.org/drawingml/2006/main">
              <a:ext uri="{FF2B5EF4-FFF2-40B4-BE49-F238E27FC236}">
                <a16:creationId xmlns:a16="http://schemas.microsoft.com/office/drawing/2014/main" id="{AD3975AE-1A1A-4615-99CF-700020A3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3845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AI 或同事提出方案，尚未形成承諾</a:t>
            </a:r>
          </a:p>
        </p:txBody>
      </p:sp>
      <p:sp>
        <p:nvSpPr>
          <p:cNvPr id="7" name="slide-41-line-7">
            <a:extLst xmlns:a="http://schemas.openxmlformats.org/drawingml/2006/main">
              <a:ext uri="{FF2B5EF4-FFF2-40B4-BE49-F238E27FC236}">
                <a16:creationId xmlns:a16="http://schemas.microsoft.com/office/drawing/2014/main" id="{2B15C29F-35B0-43BF-94A6-60EAE6B8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41-text-8">
            <a:extLst xmlns:a="http://schemas.openxmlformats.org/drawingml/2006/main">
              <a:ext uri="{FF2B5EF4-FFF2-40B4-BE49-F238E27FC236}">
                <a16:creationId xmlns:a16="http://schemas.microsoft.com/office/drawing/2014/main" id="{33D92F6C-7E01-431D-A455-1CFE384D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確認</a:t>
            </a:r>
          </a:p>
        </p:txBody>
      </p:sp>
      <p:sp>
        <p:nvSpPr>
          <p:cNvPr id="9" name="slide-41-text-9">
            <a:extLst xmlns:a="http://schemas.openxmlformats.org/drawingml/2006/main">
              <a:ext uri="{FF2B5EF4-FFF2-40B4-BE49-F238E27FC236}">
                <a16:creationId xmlns:a16="http://schemas.microsoft.com/office/drawing/2014/main" id="{CCCA01DD-9178-46B6-89E0-6994328B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具名負責人核對依據與適用範圍</a:t>
            </a:r>
          </a:p>
        </p:txBody>
      </p:sp>
      <p:sp>
        <p:nvSpPr>
          <p:cNvPr id="10" name="slide-41-line-10">
            <a:extLst xmlns:a="http://schemas.openxmlformats.org/drawingml/2006/main">
              <a:ext uri="{FF2B5EF4-FFF2-40B4-BE49-F238E27FC236}">
                <a16:creationId xmlns:a16="http://schemas.microsoft.com/office/drawing/2014/main" id="{37E75BEF-1948-4127-9C61-BFD67D2B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41-text-11">
            <a:extLst xmlns:a="http://schemas.openxmlformats.org/drawingml/2006/main">
              <a:ext uri="{FF2B5EF4-FFF2-40B4-BE49-F238E27FC236}">
                <a16:creationId xmlns:a16="http://schemas.microsoft.com/office/drawing/2014/main" id="{0E019F2A-6287-4E01-AFFA-F2D70635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更新</a:t>
            </a:r>
          </a:p>
        </p:txBody>
      </p:sp>
      <p:sp>
        <p:nvSpPr>
          <p:cNvPr id="12" name="slide-41-text-12">
            <a:extLst xmlns:a="http://schemas.openxmlformats.org/drawingml/2006/main">
              <a:ext uri="{FF2B5EF4-FFF2-40B4-BE49-F238E27FC236}">
                <a16:creationId xmlns:a16="http://schemas.microsoft.com/office/drawing/2014/main" id="{2F555DBB-F29F-4451-A78A-CC0494D2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10150"/>
            <a:ext cx="92583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保留變更、異議及受影響的版本</a:t>
            </a:r>
          </a:p>
        </p:txBody>
      </p:sp>
      <p:sp>
        <p:nvSpPr>
          <p:cNvPr id="13" name="slide-41-line-13">
            <a:extLst xmlns:a="http://schemas.openxmlformats.org/drawingml/2006/main">
              <a:ext uri="{FF2B5EF4-FFF2-40B4-BE49-F238E27FC236}">
                <a16:creationId xmlns:a16="http://schemas.microsoft.com/office/drawing/2014/main" id="{26C64023-B4CF-4400-B7C6-41CD014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41-text-14">
            <a:extLst xmlns:a="http://schemas.openxmlformats.org/drawingml/2006/main">
              <a:ext uri="{FF2B5EF4-FFF2-40B4-BE49-F238E27FC236}">
                <a16:creationId xmlns:a16="http://schemas.microsoft.com/office/drawing/2014/main" id="{9DCC004C-1C19-4EFD-9B40-6E199ABA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41 / 66</a:t>
            </a:r>
          </a:p>
        </p:txBody>
      </p:sp>
    </p:spTree>
    <p:extLst>
      <p:ext uri="{BB962C8B-B14F-4D97-AF65-F5344CB8AC3E}">
        <p14:creationId xmlns:p14="http://schemas.microsoft.com/office/powerpoint/2010/main" val="174356323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2-text-1">
            <a:extLst xmlns:a="http://schemas.openxmlformats.org/drawingml/2006/main">
              <a:ext uri="{FF2B5EF4-FFF2-40B4-BE49-F238E27FC236}">
                <a16:creationId xmlns:a16="http://schemas.microsoft.com/office/drawing/2014/main" id="{BB27F73D-3B03-45F7-B2A4-F34D01D5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02   轉入團隊</a:t>
            </a:r>
          </a:p>
        </p:txBody>
      </p:sp>
      <p:sp>
        <p:nvSpPr>
          <p:cNvPr id="2" name="slide-42-text-2">
            <a:extLst xmlns:a="http://schemas.openxmlformats.org/drawingml/2006/main">
              <a:ext uri="{FF2B5EF4-FFF2-40B4-BE49-F238E27FC236}">
                <a16:creationId xmlns:a16="http://schemas.microsoft.com/office/drawing/2014/main" id="{981C98B6-F9D0-4014-9073-6046145B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組織能力需要經得起交接</a:t>
            </a:r>
          </a:p>
        </p:txBody>
      </p:sp>
      <p:sp>
        <p:nvSpPr>
          <p:cNvPr id="3" name="slide-42-line-3">
            <a:extLst xmlns:a="http://schemas.openxmlformats.org/drawingml/2006/main">
              <a:ext uri="{FF2B5EF4-FFF2-40B4-BE49-F238E27FC236}">
                <a16:creationId xmlns:a16="http://schemas.microsoft.com/office/drawing/2014/main" id="{EC3BDCC0-42C5-4E29-8379-9D31BEA3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2-text-4">
            <a:extLst xmlns:a="http://schemas.openxmlformats.org/drawingml/2006/main">
              <a:ext uri="{FF2B5EF4-FFF2-40B4-BE49-F238E27FC236}">
                <a16:creationId xmlns:a16="http://schemas.microsoft.com/office/drawing/2014/main" id="{3D35DBF4-7E6F-473E-ACD5-D2CD5EBE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2-text-5">
            <a:extLst xmlns:a="http://schemas.openxmlformats.org/drawingml/2006/main">
              <a:ext uri="{FF2B5EF4-FFF2-40B4-BE49-F238E27FC236}">
                <a16:creationId xmlns:a16="http://schemas.microsoft.com/office/drawing/2014/main" id="{4B952B5C-33A4-4FE8-9E53-FCF69A29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203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接手的同學拿到哪些資料？</a:t>
            </a:r>
          </a:p>
        </p:txBody>
      </p:sp>
      <p:sp>
        <p:nvSpPr>
          <p:cNvPr id="6" name="slide-42-text-6">
            <a:extLst xmlns:a="http://schemas.openxmlformats.org/drawingml/2006/main">
              <a:ext uri="{FF2B5EF4-FFF2-40B4-BE49-F238E27FC236}">
                <a16:creationId xmlns:a16="http://schemas.microsoft.com/office/drawing/2014/main" id="{185736DC-F992-46C4-9DD9-5561E77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9480"/>
            <a:ext cx="1203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遇到問題，可以找誰？</a:t>
            </a:r>
          </a:p>
        </p:txBody>
      </p:sp>
      <p:sp>
        <p:nvSpPr>
          <p:cNvPr id="7" name="slide-42-text-7">
            <a:extLst xmlns:a="http://schemas.openxmlformats.org/drawingml/2006/main">
              <a:ext uri="{FF2B5EF4-FFF2-40B4-BE49-F238E27FC236}">
                <a16:creationId xmlns:a16="http://schemas.microsoft.com/office/drawing/2014/main" id="{8AEAA8A6-8117-40BD-A912-37AD4939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除了導讀，還有原文、修訂理由、審查狀態與負責人。</a:t>
            </a:r>
          </a:p>
        </p:txBody>
      </p:sp>
      <p:sp>
        <p:nvSpPr>
          <p:cNvPr id="8" name="slide-42-text-8">
            <a:extLst xmlns:a="http://schemas.openxmlformats.org/drawingml/2006/main">
              <a:ext uri="{FF2B5EF4-FFF2-40B4-BE49-F238E27FC236}">
                <a16:creationId xmlns:a16="http://schemas.microsoft.com/office/drawing/2014/main" id="{BB92B994-6447-43D6-8492-D2DD73AE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42 / 66</a:t>
            </a:r>
          </a:p>
        </p:txBody>
      </p:sp>
    </p:spTree>
    <p:extLst>
      <p:ext uri="{BB962C8B-B14F-4D97-AF65-F5344CB8AC3E}">
        <p14:creationId xmlns:p14="http://schemas.microsoft.com/office/powerpoint/2010/main" val="187219811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43-text-1">
            <a:extLst xmlns:a="http://schemas.openxmlformats.org/drawingml/2006/main">
              <a:ext uri="{FF2B5EF4-FFF2-40B4-BE49-F238E27FC236}">
                <a16:creationId xmlns:a16="http://schemas.microsoft.com/office/drawing/2014/main" id="{E5196C83-667B-41E5-A58C-973A5AEE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03</a:t>
            </a:r>
          </a:p>
        </p:txBody>
      </p:sp>
      <p:sp>
        <p:nvSpPr>
          <p:cNvPr id="2" name="slide-43-line-2">
            <a:extLst xmlns:a="http://schemas.openxmlformats.org/drawingml/2006/main">
              <a:ext uri="{FF2B5EF4-FFF2-40B4-BE49-F238E27FC236}">
                <a16:creationId xmlns:a16="http://schemas.microsoft.com/office/drawing/2014/main" id="{96B6D9BA-0D46-431F-A821-5F5B44B1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43-text-3">
            <a:extLst xmlns:a="http://schemas.openxmlformats.org/drawingml/2006/main">
              <a:ext uri="{FF2B5EF4-FFF2-40B4-BE49-F238E27FC236}">
                <a16:creationId xmlns:a16="http://schemas.microsoft.com/office/drawing/2014/main" id="{959B071C-9B7B-4AC0-8277-74AC9B8D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43-text-4">
            <a:extLst xmlns:a="http://schemas.openxmlformats.org/drawingml/2006/main">
              <a:ext uri="{FF2B5EF4-FFF2-40B4-BE49-F238E27FC236}">
                <a16:creationId xmlns:a16="http://schemas.microsoft.com/office/drawing/2014/main" id="{9BB8ED1B-FE96-4B34-A481-18E6BB94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slide-43-text-5">
            <a:extLst xmlns:a="http://schemas.openxmlformats.org/drawingml/2006/main">
              <a:ext uri="{FF2B5EF4-FFF2-40B4-BE49-F238E27FC236}">
                <a16:creationId xmlns:a16="http://schemas.microsoft.com/office/drawing/2014/main" id="{2477F926-4185-40BF-B333-C7A05DC3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團隊如何共同負責</a:t>
            </a:r>
          </a:p>
        </p:txBody>
      </p:sp>
      <p:sp>
        <p:nvSpPr>
          <p:cNvPr id="6" name="slide-43-text-6">
            <a:extLst xmlns:a="http://schemas.openxmlformats.org/drawingml/2006/main">
              <a:ext uri="{FF2B5EF4-FFF2-40B4-BE49-F238E27FC236}">
                <a16:creationId xmlns:a16="http://schemas.microsoft.com/office/drawing/2014/main" id="{8F1DD3A4-E134-4EF5-9602-5616900E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執行成本降低後的工作系統</a:t>
            </a:r>
          </a:p>
        </p:txBody>
      </p:sp>
      <p:sp>
        <p:nvSpPr>
          <p:cNvPr id="7" name="slide-43-text-7">
            <a:extLst xmlns:a="http://schemas.openxmlformats.org/drawingml/2006/main">
              <a:ext uri="{FF2B5EF4-FFF2-40B4-BE49-F238E27FC236}">
                <a16:creationId xmlns:a16="http://schemas.microsoft.com/office/drawing/2014/main" id="{42EABA0F-554F-40E1-B8A3-2052D91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專業角色仍然存在，交接方式需要改變。</a:t>
            </a:r>
          </a:p>
        </p:txBody>
      </p:sp>
      <p:sp>
        <p:nvSpPr>
          <p:cNvPr id="8" name="slide-43-text-8">
            <a:extLst xmlns:a="http://schemas.openxmlformats.org/drawingml/2006/main">
              <a:ext uri="{FF2B5EF4-FFF2-40B4-BE49-F238E27FC236}">
                <a16:creationId xmlns:a16="http://schemas.microsoft.com/office/drawing/2014/main" id="{1DAF4EB2-7B28-45B7-ACFE-B317C2C5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43 / 66</a:t>
            </a:r>
          </a:p>
        </p:txBody>
      </p:sp>
    </p:spTree>
    <p:extLst>
      <p:ext uri="{BB962C8B-B14F-4D97-AF65-F5344CB8AC3E}">
        <p14:creationId xmlns:p14="http://schemas.microsoft.com/office/powerpoint/2010/main" val="110664462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44-text-1">
            <a:extLst xmlns:a="http://schemas.openxmlformats.org/drawingml/2006/main">
              <a:ext uri="{FF2B5EF4-FFF2-40B4-BE49-F238E27FC236}">
                <a16:creationId xmlns:a16="http://schemas.microsoft.com/office/drawing/2014/main" id="{EB03ACAB-738D-4FF0-976E-C1D3C8D3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對產品團隊的要求</a:t>
            </a:r>
          </a:p>
        </p:txBody>
      </p:sp>
      <p:sp>
        <p:nvSpPr>
          <p:cNvPr id="2" name="slide-44-text-2">
            <a:extLst xmlns:a="http://schemas.openxmlformats.org/drawingml/2006/main">
              <a:ext uri="{FF2B5EF4-FFF2-40B4-BE49-F238E27FC236}">
                <a16:creationId xmlns:a16="http://schemas.microsoft.com/office/drawing/2014/main" id="{AE9EC9D0-3B6D-40C1-AB57-27018732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產品團隊保留判斷的來由</a:t>
            </a:r>
          </a:p>
        </p:txBody>
      </p:sp>
      <p:sp>
        <p:nvSpPr>
          <p:cNvPr id="3" name="slide-44-line-3">
            <a:extLst xmlns:a="http://schemas.openxmlformats.org/drawingml/2006/main">
              <a:ext uri="{FF2B5EF4-FFF2-40B4-BE49-F238E27FC236}">
                <a16:creationId xmlns:a16="http://schemas.microsoft.com/office/drawing/2014/main" id="{F834695D-5027-449F-9A71-814C397F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4-text-4">
            <a:extLst xmlns:a="http://schemas.openxmlformats.org/drawingml/2006/main">
              <a:ext uri="{FF2B5EF4-FFF2-40B4-BE49-F238E27FC236}">
                <a16:creationId xmlns:a16="http://schemas.microsoft.com/office/drawing/2014/main" id="{B25079D6-A1AA-463F-8452-F0B1283D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4-text-5">
            <a:extLst xmlns:a="http://schemas.openxmlformats.org/drawingml/2006/main">
              <a:ext uri="{FF2B5EF4-FFF2-40B4-BE49-F238E27FC236}">
                <a16:creationId xmlns:a16="http://schemas.microsoft.com/office/drawing/2014/main" id="{80006D06-AC69-44A6-917C-A3FAAB27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44-line-6">
            <a:extLst xmlns:a="http://schemas.openxmlformats.org/drawingml/2006/main">
              <a:ext uri="{FF2B5EF4-FFF2-40B4-BE49-F238E27FC236}">
                <a16:creationId xmlns:a16="http://schemas.microsoft.com/office/drawing/2014/main" id="{9808A5EF-4492-4083-A180-EB0FC032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44-text-7">
            <a:extLst xmlns:a="http://schemas.openxmlformats.org/drawingml/2006/main">
              <a:ext uri="{FF2B5EF4-FFF2-40B4-BE49-F238E27FC236}">
                <a16:creationId xmlns:a16="http://schemas.microsoft.com/office/drawing/2014/main" id="{6819C1DC-0BD9-4242-B292-31641BF7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來源</a:t>
            </a:r>
          </a:p>
        </p:txBody>
      </p:sp>
      <p:sp>
        <p:nvSpPr>
          <p:cNvPr id="8" name="slide-44-text-8">
            <a:extLst xmlns:a="http://schemas.openxmlformats.org/drawingml/2006/main">
              <a:ext uri="{FF2B5EF4-FFF2-40B4-BE49-F238E27FC236}">
                <a16:creationId xmlns:a16="http://schemas.microsoft.com/office/drawing/2014/main" id="{8884F1B0-FA21-436A-884A-37FC6B70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教師回饋</a:t>
            </a:r>
          </a:p>
        </p:txBody>
      </p:sp>
      <p:sp>
        <p:nvSpPr>
          <p:cNvPr id="9" name="slide-44-line-9">
            <a:extLst xmlns:a="http://schemas.openxmlformats.org/drawingml/2006/main">
              <a:ext uri="{FF2B5EF4-FFF2-40B4-BE49-F238E27FC236}">
                <a16:creationId xmlns:a16="http://schemas.microsoft.com/office/drawing/2014/main" id="{9BF1500B-D929-4CE3-AF0F-3655922A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0" name="slide-44-text-10">
            <a:extLst xmlns:a="http://schemas.openxmlformats.org/drawingml/2006/main">
              <a:ext uri="{FF2B5EF4-FFF2-40B4-BE49-F238E27FC236}">
                <a16:creationId xmlns:a16="http://schemas.microsoft.com/office/drawing/2014/main" id="{06EAB92E-BF46-4579-9ECB-62B40822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1" name="slide-44-line-11">
            <a:extLst xmlns:a="http://schemas.openxmlformats.org/drawingml/2006/main">
              <a:ext uri="{FF2B5EF4-FFF2-40B4-BE49-F238E27FC236}">
                <a16:creationId xmlns:a16="http://schemas.microsoft.com/office/drawing/2014/main" id="{BA5B9120-1334-4F48-97E2-436E69B6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2" name="slide-44-text-12">
            <a:extLst xmlns:a="http://schemas.openxmlformats.org/drawingml/2006/main">
              <a:ext uri="{FF2B5EF4-FFF2-40B4-BE49-F238E27FC236}">
                <a16:creationId xmlns:a16="http://schemas.microsoft.com/office/drawing/2014/main" id="{6BA6F520-9660-4037-AC27-E6529B9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解釋</a:t>
            </a:r>
          </a:p>
        </p:txBody>
      </p:sp>
      <p:sp>
        <p:nvSpPr>
          <p:cNvPr id="13" name="slide-44-text-13">
            <a:extLst xmlns:a="http://schemas.openxmlformats.org/drawingml/2006/main">
              <a:ext uri="{FF2B5EF4-FFF2-40B4-BE49-F238E27FC236}">
                <a16:creationId xmlns:a16="http://schemas.microsoft.com/office/drawing/2014/main" id="{8313A6B5-779C-40F0-82F8-EAEA064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可能節省</a:t>
            </a:r>
          </a:p>
        </p:txBody>
      </p:sp>
      <p:sp>
        <p:nvSpPr>
          <p:cNvPr id="14" name="slide-44-text-14">
            <a:extLst xmlns:a="http://schemas.openxmlformats.org/drawingml/2006/main">
              <a:ext uri="{FF2B5EF4-FFF2-40B4-BE49-F238E27FC236}">
                <a16:creationId xmlns:a16="http://schemas.microsoft.com/office/drawing/2014/main" id="{9DA1E518-2563-4DEF-ACD5-85E85A7A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選材時間</a:t>
            </a:r>
          </a:p>
        </p:txBody>
      </p:sp>
      <p:sp>
        <p:nvSpPr>
          <p:cNvPr id="15" name="slide-44-line-15">
            <a:extLst xmlns:a="http://schemas.openxmlformats.org/drawingml/2006/main">
              <a:ext uri="{FF2B5EF4-FFF2-40B4-BE49-F238E27FC236}">
                <a16:creationId xmlns:a16="http://schemas.microsoft.com/office/drawing/2014/main" id="{04103B24-124E-4E2F-93E6-0B2923B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6" name="slide-44-text-16">
            <a:extLst xmlns:a="http://schemas.openxmlformats.org/drawingml/2006/main">
              <a:ext uri="{FF2B5EF4-FFF2-40B4-BE49-F238E27FC236}">
                <a16:creationId xmlns:a16="http://schemas.microsoft.com/office/drawing/2014/main" id="{43E725F8-41B6-44A7-8B77-E45DE512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7" name="slide-44-line-17">
            <a:extLst xmlns:a="http://schemas.openxmlformats.org/drawingml/2006/main">
              <a:ext uri="{FF2B5EF4-FFF2-40B4-BE49-F238E27FC236}">
                <a16:creationId xmlns:a16="http://schemas.microsoft.com/office/drawing/2014/main" id="{C5E21BFE-10B9-4E63-A77B-E249CB78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8" name="slide-44-text-18">
            <a:extLst xmlns:a="http://schemas.openxmlformats.org/drawingml/2006/main">
              <a:ext uri="{FF2B5EF4-FFF2-40B4-BE49-F238E27FC236}">
                <a16:creationId xmlns:a16="http://schemas.microsoft.com/office/drawing/2014/main" id="{C6C44D99-A050-437A-96C9-AA59E8C6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決策</a:t>
            </a:r>
          </a:p>
        </p:txBody>
      </p:sp>
      <p:sp>
        <p:nvSpPr>
          <p:cNvPr id="19" name="slide-44-text-19">
            <a:extLst xmlns:a="http://schemas.openxmlformats.org/drawingml/2006/main">
              <a:ext uri="{FF2B5EF4-FFF2-40B4-BE49-F238E27FC236}">
                <a16:creationId xmlns:a16="http://schemas.microsoft.com/office/drawing/2014/main" id="{B6C8FED1-50EC-4488-A4A4-10C78852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安排一次</a:t>
            </a:r>
          </a:p>
        </p:txBody>
      </p:sp>
      <p:sp>
        <p:nvSpPr>
          <p:cNvPr id="20" name="slide-44-text-20">
            <a:extLst xmlns:a="http://schemas.openxmlformats.org/drawingml/2006/main">
              <a:ext uri="{FF2B5EF4-FFF2-40B4-BE49-F238E27FC236}">
                <a16:creationId xmlns:a16="http://schemas.microsoft.com/office/drawing/2014/main" id="{9B419392-BA57-450B-98DA-BF2ADC2F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備課觀察</a:t>
            </a:r>
          </a:p>
        </p:txBody>
      </p:sp>
      <p:sp>
        <p:nvSpPr>
          <p:cNvPr id="21" name="slide-44-line-21">
            <a:extLst xmlns:a="http://schemas.openxmlformats.org/drawingml/2006/main">
              <a:ext uri="{FF2B5EF4-FFF2-40B4-BE49-F238E27FC236}">
                <a16:creationId xmlns:a16="http://schemas.microsoft.com/office/drawing/2014/main" id="{378A8CA7-C666-48DC-9A83-B464F156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2" name="slide-44-text-22">
            <a:extLst xmlns:a="http://schemas.openxmlformats.org/drawingml/2006/main">
              <a:ext uri="{FF2B5EF4-FFF2-40B4-BE49-F238E27FC236}">
                <a16:creationId xmlns:a16="http://schemas.microsoft.com/office/drawing/2014/main" id="{6B291207-655E-4955-AB75-39018A34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3" name="slide-44-line-23">
            <a:extLst xmlns:a="http://schemas.openxmlformats.org/drawingml/2006/main">
              <a:ext uri="{FF2B5EF4-FFF2-40B4-BE49-F238E27FC236}">
                <a16:creationId xmlns:a16="http://schemas.microsoft.com/office/drawing/2014/main" id="{B4B26765-BECB-4657-B525-F59B0037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4" name="slide-44-text-24">
            <a:extLst xmlns:a="http://schemas.openxmlformats.org/drawingml/2006/main">
              <a:ext uri="{FF2B5EF4-FFF2-40B4-BE49-F238E27FC236}">
                <a16:creationId xmlns:a16="http://schemas.microsoft.com/office/drawing/2014/main" id="{29A2BB06-9735-47CC-B862-92BC9FCB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25" name="slide-44-text-25">
            <a:extLst xmlns:a="http://schemas.openxmlformats.org/drawingml/2006/main">
              <a:ext uri="{FF2B5EF4-FFF2-40B4-BE49-F238E27FC236}">
                <a16:creationId xmlns:a16="http://schemas.microsoft.com/office/drawing/2014/main" id="{72907890-AD2C-42A6-878B-C4DB7705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保留或修訂</a:t>
            </a:r>
          </a:p>
        </p:txBody>
      </p:sp>
      <p:sp>
        <p:nvSpPr>
          <p:cNvPr id="26" name="slide-44-text-26">
            <a:extLst xmlns:a="http://schemas.openxmlformats.org/drawingml/2006/main">
              <a:ext uri="{FF2B5EF4-FFF2-40B4-BE49-F238E27FC236}">
                <a16:creationId xmlns:a16="http://schemas.microsoft.com/office/drawing/2014/main" id="{9FC7ED90-99BA-4914-99EC-335F56A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原有假設</a:t>
            </a:r>
          </a:p>
        </p:txBody>
      </p:sp>
      <p:sp>
        <p:nvSpPr>
          <p:cNvPr id="27" name="slide-44-text-27">
            <a:extLst xmlns:a="http://schemas.openxmlformats.org/drawingml/2006/main">
              <a:ext uri="{FF2B5EF4-FFF2-40B4-BE49-F238E27FC236}">
                <a16:creationId xmlns:a16="http://schemas.microsoft.com/office/drawing/2014/main" id="{28A54A26-C953-437C-8585-4ABDB74F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候選解釋與承諾，須由具名負責人確認。</a:t>
            </a:r>
          </a:p>
        </p:txBody>
      </p:sp>
      <p:sp>
        <p:nvSpPr>
          <p:cNvPr id="28" name="slide-44-text-28">
            <a:extLst xmlns:a="http://schemas.openxmlformats.org/drawingml/2006/main">
              <a:ext uri="{FF2B5EF4-FFF2-40B4-BE49-F238E27FC236}">
                <a16:creationId xmlns:a16="http://schemas.microsoft.com/office/drawing/2014/main" id="{AF9676E9-77AA-41E2-ABBD-C5A76697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44 / 66</a:t>
            </a:r>
          </a:p>
        </p:txBody>
      </p:sp>
    </p:spTree>
    <p:extLst>
      <p:ext uri="{BB962C8B-B14F-4D97-AF65-F5344CB8AC3E}">
        <p14:creationId xmlns:p14="http://schemas.microsoft.com/office/powerpoint/2010/main" val="15589742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5-text-1">
            <a:extLst xmlns:a="http://schemas.openxmlformats.org/drawingml/2006/main">
              <a:ext uri="{FF2B5EF4-FFF2-40B4-BE49-F238E27FC236}">
                <a16:creationId xmlns:a16="http://schemas.microsoft.com/office/drawing/2014/main" id="{4CA9214F-BB2E-446C-8F4D-DB098F3A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對內容團隊的要求</a:t>
            </a:r>
          </a:p>
        </p:txBody>
      </p:sp>
      <p:sp>
        <p:nvSpPr>
          <p:cNvPr id="2" name="slide-45-text-2">
            <a:extLst xmlns:a="http://schemas.openxmlformats.org/drawingml/2006/main">
              <a:ext uri="{FF2B5EF4-FFF2-40B4-BE49-F238E27FC236}">
                <a16:creationId xmlns:a16="http://schemas.microsoft.com/office/drawing/2014/main" id="{49661D1D-60AA-4A83-896C-0C6A515C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內容團隊建立可回查的資產</a:t>
            </a:r>
          </a:p>
        </p:txBody>
      </p:sp>
      <p:sp>
        <p:nvSpPr>
          <p:cNvPr id="3" name="slide-45-line-3">
            <a:extLst xmlns:a="http://schemas.openxmlformats.org/drawingml/2006/main">
              <a:ext uri="{FF2B5EF4-FFF2-40B4-BE49-F238E27FC236}">
                <a16:creationId xmlns:a16="http://schemas.microsoft.com/office/drawing/2014/main" id="{49AA343E-F2E4-4125-A24A-FBFD2DB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5-text-4">
            <a:extLst xmlns:a="http://schemas.openxmlformats.org/drawingml/2006/main">
              <a:ext uri="{FF2B5EF4-FFF2-40B4-BE49-F238E27FC236}">
                <a16:creationId xmlns:a16="http://schemas.microsoft.com/office/drawing/2014/main" id="{C2F4E9B6-2DE4-4B86-AD47-7FF8D994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5-text-5">
            <a:extLst xmlns:a="http://schemas.openxmlformats.org/drawingml/2006/main">
              <a:ext uri="{FF2B5EF4-FFF2-40B4-BE49-F238E27FC236}">
                <a16:creationId xmlns:a16="http://schemas.microsoft.com/office/drawing/2014/main" id="{74377B1B-BC0B-4527-AD61-5807E9A1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762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來源與使用範圍</a:t>
            </a:r>
          </a:p>
        </p:txBody>
      </p:sp>
      <p:sp>
        <p:nvSpPr>
          <p:cNvPr id="6" name="slide-45-text-6">
            <a:extLst xmlns:a="http://schemas.openxmlformats.org/drawingml/2006/main">
              <a:ext uri="{FF2B5EF4-FFF2-40B4-BE49-F238E27FC236}">
                <a16:creationId xmlns:a16="http://schemas.microsoft.com/office/drawing/2014/main" id="{3599C55B-7281-4447-A7F0-000EA5A8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89725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材料出處、使用許可與適用對象</a:t>
            </a:r>
          </a:p>
        </p:txBody>
      </p:sp>
      <p:sp>
        <p:nvSpPr>
          <p:cNvPr id="7" name="slide-45-line-7">
            <a:extLst xmlns:a="http://schemas.openxmlformats.org/drawingml/2006/main">
              <a:ext uri="{FF2B5EF4-FFF2-40B4-BE49-F238E27FC236}">
                <a16:creationId xmlns:a16="http://schemas.microsoft.com/office/drawing/2014/main" id="{3A026603-5912-4E98-B429-D505E43A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45-text-8">
            <a:extLst xmlns:a="http://schemas.openxmlformats.org/drawingml/2006/main">
              <a:ext uri="{FF2B5EF4-FFF2-40B4-BE49-F238E27FC236}">
                <a16:creationId xmlns:a16="http://schemas.microsoft.com/office/drawing/2014/main" id="{2FF55711-0DBB-479D-855B-D5C79FF8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762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專業與版本</a:t>
            </a:r>
          </a:p>
        </p:txBody>
      </p:sp>
      <p:sp>
        <p:nvSpPr>
          <p:cNvPr id="9" name="slide-45-text-9">
            <a:extLst xmlns:a="http://schemas.openxmlformats.org/drawingml/2006/main">
              <a:ext uri="{FF2B5EF4-FFF2-40B4-BE49-F238E27FC236}">
                <a16:creationId xmlns:a16="http://schemas.microsoft.com/office/drawing/2014/main" id="{E42FEF78-799C-4524-A238-8017659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95725"/>
            <a:ext cx="89725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提問依據、審查人及修訂關係</a:t>
            </a:r>
          </a:p>
        </p:txBody>
      </p:sp>
      <p:sp>
        <p:nvSpPr>
          <p:cNvPr id="10" name="slide-45-line-10">
            <a:extLst xmlns:a="http://schemas.openxmlformats.org/drawingml/2006/main">
              <a:ext uri="{FF2B5EF4-FFF2-40B4-BE49-F238E27FC236}">
                <a16:creationId xmlns:a16="http://schemas.microsoft.com/office/drawing/2014/main" id="{F883CA15-A84D-4DC7-8A6C-B8A1A368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45-text-11">
            <a:extLst xmlns:a="http://schemas.openxmlformats.org/drawingml/2006/main">
              <a:ext uri="{FF2B5EF4-FFF2-40B4-BE49-F238E27FC236}">
                <a16:creationId xmlns:a16="http://schemas.microsoft.com/office/drawing/2014/main" id="{8A22F906-7898-4288-B1B5-EA844BBD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76225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使用後回寫</a:t>
            </a:r>
          </a:p>
        </p:txBody>
      </p:sp>
      <p:sp>
        <p:nvSpPr>
          <p:cNvPr id="12" name="slide-45-text-12">
            <a:extLst xmlns:a="http://schemas.openxmlformats.org/drawingml/2006/main">
              <a:ext uri="{FF2B5EF4-FFF2-40B4-BE49-F238E27FC236}">
                <a16:creationId xmlns:a16="http://schemas.microsoft.com/office/drawing/2014/main" id="{35FA8755-8384-4DB7-A7E8-91AF8472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897255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採用、修改、拒絕與發現的問題</a:t>
            </a:r>
          </a:p>
        </p:txBody>
      </p:sp>
      <p:sp>
        <p:nvSpPr>
          <p:cNvPr id="13" name="slide-45-line-13">
            <a:extLst xmlns:a="http://schemas.openxmlformats.org/drawingml/2006/main">
              <a:ext uri="{FF2B5EF4-FFF2-40B4-BE49-F238E27FC236}">
                <a16:creationId xmlns:a16="http://schemas.microsoft.com/office/drawing/2014/main" id="{19E5341A-210A-4084-8A8F-4C8CD773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45-text-14">
            <a:extLst xmlns:a="http://schemas.openxmlformats.org/drawingml/2006/main">
              <a:ext uri="{FF2B5EF4-FFF2-40B4-BE49-F238E27FC236}">
                <a16:creationId xmlns:a16="http://schemas.microsoft.com/office/drawing/2014/main" id="{67B317D4-7174-4BF2-AB7A-ADAA33E2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45 / 66</a:t>
            </a:r>
          </a:p>
        </p:txBody>
      </p:sp>
    </p:spTree>
    <p:extLst>
      <p:ext uri="{BB962C8B-B14F-4D97-AF65-F5344CB8AC3E}">
        <p14:creationId xmlns:p14="http://schemas.microsoft.com/office/powerpoint/2010/main" val="40214777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46-text-1">
            <a:extLst xmlns:a="http://schemas.openxmlformats.org/drawingml/2006/main">
              <a:ext uri="{FF2B5EF4-FFF2-40B4-BE49-F238E27FC236}">
                <a16:creationId xmlns:a16="http://schemas.microsoft.com/office/drawing/2014/main" id="{987A6A8B-1A96-483D-BDD1-43C61C48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對研發團隊的要求</a:t>
            </a:r>
          </a:p>
        </p:txBody>
      </p:sp>
      <p:sp>
        <p:nvSpPr>
          <p:cNvPr id="2" name="slide-46-text-2">
            <a:extLst xmlns:a="http://schemas.openxmlformats.org/drawingml/2006/main">
              <a:ext uri="{FF2B5EF4-FFF2-40B4-BE49-F238E27FC236}">
                <a16:creationId xmlns:a16="http://schemas.microsoft.com/office/drawing/2014/main" id="{85D67FA3-682B-4127-BEBF-1555353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研發團隊讓執行可驗證、可恢復</a:t>
            </a:r>
          </a:p>
        </p:txBody>
      </p:sp>
      <p:sp>
        <p:nvSpPr>
          <p:cNvPr id="3" name="slide-46-line-3">
            <a:extLst xmlns:a="http://schemas.openxmlformats.org/drawingml/2006/main">
              <a:ext uri="{FF2B5EF4-FFF2-40B4-BE49-F238E27FC236}">
                <a16:creationId xmlns:a16="http://schemas.microsoft.com/office/drawing/2014/main" id="{6EC81C1B-1470-4AD7-B957-91340E4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6-text-4">
            <a:extLst xmlns:a="http://schemas.openxmlformats.org/drawingml/2006/main">
              <a:ext uri="{FF2B5EF4-FFF2-40B4-BE49-F238E27FC236}">
                <a16:creationId xmlns:a16="http://schemas.microsoft.com/office/drawing/2014/main" id="{50BF298D-6BB6-4557-856F-67D42C45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6-text-5">
            <a:extLst xmlns:a="http://schemas.openxmlformats.org/drawingml/2006/main">
              <a:ext uri="{FF2B5EF4-FFF2-40B4-BE49-F238E27FC236}">
                <a16:creationId xmlns:a16="http://schemas.microsoft.com/office/drawing/2014/main" id="{CB5B63A5-A468-4F6F-B4BD-4910805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46-line-6">
            <a:extLst xmlns:a="http://schemas.openxmlformats.org/drawingml/2006/main">
              <a:ext uri="{FF2B5EF4-FFF2-40B4-BE49-F238E27FC236}">
                <a16:creationId xmlns:a16="http://schemas.microsoft.com/office/drawing/2014/main" id="{E2F9D698-4F2A-4F4D-9BE7-6B0A74E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46-text-7">
            <a:extLst xmlns:a="http://schemas.openxmlformats.org/drawingml/2006/main">
              <a:ext uri="{FF2B5EF4-FFF2-40B4-BE49-F238E27FC236}">
                <a16:creationId xmlns:a16="http://schemas.microsoft.com/office/drawing/2014/main" id="{762F6F2F-8239-4FAC-B755-7B712966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版本</a:t>
            </a:r>
          </a:p>
        </p:txBody>
      </p:sp>
      <p:sp>
        <p:nvSpPr>
          <p:cNvPr id="8" name="slide-46-text-8">
            <a:extLst xmlns:a="http://schemas.openxmlformats.org/drawingml/2006/main">
              <a:ext uri="{FF2B5EF4-FFF2-40B4-BE49-F238E27FC236}">
                <a16:creationId xmlns:a16="http://schemas.microsoft.com/office/drawing/2014/main" id="{C875A4EA-BC10-4B54-9D4A-DB51ACEE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固定受檢查</a:t>
            </a:r>
          </a:p>
        </p:txBody>
      </p:sp>
      <p:sp>
        <p:nvSpPr>
          <p:cNvPr id="9" name="slide-46-text-9">
            <a:extLst xmlns:a="http://schemas.openxmlformats.org/drawingml/2006/main">
              <a:ext uri="{FF2B5EF4-FFF2-40B4-BE49-F238E27FC236}">
                <a16:creationId xmlns:a16="http://schemas.microsoft.com/office/drawing/2014/main" id="{8142C65A-F67B-4C3A-B901-35B18E8F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的改動</a:t>
            </a:r>
          </a:p>
        </p:txBody>
      </p:sp>
      <p:sp>
        <p:nvSpPr>
          <p:cNvPr id="10" name="slide-46-line-10">
            <a:extLst xmlns:a="http://schemas.openxmlformats.org/drawingml/2006/main">
              <a:ext uri="{FF2B5EF4-FFF2-40B4-BE49-F238E27FC236}">
                <a16:creationId xmlns:a16="http://schemas.microsoft.com/office/drawing/2014/main" id="{DA3881F9-4E65-4293-A53C-D4294EC6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46-text-11">
            <a:extLst xmlns:a="http://schemas.openxmlformats.org/drawingml/2006/main">
              <a:ext uri="{FF2B5EF4-FFF2-40B4-BE49-F238E27FC236}">
                <a16:creationId xmlns:a16="http://schemas.microsoft.com/office/drawing/2014/main" id="{8A96318F-2C5A-4033-8D80-8C4441C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46-line-12">
            <a:extLst xmlns:a="http://schemas.openxmlformats.org/drawingml/2006/main">
              <a:ext uri="{FF2B5EF4-FFF2-40B4-BE49-F238E27FC236}">
                <a16:creationId xmlns:a16="http://schemas.microsoft.com/office/drawing/2014/main" id="{EBF7095E-6973-4259-869B-07108303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46-text-13">
            <a:extLst xmlns:a="http://schemas.openxmlformats.org/drawingml/2006/main">
              <a:ext uri="{FF2B5EF4-FFF2-40B4-BE49-F238E27FC236}">
                <a16:creationId xmlns:a16="http://schemas.microsoft.com/office/drawing/2014/main" id="{ADE98BF6-BD2E-4245-A311-2EBDD1FE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驗證</a:t>
            </a:r>
          </a:p>
        </p:txBody>
      </p:sp>
      <p:sp>
        <p:nvSpPr>
          <p:cNvPr id="14" name="slide-46-text-14">
            <a:extLst xmlns:a="http://schemas.openxmlformats.org/drawingml/2006/main">
              <a:ext uri="{FF2B5EF4-FFF2-40B4-BE49-F238E27FC236}">
                <a16:creationId xmlns:a16="http://schemas.microsoft.com/office/drawing/2014/main" id="{FF21C495-BC0C-4A35-8627-38A379B2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正常情況</a:t>
            </a:r>
          </a:p>
        </p:txBody>
      </p:sp>
      <p:sp>
        <p:nvSpPr>
          <p:cNvPr id="15" name="slide-46-text-15">
            <a:extLst xmlns:a="http://schemas.openxmlformats.org/drawingml/2006/main">
              <a:ext uri="{FF2B5EF4-FFF2-40B4-BE49-F238E27FC236}">
                <a16:creationId xmlns:a16="http://schemas.microsoft.com/office/drawing/2014/main" id="{7271E1A9-BC25-4DC2-84EC-4DBC08B8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與失敗路徑</a:t>
            </a:r>
          </a:p>
        </p:txBody>
      </p:sp>
      <p:sp>
        <p:nvSpPr>
          <p:cNvPr id="16" name="slide-46-line-16">
            <a:extLst xmlns:a="http://schemas.openxmlformats.org/drawingml/2006/main">
              <a:ext uri="{FF2B5EF4-FFF2-40B4-BE49-F238E27FC236}">
                <a16:creationId xmlns:a16="http://schemas.microsoft.com/office/drawing/2014/main" id="{0F8F0F4F-1AE7-4B5C-9994-3F9A715A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46-text-17">
            <a:extLst xmlns:a="http://schemas.openxmlformats.org/drawingml/2006/main">
              <a:ext uri="{FF2B5EF4-FFF2-40B4-BE49-F238E27FC236}">
                <a16:creationId xmlns:a16="http://schemas.microsoft.com/office/drawing/2014/main" id="{7564CE67-1871-4BD6-B1E2-F87B82A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46-line-18">
            <a:extLst xmlns:a="http://schemas.openxmlformats.org/drawingml/2006/main">
              <a:ext uri="{FF2B5EF4-FFF2-40B4-BE49-F238E27FC236}">
                <a16:creationId xmlns:a16="http://schemas.microsoft.com/office/drawing/2014/main" id="{C31DB31E-7E14-4791-8E66-1AC16212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46-text-19">
            <a:extLst xmlns:a="http://schemas.openxmlformats.org/drawingml/2006/main">
              <a:ext uri="{FF2B5EF4-FFF2-40B4-BE49-F238E27FC236}">
                <a16:creationId xmlns:a16="http://schemas.microsoft.com/office/drawing/2014/main" id="{DDAA40D6-EDAB-435F-A1FD-297D9EFE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批准</a:t>
            </a:r>
          </a:p>
        </p:txBody>
      </p:sp>
      <p:sp>
        <p:nvSpPr>
          <p:cNvPr id="20" name="slide-46-text-20">
            <a:extLst xmlns:a="http://schemas.openxmlformats.org/drawingml/2006/main">
              <a:ext uri="{FF2B5EF4-FFF2-40B4-BE49-F238E27FC236}">
                <a16:creationId xmlns:a16="http://schemas.microsoft.com/office/drawing/2014/main" id="{6971E4B2-D76F-4C0D-AD52-F7589088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具名確認</a:t>
            </a:r>
          </a:p>
        </p:txBody>
      </p:sp>
      <p:sp>
        <p:nvSpPr>
          <p:cNvPr id="21" name="slide-46-text-21">
            <a:extLst xmlns:a="http://schemas.openxmlformats.org/drawingml/2006/main">
              <a:ext uri="{FF2B5EF4-FFF2-40B4-BE49-F238E27FC236}">
                <a16:creationId xmlns:a16="http://schemas.microsoft.com/office/drawing/2014/main" id="{762CA004-6758-47A5-85E3-5530C794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風險與限制</a:t>
            </a:r>
          </a:p>
        </p:txBody>
      </p:sp>
      <p:sp>
        <p:nvSpPr>
          <p:cNvPr id="22" name="slide-46-line-22">
            <a:extLst xmlns:a="http://schemas.openxmlformats.org/drawingml/2006/main">
              <a:ext uri="{FF2B5EF4-FFF2-40B4-BE49-F238E27FC236}">
                <a16:creationId xmlns:a16="http://schemas.microsoft.com/office/drawing/2014/main" id="{B759502A-D7C3-4AEA-8B12-6CC1860E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46-text-23">
            <a:extLst xmlns:a="http://schemas.openxmlformats.org/drawingml/2006/main">
              <a:ext uri="{FF2B5EF4-FFF2-40B4-BE49-F238E27FC236}">
                <a16:creationId xmlns:a16="http://schemas.microsoft.com/office/drawing/2014/main" id="{4EF9ECBD-22D0-44B4-B5CF-D8B146DE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46-line-24">
            <a:extLst xmlns:a="http://schemas.openxmlformats.org/drawingml/2006/main">
              <a:ext uri="{FF2B5EF4-FFF2-40B4-BE49-F238E27FC236}">
                <a16:creationId xmlns:a16="http://schemas.microsoft.com/office/drawing/2014/main" id="{3AC74BB0-1AE2-4DBC-8511-752C8AA8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46-text-25">
            <a:extLst xmlns:a="http://schemas.openxmlformats.org/drawingml/2006/main">
              <a:ext uri="{FF2B5EF4-FFF2-40B4-BE49-F238E27FC236}">
                <a16:creationId xmlns:a16="http://schemas.microsoft.com/office/drawing/2014/main" id="{931983C7-ED20-4986-A0B6-8117CACB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恢復</a:t>
            </a:r>
          </a:p>
        </p:txBody>
      </p:sp>
      <p:sp>
        <p:nvSpPr>
          <p:cNvPr id="26" name="slide-46-text-26">
            <a:extLst xmlns:a="http://schemas.openxmlformats.org/drawingml/2006/main">
              <a:ext uri="{FF2B5EF4-FFF2-40B4-BE49-F238E27FC236}">
                <a16:creationId xmlns:a16="http://schemas.microsoft.com/office/drawing/2014/main" id="{0F93339B-9C88-4023-BC04-8B355E1F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回退方案</a:t>
            </a:r>
          </a:p>
        </p:txBody>
      </p:sp>
      <p:sp>
        <p:nvSpPr>
          <p:cNvPr id="27" name="slide-46-text-27">
            <a:extLst xmlns:a="http://schemas.openxmlformats.org/drawingml/2006/main">
              <a:ext uri="{FF2B5EF4-FFF2-40B4-BE49-F238E27FC236}">
                <a16:creationId xmlns:a16="http://schemas.microsoft.com/office/drawing/2014/main" id="{61A47B1C-A9BA-4A0A-A114-8C4FE77E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與運行觀察</a:t>
            </a:r>
          </a:p>
        </p:txBody>
      </p:sp>
      <p:sp>
        <p:nvSpPr>
          <p:cNvPr id="28" name="slide-46-text-28">
            <a:extLst xmlns:a="http://schemas.openxmlformats.org/drawingml/2006/main">
              <a:ext uri="{FF2B5EF4-FFF2-40B4-BE49-F238E27FC236}">
                <a16:creationId xmlns:a16="http://schemas.microsoft.com/office/drawing/2014/main" id="{924EFDAF-AB96-4756-9728-1BCBEC84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生成、檢查與批准應有可辨認的責任分離。</a:t>
            </a:r>
          </a:p>
        </p:txBody>
      </p:sp>
      <p:sp>
        <p:nvSpPr>
          <p:cNvPr id="29" name="slide-46-text-29">
            <a:extLst xmlns:a="http://schemas.openxmlformats.org/drawingml/2006/main">
              <a:ext uri="{FF2B5EF4-FFF2-40B4-BE49-F238E27FC236}">
                <a16:creationId xmlns:a16="http://schemas.microsoft.com/office/drawing/2014/main" id="{BFC56A53-6822-4D6D-A4EB-90B0DA3A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46 / 66</a:t>
            </a:r>
          </a:p>
        </p:txBody>
      </p:sp>
    </p:spTree>
    <p:extLst>
      <p:ext uri="{BB962C8B-B14F-4D97-AF65-F5344CB8AC3E}">
        <p14:creationId xmlns:p14="http://schemas.microsoft.com/office/powerpoint/2010/main" val="130978857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47-text-1">
            <a:extLst xmlns:a="http://schemas.openxmlformats.org/drawingml/2006/main">
              <a:ext uri="{FF2B5EF4-FFF2-40B4-BE49-F238E27FC236}">
                <a16:creationId xmlns:a16="http://schemas.microsoft.com/office/drawing/2014/main" id="{15753993-20CE-4C3B-BBE2-94257C06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小組交接</a:t>
            </a:r>
          </a:p>
        </p:txBody>
      </p:sp>
      <p:sp>
        <p:nvSpPr>
          <p:cNvPr id="2" name="slide-47-text-2">
            <a:extLst xmlns:a="http://schemas.openxmlformats.org/drawingml/2006/main">
              <a:ext uri="{FF2B5EF4-FFF2-40B4-BE49-F238E27FC236}">
                <a16:creationId xmlns:a16="http://schemas.microsoft.com/office/drawing/2014/main" id="{43E8D8DC-BA6E-466C-B02D-C61CE8C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三類專業共享同一份工作契約</a:t>
            </a:r>
          </a:p>
        </p:txBody>
      </p:sp>
      <p:sp>
        <p:nvSpPr>
          <p:cNvPr id="3" name="slide-47-line-3">
            <a:extLst xmlns:a="http://schemas.openxmlformats.org/drawingml/2006/main">
              <a:ext uri="{FF2B5EF4-FFF2-40B4-BE49-F238E27FC236}">
                <a16:creationId xmlns:a16="http://schemas.microsoft.com/office/drawing/2014/main" id="{E0300C11-52ED-444D-A01F-0B78566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7-text-4">
            <a:extLst xmlns:a="http://schemas.openxmlformats.org/drawingml/2006/main">
              <a:ext uri="{FF2B5EF4-FFF2-40B4-BE49-F238E27FC236}">
                <a16:creationId xmlns:a16="http://schemas.microsoft.com/office/drawing/2014/main" id="{2F93D63B-2F37-4427-96AB-3AE5AB3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7-text-5">
            <a:extLst xmlns:a="http://schemas.openxmlformats.org/drawingml/2006/main">
              <a:ext uri="{FF2B5EF4-FFF2-40B4-BE49-F238E27FC236}">
                <a16:creationId xmlns:a16="http://schemas.microsoft.com/office/drawing/2014/main" id="{9C910777-0264-40C9-9C25-D15567C5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6" name="slide-47-line-6">
            <a:extLst xmlns:a="http://schemas.openxmlformats.org/drawingml/2006/main">
              <a:ext uri="{FF2B5EF4-FFF2-40B4-BE49-F238E27FC236}">
                <a16:creationId xmlns:a16="http://schemas.microsoft.com/office/drawing/2014/main" id="{D68F4897-38DF-4EF5-BEC2-A198909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47-text-7">
            <a:extLst xmlns:a="http://schemas.openxmlformats.org/drawingml/2006/main">
              <a:ext uri="{FF2B5EF4-FFF2-40B4-BE49-F238E27FC236}">
                <a16:creationId xmlns:a16="http://schemas.microsoft.com/office/drawing/2014/main" id="{8E72EDCD-B00A-4828-963F-C2A478CF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判斷依據</a:t>
            </a:r>
          </a:p>
        </p:txBody>
      </p:sp>
      <p:sp>
        <p:nvSpPr>
          <p:cNvPr id="8" name="slide-47-text-8">
            <a:extLst xmlns:a="http://schemas.openxmlformats.org/drawingml/2006/main">
              <a:ext uri="{FF2B5EF4-FFF2-40B4-BE49-F238E27FC236}">
                <a16:creationId xmlns:a16="http://schemas.microsoft.com/office/drawing/2014/main" id="{83439C2F-DD6F-42B1-86F6-DCB58286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491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承諾範圍</a:t>
            </a:r>
          </a:p>
        </p:txBody>
      </p:sp>
      <p:sp>
        <p:nvSpPr>
          <p:cNvPr id="9" name="slide-47-text-9">
            <a:extLst xmlns:a="http://schemas.openxmlformats.org/drawingml/2006/main">
              <a:ext uri="{FF2B5EF4-FFF2-40B4-BE49-F238E27FC236}">
                <a16:creationId xmlns:a16="http://schemas.microsoft.com/office/drawing/2014/main" id="{86F4C64A-6736-45C5-942E-28E33D74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內容</a:t>
            </a:r>
          </a:p>
        </p:txBody>
      </p:sp>
      <p:sp>
        <p:nvSpPr>
          <p:cNvPr id="10" name="slide-47-line-10">
            <a:extLst xmlns:a="http://schemas.openxmlformats.org/drawingml/2006/main">
              <a:ext uri="{FF2B5EF4-FFF2-40B4-BE49-F238E27FC236}">
                <a16:creationId xmlns:a16="http://schemas.microsoft.com/office/drawing/2014/main" id="{82B92500-2277-4F79-B46F-6CEC8BA9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47-text-11">
            <a:extLst xmlns:a="http://schemas.openxmlformats.org/drawingml/2006/main">
              <a:ext uri="{FF2B5EF4-FFF2-40B4-BE49-F238E27FC236}">
                <a16:creationId xmlns:a16="http://schemas.microsoft.com/office/drawing/2014/main" id="{5940F658-D132-450B-B0BA-DCC0FF13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05200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材料版本</a:t>
            </a:r>
          </a:p>
        </p:txBody>
      </p:sp>
      <p:sp>
        <p:nvSpPr>
          <p:cNvPr id="12" name="slide-47-text-12">
            <a:extLst xmlns:a="http://schemas.openxmlformats.org/drawingml/2006/main">
              <a:ext uri="{FF2B5EF4-FFF2-40B4-BE49-F238E27FC236}">
                <a16:creationId xmlns:a16="http://schemas.microsoft.com/office/drawing/2014/main" id="{279A71DB-632F-4590-B026-666F07C8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491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專業標準</a:t>
            </a:r>
          </a:p>
        </p:txBody>
      </p:sp>
      <p:sp>
        <p:nvSpPr>
          <p:cNvPr id="13" name="slide-47-text-13">
            <a:extLst xmlns:a="http://schemas.openxmlformats.org/drawingml/2006/main">
              <a:ext uri="{FF2B5EF4-FFF2-40B4-BE49-F238E27FC236}">
                <a16:creationId xmlns:a16="http://schemas.microsoft.com/office/drawing/2014/main" id="{26DA9131-2ADA-4CE4-8A5C-5FE4D72B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研發</a:t>
            </a:r>
          </a:p>
        </p:txBody>
      </p:sp>
      <p:sp>
        <p:nvSpPr>
          <p:cNvPr id="14" name="slide-47-line-14">
            <a:extLst xmlns:a="http://schemas.openxmlformats.org/drawingml/2006/main">
              <a:ext uri="{FF2B5EF4-FFF2-40B4-BE49-F238E27FC236}">
                <a16:creationId xmlns:a16="http://schemas.microsoft.com/office/drawing/2014/main" id="{DB84CE47-B644-410C-AEFE-D40BE3FF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813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5" name="slide-47-text-15">
            <a:extLst xmlns:a="http://schemas.openxmlformats.org/drawingml/2006/main">
              <a:ext uri="{FF2B5EF4-FFF2-40B4-BE49-F238E27FC236}">
                <a16:creationId xmlns:a16="http://schemas.microsoft.com/office/drawing/2014/main" id="{090F183F-B072-485C-B5B2-EDB2D3BD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05200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執行版本</a:t>
            </a:r>
          </a:p>
        </p:txBody>
      </p:sp>
      <p:sp>
        <p:nvSpPr>
          <p:cNvPr id="16" name="slide-47-text-16">
            <a:extLst xmlns:a="http://schemas.openxmlformats.org/drawingml/2006/main">
              <a:ext uri="{FF2B5EF4-FFF2-40B4-BE49-F238E27FC236}">
                <a16:creationId xmlns:a16="http://schemas.microsoft.com/office/drawing/2014/main" id="{E049844D-DA81-4345-99B5-ED7669D1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24491"/>
            <a:ext cx="3619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驗證與恢復</a:t>
            </a:r>
          </a:p>
        </p:txBody>
      </p:sp>
      <p:sp>
        <p:nvSpPr>
          <p:cNvPr id="17" name="slide-47-line-17">
            <a:extLst xmlns:a="http://schemas.openxmlformats.org/drawingml/2006/main">
              <a:ext uri="{FF2B5EF4-FFF2-40B4-BE49-F238E27FC236}">
                <a16:creationId xmlns:a16="http://schemas.microsoft.com/office/drawing/2014/main" id="{529BC348-C51D-4AC0-B66A-EBC42A2C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8" name="slide-47-text-18">
            <a:extLst xmlns:a="http://schemas.openxmlformats.org/drawingml/2006/main">
              <a:ext uri="{FF2B5EF4-FFF2-40B4-BE49-F238E27FC236}">
                <a16:creationId xmlns:a16="http://schemas.microsoft.com/office/drawing/2014/main" id="{D5BFCBA4-9394-48CF-81FE-72CA1B85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同一次交付：對得上的版本、驗收標準與批准記錄</a:t>
            </a:r>
          </a:p>
        </p:txBody>
      </p:sp>
      <p:sp>
        <p:nvSpPr>
          <p:cNvPr id="19" name="slide-47-text-19">
            <a:extLst xmlns:a="http://schemas.openxmlformats.org/drawingml/2006/main">
              <a:ext uri="{FF2B5EF4-FFF2-40B4-BE49-F238E27FC236}">
                <a16:creationId xmlns:a16="http://schemas.microsoft.com/office/drawing/2014/main" id="{B2B23AB9-4C77-4DC0-887A-C7B2BC7E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你的小組交接時，另一組能否核對這些關係？</a:t>
            </a:r>
          </a:p>
        </p:txBody>
      </p:sp>
      <p:sp>
        <p:nvSpPr>
          <p:cNvPr id="20" name="slide-47-text-20">
            <a:extLst xmlns:a="http://schemas.openxmlformats.org/drawingml/2006/main">
              <a:ext uri="{FF2B5EF4-FFF2-40B4-BE49-F238E27FC236}">
                <a16:creationId xmlns:a16="http://schemas.microsoft.com/office/drawing/2014/main" id="{FE536E43-790C-4806-B37E-719299B5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47 / 66</a:t>
            </a:r>
          </a:p>
        </p:txBody>
      </p:sp>
    </p:spTree>
    <p:extLst>
      <p:ext uri="{BB962C8B-B14F-4D97-AF65-F5344CB8AC3E}">
        <p14:creationId xmlns:p14="http://schemas.microsoft.com/office/powerpoint/2010/main" val="89614946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48-text-1">
            <a:extLst xmlns:a="http://schemas.openxmlformats.org/drawingml/2006/main">
              <a:ext uri="{FF2B5EF4-FFF2-40B4-BE49-F238E27FC236}">
                <a16:creationId xmlns:a16="http://schemas.microsoft.com/office/drawing/2014/main" id="{E85EC644-DE7F-4CF5-A2D0-D3DD43D2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這條工作流具備哪些能力</a:t>
            </a:r>
          </a:p>
        </p:txBody>
      </p:sp>
      <p:sp>
        <p:nvSpPr>
          <p:cNvPr id="2" name="slide-48-text-2">
            <a:extLst xmlns:a="http://schemas.openxmlformats.org/drawingml/2006/main">
              <a:ext uri="{FF2B5EF4-FFF2-40B4-BE49-F238E27FC236}">
                <a16:creationId xmlns:a16="http://schemas.microsoft.com/office/drawing/2014/main" id="{4B1D3732-17F4-4BE2-AA16-7262A174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AI Native 轉型的五級能力演進</a:t>
            </a:r>
          </a:p>
        </p:txBody>
      </p:sp>
      <p:sp>
        <p:nvSpPr>
          <p:cNvPr id="3" name="slide-48-line-3">
            <a:extLst xmlns:a="http://schemas.openxmlformats.org/drawingml/2006/main">
              <a:ext uri="{FF2B5EF4-FFF2-40B4-BE49-F238E27FC236}">
                <a16:creationId xmlns:a16="http://schemas.microsoft.com/office/drawing/2014/main" id="{11F98360-2FA3-4EB4-BB24-406459EA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48-text-4">
            <a:extLst xmlns:a="http://schemas.openxmlformats.org/drawingml/2006/main">
              <a:ext uri="{FF2B5EF4-FFF2-40B4-BE49-F238E27FC236}">
                <a16:creationId xmlns:a16="http://schemas.microsoft.com/office/drawing/2014/main" id="{7F6D53E7-1109-41F4-BD51-84EC1F5B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8-line-5">
            <a:extLst xmlns:a="http://schemas.openxmlformats.org/drawingml/2006/main">
              <a:ext uri="{FF2B5EF4-FFF2-40B4-BE49-F238E27FC236}">
                <a16:creationId xmlns:a16="http://schemas.microsoft.com/office/drawing/2014/main" id="{8AB282D5-D58F-44D5-926A-455F9DEE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6" name="slide-48-text-6">
            <a:extLst xmlns:a="http://schemas.openxmlformats.org/drawingml/2006/main">
              <a:ext uri="{FF2B5EF4-FFF2-40B4-BE49-F238E27FC236}">
                <a16:creationId xmlns:a16="http://schemas.microsoft.com/office/drawing/2014/main" id="{1D5528C5-D971-4AD1-ADB3-9D6E0176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L1</a:t>
            </a:r>
          </a:p>
        </p:txBody>
      </p:sp>
      <p:sp>
        <p:nvSpPr>
          <p:cNvPr id="7" name="slide-48-text-7">
            <a:extLst xmlns:a="http://schemas.openxmlformats.org/drawingml/2006/main">
              <a:ext uri="{FF2B5EF4-FFF2-40B4-BE49-F238E27FC236}">
                <a16:creationId xmlns:a16="http://schemas.microsoft.com/office/drawing/2014/main" id="{61B6BBFC-930D-40CF-9943-8CC57A72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62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個人工具</a:t>
            </a:r>
          </a:p>
        </p:txBody>
      </p:sp>
      <p:sp>
        <p:nvSpPr>
          <p:cNvPr id="8" name="slide-48-text-8">
            <a:extLst xmlns:a="http://schemas.openxmlformats.org/drawingml/2006/main">
              <a:ext uri="{FF2B5EF4-FFF2-40B4-BE49-F238E27FC236}">
                <a16:creationId xmlns:a16="http://schemas.microsoft.com/office/drawing/2014/main" id="{7B0F9631-B130-4586-9A1A-048946F6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步驟提效</a:t>
            </a:r>
          </a:p>
        </p:txBody>
      </p:sp>
      <p:sp>
        <p:nvSpPr>
          <p:cNvPr id="9" name="slide-48-line-9">
            <a:extLst xmlns:a="http://schemas.openxmlformats.org/drawingml/2006/main">
              <a:ext uri="{FF2B5EF4-FFF2-40B4-BE49-F238E27FC236}">
                <a16:creationId xmlns:a16="http://schemas.microsoft.com/office/drawing/2014/main" id="{C5C53186-EA9A-4FED-9F2C-7FD59D20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05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10" name="slide-48-text-10">
            <a:extLst xmlns:a="http://schemas.openxmlformats.org/drawingml/2006/main">
              <a:ext uri="{FF2B5EF4-FFF2-40B4-BE49-F238E27FC236}">
                <a16:creationId xmlns:a16="http://schemas.microsoft.com/office/drawing/2014/main" id="{303CF5CC-E19C-4453-B82C-2A0C687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62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L2</a:t>
            </a:r>
          </a:p>
        </p:txBody>
      </p:sp>
      <p:sp>
        <p:nvSpPr>
          <p:cNvPr id="11" name="slide-48-text-11">
            <a:extLst xmlns:a="http://schemas.openxmlformats.org/drawingml/2006/main">
              <a:ext uri="{FF2B5EF4-FFF2-40B4-BE49-F238E27FC236}">
                <a16:creationId xmlns:a16="http://schemas.microsoft.com/office/drawing/2014/main" id="{68D5295F-D634-42E6-8FB6-173DD05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81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工作流復用</a:t>
            </a:r>
          </a:p>
        </p:txBody>
      </p:sp>
      <p:sp>
        <p:nvSpPr>
          <p:cNvPr id="12" name="slide-48-text-12">
            <a:extLst xmlns:a="http://schemas.openxmlformats.org/drawingml/2006/main">
              <a:ext uri="{FF2B5EF4-FFF2-40B4-BE49-F238E27FC236}">
                <a16:creationId xmlns:a16="http://schemas.microsoft.com/office/drawing/2014/main" id="{73FE27A1-ADFC-4F8C-9446-E4642031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57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方法可重複</a:t>
            </a:r>
          </a:p>
        </p:txBody>
      </p:sp>
      <p:sp>
        <p:nvSpPr>
          <p:cNvPr id="13" name="slide-48-line-13">
            <a:extLst xmlns:a="http://schemas.openxmlformats.org/drawingml/2006/main">
              <a:ext uri="{FF2B5EF4-FFF2-40B4-BE49-F238E27FC236}">
                <a16:creationId xmlns:a16="http://schemas.microsoft.com/office/drawing/2014/main" id="{BA3D014D-A5EE-4176-A6CB-9BDB711C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14" name="slide-48-text-14">
            <a:extLst xmlns:a="http://schemas.openxmlformats.org/drawingml/2006/main">
              <a:ext uri="{FF2B5EF4-FFF2-40B4-BE49-F238E27FC236}">
                <a16:creationId xmlns:a16="http://schemas.microsoft.com/office/drawing/2014/main" id="{6177CE7C-C4EA-4F74-AD72-0EA644AC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81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L3</a:t>
            </a:r>
          </a:p>
        </p:txBody>
      </p:sp>
      <p:sp>
        <p:nvSpPr>
          <p:cNvPr id="15" name="slide-48-text-15">
            <a:extLst xmlns:a="http://schemas.openxmlformats.org/drawingml/2006/main">
              <a:ext uri="{FF2B5EF4-FFF2-40B4-BE49-F238E27FC236}">
                <a16:creationId xmlns:a16="http://schemas.microsoft.com/office/drawing/2014/main" id="{B46AF6C8-85D7-4553-AE44-266B9137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00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託管執行</a:t>
            </a:r>
          </a:p>
        </p:txBody>
      </p:sp>
      <p:sp>
        <p:nvSpPr>
          <p:cNvPr id="16" name="slide-48-text-16">
            <a:extLst xmlns:a="http://schemas.openxmlformats.org/drawingml/2006/main">
              <a:ext uri="{FF2B5EF4-FFF2-40B4-BE49-F238E27FC236}">
                <a16:creationId xmlns:a16="http://schemas.microsoft.com/office/drawing/2014/main" id="{73891B58-27CC-4ABC-A818-44E63E27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76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環境受治理</a:t>
            </a:r>
          </a:p>
        </p:txBody>
      </p:sp>
      <p:sp>
        <p:nvSpPr>
          <p:cNvPr id="17" name="slide-48-line-17">
            <a:extLst xmlns:a="http://schemas.openxmlformats.org/drawingml/2006/main">
              <a:ext uri="{FF2B5EF4-FFF2-40B4-BE49-F238E27FC236}">
                <a16:creationId xmlns:a16="http://schemas.microsoft.com/office/drawing/2014/main" id="{1864FF06-AF67-4CD2-BB03-06B9DE00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18" name="slide-48-text-18">
            <a:extLst xmlns:a="http://schemas.openxmlformats.org/drawingml/2006/main">
              <a:ext uri="{FF2B5EF4-FFF2-40B4-BE49-F238E27FC236}">
                <a16:creationId xmlns:a16="http://schemas.microsoft.com/office/drawing/2014/main" id="{9948854F-277E-48F4-8990-BB8A5C04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L4</a:t>
            </a:r>
          </a:p>
        </p:txBody>
      </p:sp>
      <p:sp>
        <p:nvSpPr>
          <p:cNvPr id="19" name="slide-48-text-19">
            <a:extLst xmlns:a="http://schemas.openxmlformats.org/drawingml/2006/main">
              <a:ext uri="{FF2B5EF4-FFF2-40B4-BE49-F238E27FC236}">
                <a16:creationId xmlns:a16="http://schemas.microsoft.com/office/drawing/2014/main" id="{02009F7C-3A4F-4A77-B8BE-1ABBE994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19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共享狀態</a:t>
            </a:r>
          </a:p>
        </p:txBody>
      </p:sp>
      <p:sp>
        <p:nvSpPr>
          <p:cNvPr id="20" name="slide-48-text-20">
            <a:extLst xmlns:a="http://schemas.openxmlformats.org/drawingml/2006/main">
              <a:ext uri="{FF2B5EF4-FFF2-40B4-BE49-F238E27FC236}">
                <a16:creationId xmlns:a16="http://schemas.microsoft.com/office/drawing/2014/main" id="{6C330D07-6EC9-427A-A91A-9003B154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跨角色可核對</a:t>
            </a:r>
          </a:p>
        </p:txBody>
      </p:sp>
      <p:sp>
        <p:nvSpPr>
          <p:cNvPr id="21" name="slide-48-line-21">
            <a:extLst xmlns:a="http://schemas.openxmlformats.org/drawingml/2006/main">
              <a:ext uri="{FF2B5EF4-FFF2-40B4-BE49-F238E27FC236}">
                <a16:creationId xmlns:a16="http://schemas.microsoft.com/office/drawing/2014/main" id="{34B34C13-AFA6-45B6-B07F-AABBE69F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62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15CF5"/>
            </a:solidFill>
            <a:prstDash val="solid"/>
          </a:ln>
        </p:spPr>
      </p:sp>
      <p:sp>
        <p:nvSpPr>
          <p:cNvPr id="22" name="slide-48-text-22">
            <a:extLst xmlns:a="http://schemas.openxmlformats.org/drawingml/2006/main">
              <a:ext uri="{FF2B5EF4-FFF2-40B4-BE49-F238E27FC236}">
                <a16:creationId xmlns:a16="http://schemas.microsoft.com/office/drawing/2014/main" id="{A3DBB34A-AAB5-4528-BB15-949A6AF6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19375"/>
            <a:ext cx="2133600" cy="4922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L5</a:t>
            </a:r>
          </a:p>
        </p:txBody>
      </p:sp>
      <p:sp>
        <p:nvSpPr>
          <p:cNvPr id="23" name="slide-48-text-23">
            <a:extLst xmlns:a="http://schemas.openxmlformats.org/drawingml/2006/main">
              <a:ext uri="{FF2B5EF4-FFF2-40B4-BE49-F238E27FC236}">
                <a16:creationId xmlns:a16="http://schemas.microsoft.com/office/drawing/2014/main" id="{8AD7142A-D77C-499D-9F43-78493B67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38525"/>
            <a:ext cx="21717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結果驅動演進</a:t>
            </a:r>
          </a:p>
        </p:txBody>
      </p:sp>
      <p:sp>
        <p:nvSpPr>
          <p:cNvPr id="24" name="slide-48-text-24">
            <a:extLst xmlns:a="http://schemas.openxmlformats.org/drawingml/2006/main">
              <a:ext uri="{FF2B5EF4-FFF2-40B4-BE49-F238E27FC236}">
                <a16:creationId xmlns:a16="http://schemas.microsoft.com/office/drawing/2014/main" id="{A24E8B11-F4F0-4A43-BC0B-F54EB6C3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914775"/>
            <a:ext cx="217170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結果更新方法</a:t>
            </a:r>
          </a:p>
        </p:txBody>
      </p:sp>
      <p:sp>
        <p:nvSpPr>
          <p:cNvPr id="25" name="slide-48-text-25">
            <a:extLst xmlns:a="http://schemas.openxmlformats.org/drawingml/2006/main">
              <a:ext uri="{FF2B5EF4-FFF2-40B4-BE49-F238E27FC236}">
                <a16:creationId xmlns:a16="http://schemas.microsoft.com/office/drawing/2014/main" id="{CFF98E47-2B8E-4625-8A12-BA2B19CA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講者提出的能力診斷框架，不作組織排名，也不按日曆自動晉級。</a:t>
            </a:r>
          </a:p>
        </p:txBody>
      </p:sp>
      <p:sp>
        <p:nvSpPr>
          <p:cNvPr id="26" name="slide-48-text-26">
            <a:extLst xmlns:a="http://schemas.openxmlformats.org/drawingml/2006/main">
              <a:ext uri="{FF2B5EF4-FFF2-40B4-BE49-F238E27FC236}">
                <a16:creationId xmlns:a16="http://schemas.microsoft.com/office/drawing/2014/main" id="{74DD4C04-F7B9-4E77-B3CC-F0B8BB5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48 / 66</a:t>
            </a:r>
          </a:p>
        </p:txBody>
      </p:sp>
    </p:spTree>
    <p:extLst>
      <p:ext uri="{BB962C8B-B14F-4D97-AF65-F5344CB8AC3E}">
        <p14:creationId xmlns:p14="http://schemas.microsoft.com/office/powerpoint/2010/main" val="178794883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49-text-1">
            <a:extLst xmlns:a="http://schemas.openxmlformats.org/drawingml/2006/main">
              <a:ext uri="{FF2B5EF4-FFF2-40B4-BE49-F238E27FC236}">
                <a16:creationId xmlns:a16="http://schemas.microsoft.com/office/drawing/2014/main" id="{609F3E02-58B5-421B-A024-56E01215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五級框架的用法</a:t>
            </a:r>
          </a:p>
        </p:txBody>
      </p:sp>
      <p:sp>
        <p:nvSpPr>
          <p:cNvPr id="2" name="slide-49-text-2">
            <a:extLst xmlns:a="http://schemas.openxmlformats.org/drawingml/2006/main">
              <a:ext uri="{FF2B5EF4-FFF2-40B4-BE49-F238E27FC236}">
                <a16:creationId xmlns:a16="http://schemas.microsoft.com/office/drawing/2014/main" id="{E1A965DF-EFC1-4DBA-B7C2-CAC6EE0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這條導讀工作流，證據還缺在哪裏？</a:t>
            </a:r>
          </a:p>
        </p:txBody>
      </p:sp>
      <p:sp>
        <p:nvSpPr>
          <p:cNvPr id="3" name="slide-49-line-3">
            <a:extLst xmlns:a="http://schemas.openxmlformats.org/drawingml/2006/main">
              <a:ext uri="{FF2B5EF4-FFF2-40B4-BE49-F238E27FC236}">
                <a16:creationId xmlns:a16="http://schemas.microsoft.com/office/drawing/2014/main" id="{73C58D35-0D61-45A8-80F1-0C8E578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49-text-4">
            <a:extLst xmlns:a="http://schemas.openxmlformats.org/drawingml/2006/main">
              <a:ext uri="{FF2B5EF4-FFF2-40B4-BE49-F238E27FC236}">
                <a16:creationId xmlns:a16="http://schemas.microsoft.com/office/drawing/2014/main" id="{56AD494D-A297-4004-9189-DEE4BC9B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49-text-5">
            <a:extLst xmlns:a="http://schemas.openxmlformats.org/drawingml/2006/main">
              <a:ext uri="{FF2B5EF4-FFF2-40B4-BE49-F238E27FC236}">
                <a16:creationId xmlns:a16="http://schemas.microsoft.com/office/drawing/2014/main" id="{C61CBF36-A8AB-47BF-9E61-4BFF1C70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已有證據</a:t>
            </a:r>
          </a:p>
        </p:txBody>
      </p:sp>
      <p:sp>
        <p:nvSpPr>
          <p:cNvPr id="6" name="slide-49-text-6">
            <a:extLst xmlns:a="http://schemas.openxmlformats.org/drawingml/2006/main">
              <a:ext uri="{FF2B5EF4-FFF2-40B4-BE49-F238E27FC236}">
                <a16:creationId xmlns:a16="http://schemas.microsoft.com/office/drawing/2014/main" id="{22B5BC5A-0DA5-437B-900D-E9E6D07D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987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方法可重用，未批准的操作會被阻止</a:t>
            </a:r>
          </a:p>
        </p:txBody>
      </p:sp>
      <p:sp>
        <p:nvSpPr>
          <p:cNvPr id="7" name="slide-49-line-7">
            <a:extLst xmlns:a="http://schemas.openxmlformats.org/drawingml/2006/main">
              <a:ext uri="{FF2B5EF4-FFF2-40B4-BE49-F238E27FC236}">
                <a16:creationId xmlns:a16="http://schemas.microsoft.com/office/drawing/2014/main" id="{CAFD1709-9577-480C-A153-84D59B23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49-text-8">
            <a:extLst xmlns:a="http://schemas.openxmlformats.org/drawingml/2006/main">
              <a:ext uri="{FF2B5EF4-FFF2-40B4-BE49-F238E27FC236}">
                <a16:creationId xmlns:a16="http://schemas.microsoft.com/office/drawing/2014/main" id="{9BFB7252-B731-4B16-8243-762DCCC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仍有缺口</a:t>
            </a:r>
          </a:p>
        </p:txBody>
      </p:sp>
      <p:sp>
        <p:nvSpPr>
          <p:cNvPr id="9" name="slide-49-text-9">
            <a:extLst xmlns:a="http://schemas.openxmlformats.org/drawingml/2006/main">
              <a:ext uri="{FF2B5EF4-FFF2-40B4-BE49-F238E27FC236}">
                <a16:creationId xmlns:a16="http://schemas.microsoft.com/office/drawing/2014/main" id="{F5C6D121-B08A-4C89-A0FE-E62FE154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9572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哪版已審查？三個角色仍靠聊天追問</a:t>
            </a:r>
          </a:p>
        </p:txBody>
      </p:sp>
      <p:sp>
        <p:nvSpPr>
          <p:cNvPr id="10" name="slide-49-line-10">
            <a:extLst xmlns:a="http://schemas.openxmlformats.org/drawingml/2006/main">
              <a:ext uri="{FF2B5EF4-FFF2-40B4-BE49-F238E27FC236}">
                <a16:creationId xmlns:a16="http://schemas.microsoft.com/office/drawing/2014/main" id="{69C9FE5A-569A-40C3-983B-1B26BF0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720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49-text-11">
            <a:extLst xmlns:a="http://schemas.openxmlformats.org/drawingml/2006/main">
              <a:ext uri="{FF2B5EF4-FFF2-40B4-BE49-F238E27FC236}">
                <a16:creationId xmlns:a16="http://schemas.microsoft.com/office/drawing/2014/main" id="{7DBC43FA-AC9D-499A-B109-D77701E3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81575"/>
            <a:ext cx="24765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下一步</a:t>
            </a:r>
          </a:p>
        </p:txBody>
      </p:sp>
      <p:sp>
        <p:nvSpPr>
          <p:cNvPr id="12" name="slide-49-text-12">
            <a:extLst xmlns:a="http://schemas.openxmlformats.org/drawingml/2006/main">
              <a:ext uri="{FF2B5EF4-FFF2-40B4-BE49-F238E27FC236}">
                <a16:creationId xmlns:a16="http://schemas.microsoft.com/office/drawing/2014/main" id="{2D42A402-3327-4B40-978D-B19D8126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81575"/>
            <a:ext cx="92583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記錄版本與批准關係，交另一組核對</a:t>
            </a:r>
          </a:p>
        </p:txBody>
      </p:sp>
      <p:sp>
        <p:nvSpPr>
          <p:cNvPr id="13" name="slide-49-line-13">
            <a:extLst xmlns:a="http://schemas.openxmlformats.org/drawingml/2006/main">
              <a:ext uri="{FF2B5EF4-FFF2-40B4-BE49-F238E27FC236}">
                <a16:creationId xmlns:a16="http://schemas.microsoft.com/office/drawing/2014/main" id="{05F7BA61-440C-4A5F-B79B-47F76B05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49-text-14">
            <a:extLst xmlns:a="http://schemas.openxmlformats.org/drawingml/2006/main">
              <a:ext uri="{FF2B5EF4-FFF2-40B4-BE49-F238E27FC236}">
                <a16:creationId xmlns:a16="http://schemas.microsoft.com/office/drawing/2014/main" id="{51A33954-5069-4EE6-B794-D9BD1BC4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構擬診斷。保留教師專業審查，不表示能力層次較低。</a:t>
            </a:r>
          </a:p>
        </p:txBody>
      </p:sp>
      <p:sp>
        <p:nvSpPr>
          <p:cNvPr id="15" name="slide-49-text-15">
            <a:extLst xmlns:a="http://schemas.openxmlformats.org/drawingml/2006/main">
              <a:ext uri="{FF2B5EF4-FFF2-40B4-BE49-F238E27FC236}">
                <a16:creationId xmlns:a16="http://schemas.microsoft.com/office/drawing/2014/main" id="{C7E73EDF-B2AC-4613-8157-A62B66BD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49 / 66</a:t>
            </a:r>
          </a:p>
        </p:txBody>
      </p:sp>
    </p:spTree>
    <p:extLst>
      <p:ext uri="{BB962C8B-B14F-4D97-AF65-F5344CB8AC3E}">
        <p14:creationId xmlns:p14="http://schemas.microsoft.com/office/powerpoint/2010/main" val="19929196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50-text-1">
            <a:extLst xmlns:a="http://schemas.openxmlformats.org/drawingml/2006/main">
              <a:ext uri="{FF2B5EF4-FFF2-40B4-BE49-F238E27FC236}">
                <a16:creationId xmlns:a16="http://schemas.microsoft.com/office/drawing/2014/main" id="{8CCB3DB7-140D-40F1-A5A2-744AF4A3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六類人類責任</a:t>
            </a:r>
          </a:p>
        </p:txBody>
      </p:sp>
      <p:sp>
        <p:nvSpPr>
          <p:cNvPr id="2" name="slide-50-text-2">
            <a:extLst xmlns:a="http://schemas.openxmlformats.org/drawingml/2006/main">
              <a:ext uri="{FF2B5EF4-FFF2-40B4-BE49-F238E27FC236}">
                <a16:creationId xmlns:a16="http://schemas.microsoft.com/office/drawing/2014/main" id="{C594B486-3648-442A-9AE4-8856C9E4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人的工作重點：六類責任</a:t>
            </a:r>
          </a:p>
        </p:txBody>
      </p:sp>
      <p:sp>
        <p:nvSpPr>
          <p:cNvPr id="3" name="slide-50-line-3">
            <a:extLst xmlns:a="http://schemas.openxmlformats.org/drawingml/2006/main">
              <a:ext uri="{FF2B5EF4-FFF2-40B4-BE49-F238E27FC236}">
                <a16:creationId xmlns:a16="http://schemas.microsoft.com/office/drawing/2014/main" id="{8A00D0E8-0AE8-4FC9-9EA5-46478D1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0-text-4">
            <a:extLst xmlns:a="http://schemas.openxmlformats.org/drawingml/2006/main">
              <a:ext uri="{FF2B5EF4-FFF2-40B4-BE49-F238E27FC236}">
                <a16:creationId xmlns:a16="http://schemas.microsoft.com/office/drawing/2014/main" id="{3EA39C9D-428E-498E-A857-6AD877B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0-text-5">
            <a:extLst xmlns:a="http://schemas.openxmlformats.org/drawingml/2006/main">
              <a:ext uri="{FF2B5EF4-FFF2-40B4-BE49-F238E27FC236}">
                <a16:creationId xmlns:a16="http://schemas.microsoft.com/office/drawing/2014/main" id="{EF7B8DFB-08CC-4423-83E6-66B8FB26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50-text-6">
            <a:extLst xmlns:a="http://schemas.openxmlformats.org/drawingml/2006/main">
              <a:ext uri="{FF2B5EF4-FFF2-40B4-BE49-F238E27FC236}">
                <a16:creationId xmlns:a16="http://schemas.microsoft.com/office/drawing/2014/main" id="{9E706B88-4E3F-45D4-9049-B6D9A64E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5908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目標定義</a:t>
            </a:r>
          </a:p>
        </p:txBody>
      </p:sp>
      <p:sp>
        <p:nvSpPr>
          <p:cNvPr id="7" name="slide-50-text-7">
            <a:extLst xmlns:a="http://schemas.openxmlformats.org/drawingml/2006/main">
              <a:ext uri="{FF2B5EF4-FFF2-40B4-BE49-F238E27FC236}">
                <a16:creationId xmlns:a16="http://schemas.microsoft.com/office/drawing/2014/main" id="{F94DB6F3-4B0E-4727-9DDF-B2C81F7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0956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成功、非目標與停止條件</a:t>
            </a:r>
          </a:p>
        </p:txBody>
      </p:sp>
      <p:sp>
        <p:nvSpPr>
          <p:cNvPr id="8" name="slide-50-line-8">
            <a:extLst xmlns:a="http://schemas.openxmlformats.org/drawingml/2006/main">
              <a:ext uri="{FF2B5EF4-FFF2-40B4-BE49-F238E27FC236}">
                <a16:creationId xmlns:a16="http://schemas.microsoft.com/office/drawing/2014/main" id="{C716426B-4A81-4997-8AA4-6A9E4E37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9" name="slide-50-text-9">
            <a:extLst xmlns:a="http://schemas.openxmlformats.org/drawingml/2006/main">
              <a:ext uri="{FF2B5EF4-FFF2-40B4-BE49-F238E27FC236}">
                <a16:creationId xmlns:a16="http://schemas.microsoft.com/office/drawing/2014/main" id="{5C763B3E-084E-446C-90B8-93603D06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908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0" name="slide-50-text-10">
            <a:extLst xmlns:a="http://schemas.openxmlformats.org/drawingml/2006/main">
              <a:ext uri="{FF2B5EF4-FFF2-40B4-BE49-F238E27FC236}">
                <a16:creationId xmlns:a16="http://schemas.microsoft.com/office/drawing/2014/main" id="{CAB61E94-95B5-40CF-A20D-02D670A0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5908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證據判斷</a:t>
            </a:r>
          </a:p>
        </p:txBody>
      </p:sp>
      <p:sp>
        <p:nvSpPr>
          <p:cNvPr id="11" name="slide-50-text-11">
            <a:extLst xmlns:a="http://schemas.openxmlformats.org/drawingml/2006/main">
              <a:ext uri="{FF2B5EF4-FFF2-40B4-BE49-F238E27FC236}">
                <a16:creationId xmlns:a16="http://schemas.microsoft.com/office/drawing/2014/main" id="{A64355FE-BB28-4937-9442-3E60FA23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0956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來源、反例與標準</a:t>
            </a:r>
          </a:p>
        </p:txBody>
      </p:sp>
      <p:sp>
        <p:nvSpPr>
          <p:cNvPr id="12" name="slide-50-line-12">
            <a:extLst xmlns:a="http://schemas.openxmlformats.org/drawingml/2006/main">
              <a:ext uri="{FF2B5EF4-FFF2-40B4-BE49-F238E27FC236}">
                <a16:creationId xmlns:a16="http://schemas.microsoft.com/office/drawing/2014/main" id="{1A4DC754-05F9-4BA7-8C05-DBEE6BF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004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3" name="slide-50-text-13">
            <a:extLst xmlns:a="http://schemas.openxmlformats.org/drawingml/2006/main">
              <a:ext uri="{FF2B5EF4-FFF2-40B4-BE49-F238E27FC236}">
                <a16:creationId xmlns:a16="http://schemas.microsoft.com/office/drawing/2014/main" id="{852624D0-A20F-4DE5-9A3B-CAEF51A2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4" name="slide-50-text-14">
            <a:extLst xmlns:a="http://schemas.openxmlformats.org/drawingml/2006/main">
              <a:ext uri="{FF2B5EF4-FFF2-40B4-BE49-F238E27FC236}">
                <a16:creationId xmlns:a16="http://schemas.microsoft.com/office/drawing/2014/main" id="{C9A70D44-A40A-46FD-A33F-3EA35C27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6715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委託設計</a:t>
            </a:r>
          </a:p>
        </p:txBody>
      </p:sp>
      <p:sp>
        <p:nvSpPr>
          <p:cNvPr id="15" name="slide-50-text-15">
            <a:extLst xmlns:a="http://schemas.openxmlformats.org/drawingml/2006/main">
              <a:ext uri="{FF2B5EF4-FFF2-40B4-BE49-F238E27FC236}">
                <a16:creationId xmlns:a16="http://schemas.microsoft.com/office/drawing/2014/main" id="{F75B4522-4BBE-4DA3-85FD-C2F54E3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37197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依賴、權限與檢查</a:t>
            </a:r>
          </a:p>
        </p:txBody>
      </p:sp>
      <p:sp>
        <p:nvSpPr>
          <p:cNvPr id="16" name="slide-50-line-16">
            <a:extLst xmlns:a="http://schemas.openxmlformats.org/drawingml/2006/main">
              <a:ext uri="{FF2B5EF4-FFF2-40B4-BE49-F238E27FC236}">
                <a16:creationId xmlns:a16="http://schemas.microsoft.com/office/drawing/2014/main" id="{A5B21BA9-D760-4258-9508-F14E00DD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50-text-17">
            <a:extLst xmlns:a="http://schemas.openxmlformats.org/drawingml/2006/main">
              <a:ext uri="{FF2B5EF4-FFF2-40B4-BE49-F238E27FC236}">
                <a16:creationId xmlns:a16="http://schemas.microsoft.com/office/drawing/2014/main" id="{DDD727E2-66F4-47D1-8677-0291B790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18" name="slide-50-text-18">
            <a:extLst xmlns:a="http://schemas.openxmlformats.org/drawingml/2006/main">
              <a:ext uri="{FF2B5EF4-FFF2-40B4-BE49-F238E27FC236}">
                <a16:creationId xmlns:a16="http://schemas.microsoft.com/office/drawing/2014/main" id="{7CBEE34F-B432-434C-A72C-25B2DC65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86715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例外處理</a:t>
            </a:r>
          </a:p>
        </p:txBody>
      </p:sp>
      <p:sp>
        <p:nvSpPr>
          <p:cNvPr id="19" name="slide-50-text-19">
            <a:extLst xmlns:a="http://schemas.openxmlformats.org/drawingml/2006/main">
              <a:ext uri="{FF2B5EF4-FFF2-40B4-BE49-F238E27FC236}">
                <a16:creationId xmlns:a16="http://schemas.microsoft.com/office/drawing/2014/main" id="{9AD1A47D-EB13-4850-B9C5-96DD7F27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37197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衝突、接管與恢復</a:t>
            </a:r>
          </a:p>
        </p:txBody>
      </p:sp>
      <p:sp>
        <p:nvSpPr>
          <p:cNvPr id="20" name="slide-50-line-20">
            <a:extLst xmlns:a="http://schemas.openxmlformats.org/drawingml/2006/main">
              <a:ext uri="{FF2B5EF4-FFF2-40B4-BE49-F238E27FC236}">
                <a16:creationId xmlns:a16="http://schemas.microsoft.com/office/drawing/2014/main" id="{48BDF982-3339-480C-9C4B-AEE3DD86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7680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1" name="slide-50-text-21">
            <a:extLst xmlns:a="http://schemas.openxmlformats.org/drawingml/2006/main">
              <a:ext uri="{FF2B5EF4-FFF2-40B4-BE49-F238E27FC236}">
                <a16:creationId xmlns:a16="http://schemas.microsoft.com/office/drawing/2014/main" id="{D9F8313C-3DDE-46FA-8999-07B57014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2" name="slide-50-text-22">
            <a:extLst xmlns:a="http://schemas.openxmlformats.org/drawingml/2006/main">
              <a:ext uri="{FF2B5EF4-FFF2-40B4-BE49-F238E27FC236}">
                <a16:creationId xmlns:a16="http://schemas.microsoft.com/office/drawing/2014/main" id="{6F60F54A-6B55-4D4D-A87E-E61A50C0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1435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結果責任</a:t>
            </a:r>
          </a:p>
        </p:txBody>
      </p:sp>
      <p:sp>
        <p:nvSpPr>
          <p:cNvPr id="23" name="slide-50-text-23">
            <a:extLst xmlns:a="http://schemas.openxmlformats.org/drawingml/2006/main">
              <a:ext uri="{FF2B5EF4-FFF2-40B4-BE49-F238E27FC236}">
                <a16:creationId xmlns:a16="http://schemas.microsoft.com/office/drawing/2014/main" id="{B0EFCC0F-E7C6-43B3-8146-F49BB91B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6483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驗收、觀察與撤回</a:t>
            </a:r>
          </a:p>
        </p:txBody>
      </p:sp>
      <p:sp>
        <p:nvSpPr>
          <p:cNvPr id="24" name="slide-50-line-24">
            <a:extLst xmlns:a="http://schemas.openxmlformats.org/drawingml/2006/main">
              <a:ext uri="{FF2B5EF4-FFF2-40B4-BE49-F238E27FC236}">
                <a16:creationId xmlns:a16="http://schemas.microsoft.com/office/drawing/2014/main" id="{EE2E9B58-7420-47A9-8ECC-D652FC5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5" name="slide-50-text-25">
            <a:extLst xmlns:a="http://schemas.openxmlformats.org/drawingml/2006/main">
              <a:ext uri="{FF2B5EF4-FFF2-40B4-BE49-F238E27FC236}">
                <a16:creationId xmlns:a16="http://schemas.microsoft.com/office/drawing/2014/main" id="{CFAC61CC-C960-46D9-A86F-8728769E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43500"/>
            <a:ext cx="619125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26" name="slide-50-text-26">
            <a:extLst xmlns:a="http://schemas.openxmlformats.org/drawingml/2006/main">
              <a:ext uri="{FF2B5EF4-FFF2-40B4-BE49-F238E27FC236}">
                <a16:creationId xmlns:a16="http://schemas.microsoft.com/office/drawing/2014/main" id="{17C69CAD-B80D-483A-A2A6-10C09A38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143500"/>
            <a:ext cx="4857750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7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學習與演進</a:t>
            </a:r>
          </a:p>
        </p:txBody>
      </p:sp>
      <p:sp>
        <p:nvSpPr>
          <p:cNvPr id="27" name="slide-50-text-27">
            <a:extLst xmlns:a="http://schemas.openxmlformats.org/drawingml/2006/main">
              <a:ext uri="{FF2B5EF4-FFF2-40B4-BE49-F238E27FC236}">
                <a16:creationId xmlns:a16="http://schemas.microsoft.com/office/drawing/2014/main" id="{C9679D74-0983-4C2C-BEDF-36A420ED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5648325"/>
            <a:ext cx="485775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修正方法與評估版本</a:t>
            </a:r>
          </a:p>
        </p:txBody>
      </p:sp>
      <p:sp>
        <p:nvSpPr>
          <p:cNvPr id="28" name="slide-50-line-28">
            <a:extLst xmlns:a="http://schemas.openxmlformats.org/drawingml/2006/main">
              <a:ext uri="{FF2B5EF4-FFF2-40B4-BE49-F238E27FC236}">
                <a16:creationId xmlns:a16="http://schemas.microsoft.com/office/drawing/2014/main" id="{2149BD66-A1AB-4F3D-84DD-69E869C4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153150"/>
            <a:ext cx="5705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9" name="slide-50-text-29">
            <a:extLst xmlns:a="http://schemas.openxmlformats.org/drawingml/2006/main">
              <a:ext uri="{FF2B5EF4-FFF2-40B4-BE49-F238E27FC236}">
                <a16:creationId xmlns:a16="http://schemas.microsoft.com/office/drawing/2014/main" id="{C0740E36-ADA4-4836-8B06-7F788362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六類責任不是六個職位。責任應與專業、授權及支援相稱。</a:t>
            </a:r>
          </a:p>
        </p:txBody>
      </p:sp>
      <p:sp>
        <p:nvSpPr>
          <p:cNvPr id="30" name="slide-50-text-30">
            <a:extLst xmlns:a="http://schemas.openxmlformats.org/drawingml/2006/main">
              <a:ext uri="{FF2B5EF4-FFF2-40B4-BE49-F238E27FC236}">
                <a16:creationId xmlns:a16="http://schemas.microsoft.com/office/drawing/2014/main" id="{D4F58D5B-AAB2-48EF-A12C-34ABC16F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50 / 66</a:t>
            </a:r>
          </a:p>
        </p:txBody>
      </p:sp>
    </p:spTree>
    <p:extLst>
      <p:ext uri="{BB962C8B-B14F-4D97-AF65-F5344CB8AC3E}">
        <p14:creationId xmlns:p14="http://schemas.microsoft.com/office/powerpoint/2010/main" val="130723728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1-text-1">
            <a:extLst xmlns:a="http://schemas.openxmlformats.org/drawingml/2006/main">
              <a:ext uri="{FF2B5EF4-FFF2-40B4-BE49-F238E27FC236}">
                <a16:creationId xmlns:a16="http://schemas.microsoft.com/office/drawing/2014/main" id="{1E2226A3-D4AE-4909-937C-978ED3E2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責任落到同一案例</a:t>
            </a:r>
          </a:p>
        </p:txBody>
      </p:sp>
      <p:sp>
        <p:nvSpPr>
          <p:cNvPr id="2" name="slide-51-text-2">
            <a:extLst xmlns:a="http://schemas.openxmlformats.org/drawingml/2006/main">
              <a:ext uri="{FF2B5EF4-FFF2-40B4-BE49-F238E27FC236}">
                <a16:creationId xmlns:a16="http://schemas.microsoft.com/office/drawing/2014/main" id="{7C06AE1D-9020-44A6-92F1-9A00EB3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同一處錯誤，三個角色分別做甚麼？</a:t>
            </a:r>
          </a:p>
        </p:txBody>
      </p:sp>
      <p:sp>
        <p:nvSpPr>
          <p:cNvPr id="3" name="slide-51-line-3">
            <a:extLst xmlns:a="http://schemas.openxmlformats.org/drawingml/2006/main">
              <a:ext uri="{FF2B5EF4-FFF2-40B4-BE49-F238E27FC236}">
                <a16:creationId xmlns:a16="http://schemas.microsoft.com/office/drawing/2014/main" id="{DE1F33B8-AC17-46EE-8B1F-1DB6F64A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1-text-4">
            <a:extLst xmlns:a="http://schemas.openxmlformats.org/drawingml/2006/main">
              <a:ext uri="{FF2B5EF4-FFF2-40B4-BE49-F238E27FC236}">
                <a16:creationId xmlns:a16="http://schemas.microsoft.com/office/drawing/2014/main" id="{902F9B3F-AE38-4F2E-B916-7BB70F0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1-text-5">
            <a:extLst xmlns:a="http://schemas.openxmlformats.org/drawingml/2006/main">
              <a:ext uri="{FF2B5EF4-FFF2-40B4-BE49-F238E27FC236}">
                <a16:creationId xmlns:a16="http://schemas.microsoft.com/office/drawing/2014/main" id="{4F036E4E-51FC-4BB0-A2F9-AA5EDE78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內容</a:t>
            </a:r>
          </a:p>
        </p:txBody>
      </p:sp>
      <p:sp>
        <p:nvSpPr>
          <p:cNvPr id="6" name="slide-51-text-6">
            <a:extLst xmlns:a="http://schemas.openxmlformats.org/drawingml/2006/main">
              <a:ext uri="{FF2B5EF4-FFF2-40B4-BE49-F238E27FC236}">
                <a16:creationId xmlns:a16="http://schemas.microsoft.com/office/drawing/2014/main" id="{54D69253-A59A-4A59-B7F6-81EE7297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核對第 2 題與教師說明，修正無依據處</a:t>
            </a:r>
          </a:p>
        </p:txBody>
      </p:sp>
      <p:sp>
        <p:nvSpPr>
          <p:cNvPr id="7" name="slide-51-line-7">
            <a:extLst xmlns:a="http://schemas.openxmlformats.org/drawingml/2006/main">
              <a:ext uri="{FF2B5EF4-FFF2-40B4-BE49-F238E27FC236}">
                <a16:creationId xmlns:a16="http://schemas.microsoft.com/office/drawing/2014/main" id="{5B453931-270B-49F9-AE79-3A8602D9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51-text-8">
            <a:extLst xmlns:a="http://schemas.openxmlformats.org/drawingml/2006/main">
              <a:ext uri="{FF2B5EF4-FFF2-40B4-BE49-F238E27FC236}">
                <a16:creationId xmlns:a16="http://schemas.microsoft.com/office/drawing/2014/main" id="{9FE115F4-B987-431B-86AF-E7723EC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研發</a:t>
            </a:r>
          </a:p>
        </p:txBody>
      </p:sp>
      <p:sp>
        <p:nvSpPr>
          <p:cNvPr id="9" name="slide-51-text-9">
            <a:extLst xmlns:a="http://schemas.openxmlformats.org/drawingml/2006/main">
              <a:ext uri="{FF2B5EF4-FFF2-40B4-BE49-F238E27FC236}">
                <a16:creationId xmlns:a16="http://schemas.microsoft.com/office/drawing/2014/main" id="{E2F9E3AE-898F-4BB1-BBF4-47D9D2A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76675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阻止錯誤版流轉，核對修正版與權限</a:t>
            </a:r>
          </a:p>
        </p:txBody>
      </p:sp>
      <p:sp>
        <p:nvSpPr>
          <p:cNvPr id="10" name="slide-51-line-10">
            <a:extLst xmlns:a="http://schemas.openxmlformats.org/drawingml/2006/main">
              <a:ext uri="{FF2B5EF4-FFF2-40B4-BE49-F238E27FC236}">
                <a16:creationId xmlns:a16="http://schemas.microsoft.com/office/drawing/2014/main" id="{8E2A347F-F562-45EC-A527-E72740F7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51-text-11">
            <a:extLst xmlns:a="http://schemas.openxmlformats.org/drawingml/2006/main">
              <a:ext uri="{FF2B5EF4-FFF2-40B4-BE49-F238E27FC236}">
                <a16:creationId xmlns:a16="http://schemas.microsoft.com/office/drawing/2014/main" id="{807E8CFB-69C7-4E37-9B86-77B7C0A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產品</a:t>
            </a:r>
          </a:p>
        </p:txBody>
      </p:sp>
      <p:sp>
        <p:nvSpPr>
          <p:cNvPr id="12" name="slide-51-text-12">
            <a:extLst xmlns:a="http://schemas.openxmlformats.org/drawingml/2006/main">
              <a:ext uri="{FF2B5EF4-FFF2-40B4-BE49-F238E27FC236}">
                <a16:creationId xmlns:a16="http://schemas.microsoft.com/office/drawing/2014/main" id="{A28D0EC7-F308-473A-84D9-998F45FD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查明誰已收到，決定通知與重新驗收</a:t>
            </a:r>
          </a:p>
        </p:txBody>
      </p:sp>
      <p:sp>
        <p:nvSpPr>
          <p:cNvPr id="13" name="slide-51-line-13">
            <a:extLst xmlns:a="http://schemas.openxmlformats.org/drawingml/2006/main">
              <a:ext uri="{FF2B5EF4-FFF2-40B4-BE49-F238E27FC236}">
                <a16:creationId xmlns:a16="http://schemas.microsoft.com/office/drawing/2014/main" id="{3514AF9E-8AE6-460E-B9E3-E094DA44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51-text-14">
            <a:extLst xmlns:a="http://schemas.openxmlformats.org/drawingml/2006/main">
              <a:ext uri="{FF2B5EF4-FFF2-40B4-BE49-F238E27FC236}">
                <a16:creationId xmlns:a16="http://schemas.microsoft.com/office/drawing/2014/main" id="{BA938361-9122-4BC2-B800-08D06208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構擬處置。專業角色分工，但必須核對同一次修訂的結果。</a:t>
            </a:r>
          </a:p>
        </p:txBody>
      </p:sp>
      <p:sp>
        <p:nvSpPr>
          <p:cNvPr id="15" name="slide-51-text-15">
            <a:extLst xmlns:a="http://schemas.openxmlformats.org/drawingml/2006/main">
              <a:ext uri="{FF2B5EF4-FFF2-40B4-BE49-F238E27FC236}">
                <a16:creationId xmlns:a16="http://schemas.microsoft.com/office/drawing/2014/main" id="{C37B1651-DDA6-4B0D-B025-1D907755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51 / 66</a:t>
            </a:r>
          </a:p>
        </p:txBody>
      </p:sp>
    </p:spTree>
    <p:extLst>
      <p:ext uri="{BB962C8B-B14F-4D97-AF65-F5344CB8AC3E}">
        <p14:creationId xmlns:p14="http://schemas.microsoft.com/office/powerpoint/2010/main" val="35259759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52-text-1">
            <a:extLst xmlns:a="http://schemas.openxmlformats.org/drawingml/2006/main">
              <a:ext uri="{FF2B5EF4-FFF2-40B4-BE49-F238E27FC236}">
                <a16:creationId xmlns:a16="http://schemas.microsoft.com/office/drawing/2014/main" id="{7D072BA6-667B-4CDA-952D-2356E41A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衡量方式</a:t>
            </a:r>
          </a:p>
        </p:txBody>
      </p:sp>
      <p:sp>
        <p:nvSpPr>
          <p:cNvPr id="2" name="slide-52-text-2">
            <a:extLst xmlns:a="http://schemas.openxmlformats.org/drawingml/2006/main">
              <a:ext uri="{FF2B5EF4-FFF2-40B4-BE49-F238E27FC236}">
                <a16:creationId xmlns:a16="http://schemas.microsoft.com/office/drawing/2014/main" id="{5F152AE8-B279-4B89-B183-71277AFE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衡量結果，也衡量人的負擔</a:t>
            </a:r>
          </a:p>
        </p:txBody>
      </p:sp>
      <p:sp>
        <p:nvSpPr>
          <p:cNvPr id="3" name="slide-52-line-3">
            <a:extLst xmlns:a="http://schemas.openxmlformats.org/drawingml/2006/main">
              <a:ext uri="{FF2B5EF4-FFF2-40B4-BE49-F238E27FC236}">
                <a16:creationId xmlns:a16="http://schemas.microsoft.com/office/drawing/2014/main" id="{83F5564D-5247-458F-AF98-A24F2E42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2-text-4">
            <a:extLst xmlns:a="http://schemas.openxmlformats.org/drawingml/2006/main">
              <a:ext uri="{FF2B5EF4-FFF2-40B4-BE49-F238E27FC236}">
                <a16:creationId xmlns:a16="http://schemas.microsoft.com/office/drawing/2014/main" id="{252BFDC4-C63A-4566-A46E-1E78718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2-text-5">
            <a:extLst xmlns:a="http://schemas.openxmlformats.org/drawingml/2006/main">
              <a:ext uri="{FF2B5EF4-FFF2-40B4-BE49-F238E27FC236}">
                <a16:creationId xmlns:a16="http://schemas.microsoft.com/office/drawing/2014/main" id="{2F56B978-59B1-4F7E-B370-131A7B3E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2039600" cy="544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每項被接受成果的平均成本</a:t>
            </a:r>
          </a:p>
        </p:txBody>
      </p:sp>
      <p:sp>
        <p:nvSpPr>
          <p:cNvPr id="6" name="slide-52-text-6">
            <a:extLst xmlns:a="http://schemas.openxmlformats.org/drawingml/2006/main">
              <a:ext uri="{FF2B5EF4-FFF2-40B4-BE49-F238E27FC236}">
                <a16:creationId xmlns:a16="http://schemas.microsoft.com/office/drawing/2014/main" id="{7B0F34F6-6976-4141-BA67-6D2C57D4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2039600" cy="4792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7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模型與工具費用 ＋ 人工投入（含複核及返工）</a:t>
            </a:r>
          </a:p>
        </p:txBody>
      </p:sp>
      <p:sp>
        <p:nvSpPr>
          <p:cNvPr id="7" name="slide-52-line-7">
            <a:extLst xmlns:a="http://schemas.openxmlformats.org/drawingml/2006/main">
              <a:ext uri="{FF2B5EF4-FFF2-40B4-BE49-F238E27FC236}">
                <a16:creationId xmlns:a16="http://schemas.microsoft.com/office/drawing/2014/main" id="{5A240BFB-F1AC-407E-9A67-C5A058AB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8" name="slide-52-text-8">
            <a:extLst xmlns:a="http://schemas.openxmlformats.org/drawingml/2006/main">
              <a:ext uri="{FF2B5EF4-FFF2-40B4-BE49-F238E27FC236}">
                <a16:creationId xmlns:a16="http://schemas.microsoft.com/office/drawing/2014/main" id="{6758FE89-4F4B-40ED-AF90-E8E0336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203960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6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通過同一驗收標準的成果數</a:t>
            </a:r>
          </a:p>
        </p:txBody>
      </p:sp>
      <p:sp>
        <p:nvSpPr>
          <p:cNvPr id="9" name="slide-52-text-9">
            <a:extLst xmlns:a="http://schemas.openxmlformats.org/drawingml/2006/main">
              <a:ext uri="{FF2B5EF4-FFF2-40B4-BE49-F238E27FC236}">
                <a16:creationId xmlns:a16="http://schemas.microsoft.com/office/drawing/2014/main" id="{8C92A691-8304-4DD2-AED0-E150968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成本只是其中一項；採用、缺陷與恢復須另看，不能互相抵銷。</a:t>
            </a:r>
          </a:p>
        </p:txBody>
      </p:sp>
      <p:sp>
        <p:nvSpPr>
          <p:cNvPr id="10" name="slide-52-text-10">
            <a:extLst xmlns:a="http://schemas.openxmlformats.org/drawingml/2006/main">
              <a:ext uri="{FF2B5EF4-FFF2-40B4-BE49-F238E27FC236}">
                <a16:creationId xmlns:a16="http://schemas.microsoft.com/office/drawing/2014/main" id="{63D156B2-F6F2-47F9-B568-D04E8097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52 / 66</a:t>
            </a:r>
          </a:p>
        </p:txBody>
      </p:sp>
    </p:spTree>
    <p:extLst>
      <p:ext uri="{BB962C8B-B14F-4D97-AF65-F5344CB8AC3E}">
        <p14:creationId xmlns:p14="http://schemas.microsoft.com/office/powerpoint/2010/main" val="101529568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53-text-1">
            <a:extLst xmlns:a="http://schemas.openxmlformats.org/drawingml/2006/main">
              <a:ext uri="{FF2B5EF4-FFF2-40B4-BE49-F238E27FC236}">
                <a16:creationId xmlns:a16="http://schemas.microsoft.com/office/drawing/2014/main" id="{3C1A8FA7-010E-49E8-97A1-053B6F46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評估與反例</a:t>
            </a:r>
          </a:p>
        </p:txBody>
      </p:sp>
      <p:sp>
        <p:nvSpPr>
          <p:cNvPr id="2" name="slide-53-text-2">
            <a:extLst xmlns:a="http://schemas.openxmlformats.org/drawingml/2006/main">
              <a:ext uri="{FF2B5EF4-FFF2-40B4-BE49-F238E27FC236}">
                <a16:creationId xmlns:a16="http://schemas.microsoft.com/office/drawing/2014/main" id="{6A890A9C-7FB0-4B60-936F-77C37EFA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檢查機制也需要被檢查</a:t>
            </a:r>
          </a:p>
        </p:txBody>
      </p:sp>
      <p:sp>
        <p:nvSpPr>
          <p:cNvPr id="3" name="slide-53-line-3">
            <a:extLst xmlns:a="http://schemas.openxmlformats.org/drawingml/2006/main">
              <a:ext uri="{FF2B5EF4-FFF2-40B4-BE49-F238E27FC236}">
                <a16:creationId xmlns:a16="http://schemas.microsoft.com/office/drawing/2014/main" id="{5DEE36E8-319E-44AC-9903-193D1E43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3-text-4">
            <a:extLst xmlns:a="http://schemas.openxmlformats.org/drawingml/2006/main">
              <a:ext uri="{FF2B5EF4-FFF2-40B4-BE49-F238E27FC236}">
                <a16:creationId xmlns:a16="http://schemas.microsoft.com/office/drawing/2014/main" id="{5D6A8AC7-DB20-47BF-89B6-16F5B10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3-text-5">
            <a:extLst xmlns:a="http://schemas.openxmlformats.org/drawingml/2006/main">
              <a:ext uri="{FF2B5EF4-FFF2-40B4-BE49-F238E27FC236}">
                <a16:creationId xmlns:a16="http://schemas.microsoft.com/office/drawing/2014/main" id="{33A00031-7752-461C-B6CD-015C9998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正常案例</a:t>
            </a:r>
          </a:p>
        </p:txBody>
      </p:sp>
      <p:sp>
        <p:nvSpPr>
          <p:cNvPr id="6" name="slide-53-line-6">
            <a:extLst xmlns:a="http://schemas.openxmlformats.org/drawingml/2006/main">
              <a:ext uri="{FF2B5EF4-FFF2-40B4-BE49-F238E27FC236}">
                <a16:creationId xmlns:a16="http://schemas.microsoft.com/office/drawing/2014/main" id="{36C7622A-68B0-40D8-8739-A0D0E98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53-text-7">
            <a:extLst xmlns:a="http://schemas.openxmlformats.org/drawingml/2006/main">
              <a:ext uri="{FF2B5EF4-FFF2-40B4-BE49-F238E27FC236}">
                <a16:creationId xmlns:a16="http://schemas.microsoft.com/office/drawing/2014/main" id="{5D3D3685-6B7C-4503-8E28-C9B2D2AC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合格產物應能通過</a:t>
            </a:r>
          </a:p>
        </p:txBody>
      </p:sp>
      <p:sp>
        <p:nvSpPr>
          <p:cNvPr id="8" name="slide-53-text-8">
            <a:extLst xmlns:a="http://schemas.openxmlformats.org/drawingml/2006/main">
              <a:ext uri="{FF2B5EF4-FFF2-40B4-BE49-F238E27FC236}">
                <a16:creationId xmlns:a16="http://schemas.microsoft.com/office/drawing/2014/main" id="{150C5B72-FA77-4C93-A869-4336EE92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62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記錄誤報與審查負擔</a:t>
            </a:r>
          </a:p>
        </p:txBody>
      </p:sp>
      <p:sp>
        <p:nvSpPr>
          <p:cNvPr id="9" name="slide-53-text-9">
            <a:extLst xmlns:a="http://schemas.openxmlformats.org/drawingml/2006/main">
              <a:ext uri="{FF2B5EF4-FFF2-40B4-BE49-F238E27FC236}">
                <a16:creationId xmlns:a16="http://schemas.microsoft.com/office/drawing/2014/main" id="{4BBAA272-D22B-4E06-A670-FA7CA3D8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19400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有問題的反例</a:t>
            </a:r>
          </a:p>
        </p:txBody>
      </p:sp>
      <p:sp>
        <p:nvSpPr>
          <p:cNvPr id="10" name="slide-53-line-10">
            <a:extLst xmlns:a="http://schemas.openxmlformats.org/drawingml/2006/main">
              <a:ext uri="{FF2B5EF4-FFF2-40B4-BE49-F238E27FC236}">
                <a16:creationId xmlns:a16="http://schemas.microsoft.com/office/drawing/2014/main" id="{631BBD53-4F37-4BC0-9CD8-7100A474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53-text-11">
            <a:extLst xmlns:a="http://schemas.openxmlformats.org/drawingml/2006/main">
              <a:ext uri="{FF2B5EF4-FFF2-40B4-BE49-F238E27FC236}">
                <a16:creationId xmlns:a16="http://schemas.microsoft.com/office/drawing/2014/main" id="{CC2A20FB-FE99-44D0-B6DF-19B54AB2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00450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錯誤或越權應能被拒絕</a:t>
            </a:r>
          </a:p>
        </p:txBody>
      </p:sp>
      <p:sp>
        <p:nvSpPr>
          <p:cNvPr id="12" name="slide-53-text-12">
            <a:extLst xmlns:a="http://schemas.openxmlformats.org/drawingml/2006/main">
              <a:ext uri="{FF2B5EF4-FFF2-40B4-BE49-F238E27FC236}">
                <a16:creationId xmlns:a16="http://schemas.microsoft.com/office/drawing/2014/main" id="{00929D8C-46B4-4CD0-AF43-A153B91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06215"/>
            <a:ext cx="57245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記錄漏查與恢復結果</a:t>
            </a:r>
          </a:p>
        </p:txBody>
      </p:sp>
      <p:sp>
        <p:nvSpPr>
          <p:cNvPr id="13" name="slide-53-text-13">
            <a:extLst xmlns:a="http://schemas.openxmlformats.org/drawingml/2006/main">
              <a:ext uri="{FF2B5EF4-FFF2-40B4-BE49-F238E27FC236}">
                <a16:creationId xmlns:a16="http://schemas.microsoft.com/office/drawing/2014/main" id="{A1EA2D6C-2CB9-4E6F-9C89-2AD9E509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規則寫在文件裏，與規則曾經有效阻止錯誤，是不同證據。</a:t>
            </a:r>
          </a:p>
        </p:txBody>
      </p:sp>
      <p:sp>
        <p:nvSpPr>
          <p:cNvPr id="14" name="slide-53-text-14">
            <a:extLst xmlns:a="http://schemas.openxmlformats.org/drawingml/2006/main">
              <a:ext uri="{FF2B5EF4-FFF2-40B4-BE49-F238E27FC236}">
                <a16:creationId xmlns:a16="http://schemas.microsoft.com/office/drawing/2014/main" id="{0E8E643C-B209-462D-A189-EE1BFCFB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53 / 66</a:t>
            </a:r>
          </a:p>
        </p:txBody>
      </p:sp>
    </p:spTree>
    <p:extLst>
      <p:ext uri="{BB962C8B-B14F-4D97-AF65-F5344CB8AC3E}">
        <p14:creationId xmlns:p14="http://schemas.microsoft.com/office/powerpoint/2010/main" val="71230515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54-text-1">
            <a:extLst xmlns:a="http://schemas.openxmlformats.org/drawingml/2006/main">
              <a:ext uri="{FF2B5EF4-FFF2-40B4-BE49-F238E27FC236}">
                <a16:creationId xmlns:a16="http://schemas.microsoft.com/office/drawing/2014/main" id="{EC807FD8-599F-4FFA-9EDE-89171F9E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   持續建設的五類資產</a:t>
            </a:r>
          </a:p>
        </p:txBody>
      </p:sp>
      <p:sp>
        <p:nvSpPr>
          <p:cNvPr id="2" name="slide-54-text-2">
            <a:extLst xmlns:a="http://schemas.openxmlformats.org/drawingml/2006/main">
              <a:ext uri="{FF2B5EF4-FFF2-40B4-BE49-F238E27FC236}">
                <a16:creationId xmlns:a16="http://schemas.microsoft.com/office/drawing/2014/main" id="{38DD44C9-240F-4A16-8522-F8C6EEE5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更換工具後仍需保留的工作資料</a:t>
            </a:r>
          </a:p>
        </p:txBody>
      </p:sp>
      <p:sp>
        <p:nvSpPr>
          <p:cNvPr id="3" name="slide-54-line-3">
            <a:extLst xmlns:a="http://schemas.openxmlformats.org/drawingml/2006/main">
              <a:ext uri="{FF2B5EF4-FFF2-40B4-BE49-F238E27FC236}">
                <a16:creationId xmlns:a16="http://schemas.microsoft.com/office/drawing/2014/main" id="{584A41BA-AD23-4CE6-893E-FDC4440D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4-text-4">
            <a:extLst xmlns:a="http://schemas.openxmlformats.org/drawingml/2006/main">
              <a:ext uri="{FF2B5EF4-FFF2-40B4-BE49-F238E27FC236}">
                <a16:creationId xmlns:a16="http://schemas.microsoft.com/office/drawing/2014/main" id="{EEA0FA22-DA41-4DC5-BAD0-A18B2823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4-text-5">
            <a:extLst xmlns:a="http://schemas.openxmlformats.org/drawingml/2006/main">
              <a:ext uri="{FF2B5EF4-FFF2-40B4-BE49-F238E27FC236}">
                <a16:creationId xmlns:a16="http://schemas.microsoft.com/office/drawing/2014/main" id="{7879D8E9-EAB2-4453-8CE6-75A499FA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任務背景</a:t>
            </a:r>
          </a:p>
        </p:txBody>
      </p:sp>
      <p:sp>
        <p:nvSpPr>
          <p:cNvPr id="6" name="slide-54-text-6">
            <a:extLst xmlns:a="http://schemas.openxmlformats.org/drawingml/2006/main">
              <a:ext uri="{FF2B5EF4-FFF2-40B4-BE49-F238E27FC236}">
                <a16:creationId xmlns:a16="http://schemas.microsoft.com/office/drawing/2014/main" id="{A77697B4-EA60-4647-8A72-B838130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原文、年級條件與教師需求</a:t>
            </a:r>
          </a:p>
        </p:txBody>
      </p:sp>
      <p:sp>
        <p:nvSpPr>
          <p:cNvPr id="7" name="slide-54-line-7">
            <a:extLst xmlns:a="http://schemas.openxmlformats.org/drawingml/2006/main">
              <a:ext uri="{FF2B5EF4-FFF2-40B4-BE49-F238E27FC236}">
                <a16:creationId xmlns:a16="http://schemas.microsoft.com/office/drawing/2014/main" id="{633D22AB-D6B7-4367-B1D1-893547BB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54-text-8">
            <a:extLst xmlns:a="http://schemas.openxmlformats.org/drawingml/2006/main">
              <a:ext uri="{FF2B5EF4-FFF2-40B4-BE49-F238E27FC236}">
                <a16:creationId xmlns:a16="http://schemas.microsoft.com/office/drawing/2014/main" id="{D1C897C4-7B94-441A-9D1E-75D75AEB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評估案例</a:t>
            </a:r>
          </a:p>
        </p:txBody>
      </p:sp>
      <p:sp>
        <p:nvSpPr>
          <p:cNvPr id="9" name="slide-54-text-9">
            <a:extLst xmlns:a="http://schemas.openxmlformats.org/drawingml/2006/main">
              <a:ext uri="{FF2B5EF4-FFF2-40B4-BE49-F238E27FC236}">
                <a16:creationId xmlns:a16="http://schemas.microsoft.com/office/drawing/2014/main" id="{3BE2DF25-3EC0-4588-890D-BE42049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合格導讀與無依據情節的反例</a:t>
            </a:r>
          </a:p>
        </p:txBody>
      </p:sp>
      <p:sp>
        <p:nvSpPr>
          <p:cNvPr id="10" name="slide-54-line-10">
            <a:extLst xmlns:a="http://schemas.openxmlformats.org/drawingml/2006/main">
              <a:ext uri="{FF2B5EF4-FFF2-40B4-BE49-F238E27FC236}">
                <a16:creationId xmlns:a16="http://schemas.microsoft.com/office/drawing/2014/main" id="{64915DBD-A09A-402C-9C17-B198AF12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54-text-11">
            <a:extLst xmlns:a="http://schemas.openxmlformats.org/drawingml/2006/main">
              <a:ext uri="{FF2B5EF4-FFF2-40B4-BE49-F238E27FC236}">
                <a16:creationId xmlns:a16="http://schemas.microsoft.com/office/drawing/2014/main" id="{EE957EB1-978B-474A-85C4-2B8875E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方法版本</a:t>
            </a:r>
          </a:p>
        </p:txBody>
      </p:sp>
      <p:sp>
        <p:nvSpPr>
          <p:cNvPr id="12" name="slide-54-text-12">
            <a:extLst xmlns:a="http://schemas.openxmlformats.org/drawingml/2006/main">
              <a:ext uri="{FF2B5EF4-FFF2-40B4-BE49-F238E27FC236}">
                <a16:creationId xmlns:a16="http://schemas.microsoft.com/office/drawing/2014/main" id="{C8E40FEA-9282-4D1E-BC0B-7DB5207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導讀步驟及每次改動的理由</a:t>
            </a:r>
          </a:p>
        </p:txBody>
      </p:sp>
      <p:sp>
        <p:nvSpPr>
          <p:cNvPr id="13" name="slide-54-line-13">
            <a:extLst xmlns:a="http://schemas.openxmlformats.org/drawingml/2006/main">
              <a:ext uri="{FF2B5EF4-FFF2-40B4-BE49-F238E27FC236}">
                <a16:creationId xmlns:a16="http://schemas.microsoft.com/office/drawing/2014/main" id="{FB23CC04-ECF6-4D53-B769-31D4CD4B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54-text-14">
            <a:extLst xmlns:a="http://schemas.openxmlformats.org/drawingml/2006/main">
              <a:ext uri="{FF2B5EF4-FFF2-40B4-BE49-F238E27FC236}">
                <a16:creationId xmlns:a16="http://schemas.microsoft.com/office/drawing/2014/main" id="{3F461A52-7AD7-458D-8622-FE2E823A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治理記錄</a:t>
            </a:r>
          </a:p>
        </p:txBody>
      </p:sp>
      <p:sp>
        <p:nvSpPr>
          <p:cNvPr id="15" name="slide-54-text-15">
            <a:extLst xmlns:a="http://schemas.openxmlformats.org/drawingml/2006/main">
              <a:ext uri="{FF2B5EF4-FFF2-40B4-BE49-F238E27FC236}">
                <a16:creationId xmlns:a16="http://schemas.microsoft.com/office/drawing/2014/main" id="{ECDDDAA9-7B0E-4349-AB83-6E353D2A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誰可批准，出錯後如何恢復</a:t>
            </a:r>
          </a:p>
        </p:txBody>
      </p:sp>
      <p:sp>
        <p:nvSpPr>
          <p:cNvPr id="16" name="slide-54-line-16">
            <a:extLst xmlns:a="http://schemas.openxmlformats.org/drawingml/2006/main">
              <a:ext uri="{FF2B5EF4-FFF2-40B4-BE49-F238E27FC236}">
                <a16:creationId xmlns:a16="http://schemas.microsoft.com/office/drawing/2014/main" id="{0882D9F8-948D-4C02-8783-7EE57F55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482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54-text-17">
            <a:extLst xmlns:a="http://schemas.openxmlformats.org/drawingml/2006/main">
              <a:ext uri="{FF2B5EF4-FFF2-40B4-BE49-F238E27FC236}">
                <a16:creationId xmlns:a16="http://schemas.microsoft.com/office/drawing/2014/main" id="{7EDE304B-6632-485A-BBD4-4B433C48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2476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實際結果</a:t>
            </a:r>
          </a:p>
        </p:txBody>
      </p:sp>
      <p:sp>
        <p:nvSpPr>
          <p:cNvPr id="18" name="slide-54-text-18">
            <a:extLst xmlns:a="http://schemas.openxmlformats.org/drawingml/2006/main">
              <a:ext uri="{FF2B5EF4-FFF2-40B4-BE49-F238E27FC236}">
                <a16:creationId xmlns:a16="http://schemas.microsoft.com/office/drawing/2014/main" id="{ECC13950-2900-4802-8090-9060F94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57825"/>
            <a:ext cx="9258300" cy="349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教師修改了哪裏，最後是否使用</a:t>
            </a:r>
          </a:p>
        </p:txBody>
      </p:sp>
      <p:sp>
        <p:nvSpPr>
          <p:cNvPr id="19" name="slide-54-line-19">
            <a:extLst xmlns:a="http://schemas.openxmlformats.org/drawingml/2006/main">
              <a:ext uri="{FF2B5EF4-FFF2-40B4-BE49-F238E27FC236}">
                <a16:creationId xmlns:a16="http://schemas.microsoft.com/office/drawing/2014/main" id="{8E45D67B-124D-4DD5-BBDD-404D1D33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007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20" name="slide-54-text-20">
            <a:extLst xmlns:a="http://schemas.openxmlformats.org/drawingml/2006/main">
              <a:ext uri="{FF2B5EF4-FFF2-40B4-BE49-F238E27FC236}">
                <a16:creationId xmlns:a16="http://schemas.microsoft.com/office/drawing/2014/main" id="{3B999D98-4A3A-483A-B12D-253F015D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三類記憶回答「記甚麼」；五類資產回答「維護哪些工作材料」。</a:t>
            </a:r>
          </a:p>
        </p:txBody>
      </p:sp>
      <p:sp>
        <p:nvSpPr>
          <p:cNvPr id="21" name="slide-54-text-21">
            <a:extLst xmlns:a="http://schemas.openxmlformats.org/drawingml/2006/main">
              <a:ext uri="{FF2B5EF4-FFF2-40B4-BE49-F238E27FC236}">
                <a16:creationId xmlns:a16="http://schemas.microsoft.com/office/drawing/2014/main" id="{00AA24C2-004D-4D14-8723-65E3F53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54 / 66</a:t>
            </a:r>
          </a:p>
        </p:txBody>
      </p:sp>
    </p:spTree>
    <p:extLst>
      <p:ext uri="{BB962C8B-B14F-4D97-AF65-F5344CB8AC3E}">
        <p14:creationId xmlns:p14="http://schemas.microsoft.com/office/powerpoint/2010/main" val="155129154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55-text-1">
            <a:extLst xmlns:a="http://schemas.openxmlformats.org/drawingml/2006/main">
              <a:ext uri="{FF2B5EF4-FFF2-40B4-BE49-F238E27FC236}">
                <a16:creationId xmlns:a16="http://schemas.microsoft.com/office/drawing/2014/main" id="{FEEEC066-DA6D-4697-AFAE-4A6B9BE5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03   可持續能力建設路徑</a:t>
            </a:r>
          </a:p>
        </p:txBody>
      </p:sp>
      <p:sp>
        <p:nvSpPr>
          <p:cNvPr id="2" name="slide-55-text-2">
            <a:extLst xmlns:a="http://schemas.openxmlformats.org/drawingml/2006/main">
              <a:ext uri="{FF2B5EF4-FFF2-40B4-BE49-F238E27FC236}">
                <a16:creationId xmlns:a16="http://schemas.microsoft.com/office/drawing/2014/main" id="{58B85D7E-0BB9-4485-B40C-94698A0D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改造路徑以證據決定下一步</a:t>
            </a:r>
          </a:p>
        </p:txBody>
      </p:sp>
      <p:sp>
        <p:nvSpPr>
          <p:cNvPr id="3" name="slide-55-line-3">
            <a:extLst xmlns:a="http://schemas.openxmlformats.org/drawingml/2006/main">
              <a:ext uri="{FF2B5EF4-FFF2-40B4-BE49-F238E27FC236}">
                <a16:creationId xmlns:a16="http://schemas.microsoft.com/office/drawing/2014/main" id="{0342FCF0-7FA9-4F3E-B1B2-19F32AC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5-text-4">
            <a:extLst xmlns:a="http://schemas.openxmlformats.org/drawingml/2006/main">
              <a:ext uri="{FF2B5EF4-FFF2-40B4-BE49-F238E27FC236}">
                <a16:creationId xmlns:a16="http://schemas.microsoft.com/office/drawing/2014/main" id="{7A77D648-2294-45EA-8F4D-DA528A9F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5-text-5">
            <a:extLst xmlns:a="http://schemas.openxmlformats.org/drawingml/2006/main">
              <a:ext uri="{FF2B5EF4-FFF2-40B4-BE49-F238E27FC236}">
                <a16:creationId xmlns:a16="http://schemas.microsoft.com/office/drawing/2014/main" id="{43AF4ABF-04E8-42D3-A23A-69340478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M0  基線</a:t>
            </a:r>
          </a:p>
        </p:txBody>
      </p:sp>
      <p:sp>
        <p:nvSpPr>
          <p:cNvPr id="6" name="slide-55-text-6">
            <a:extLst xmlns:a="http://schemas.openxmlformats.org/drawingml/2006/main">
              <a:ext uri="{FF2B5EF4-FFF2-40B4-BE49-F238E27FC236}">
                <a16:creationId xmlns:a16="http://schemas.microsoft.com/office/drawing/2014/main" id="{FFE93761-0D8F-4AB5-B99B-094D0E48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71725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確定一條真實工作與驗收標準</a:t>
            </a:r>
          </a:p>
        </p:txBody>
      </p:sp>
      <p:sp>
        <p:nvSpPr>
          <p:cNvPr id="7" name="slide-55-line-7">
            <a:extLst xmlns:a="http://schemas.openxmlformats.org/drawingml/2006/main">
              <a:ext uri="{FF2B5EF4-FFF2-40B4-BE49-F238E27FC236}">
                <a16:creationId xmlns:a16="http://schemas.microsoft.com/office/drawing/2014/main" id="{170E8D5D-146C-478B-B35E-10E90968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55-text-8">
            <a:extLst xmlns:a="http://schemas.openxmlformats.org/drawingml/2006/main">
              <a:ext uri="{FF2B5EF4-FFF2-40B4-BE49-F238E27FC236}">
                <a16:creationId xmlns:a16="http://schemas.microsoft.com/office/drawing/2014/main" id="{3065017E-53F1-4C8B-9B4C-0E3182BA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M1  只讀</a:t>
            </a:r>
          </a:p>
        </p:txBody>
      </p:sp>
      <p:sp>
        <p:nvSpPr>
          <p:cNvPr id="9" name="slide-55-text-9">
            <a:extLst xmlns:a="http://schemas.openxmlformats.org/drawingml/2006/main">
              <a:ext uri="{FF2B5EF4-FFF2-40B4-BE49-F238E27FC236}">
                <a16:creationId xmlns:a16="http://schemas.microsoft.com/office/drawing/2014/main" id="{CE4013FE-BD1F-4D2A-AD7B-560DAB6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能回查來源、版本與分歧</a:t>
            </a:r>
          </a:p>
        </p:txBody>
      </p:sp>
      <p:sp>
        <p:nvSpPr>
          <p:cNvPr id="10" name="slide-55-line-10">
            <a:extLst xmlns:a="http://schemas.openxmlformats.org/drawingml/2006/main">
              <a:ext uri="{FF2B5EF4-FFF2-40B4-BE49-F238E27FC236}">
                <a16:creationId xmlns:a16="http://schemas.microsoft.com/office/drawing/2014/main" id="{ECC4560F-E990-4362-8D9C-33F913A8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55-text-11">
            <a:extLst xmlns:a="http://schemas.openxmlformats.org/drawingml/2006/main">
              <a:ext uri="{FF2B5EF4-FFF2-40B4-BE49-F238E27FC236}">
                <a16:creationId xmlns:a16="http://schemas.microsoft.com/office/drawing/2014/main" id="{ACC9F834-76EA-4C9B-8712-2C11BC44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M2  確認寫回</a:t>
            </a:r>
          </a:p>
        </p:txBody>
      </p:sp>
      <p:sp>
        <p:nvSpPr>
          <p:cNvPr id="12" name="slide-55-text-12">
            <a:extLst xmlns:a="http://schemas.openxmlformats.org/drawingml/2006/main">
              <a:ext uri="{FF2B5EF4-FFF2-40B4-BE49-F238E27FC236}">
                <a16:creationId xmlns:a16="http://schemas.microsoft.com/office/drawing/2014/main" id="{C464025A-D0FC-495D-89EA-227E5D8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具名確認後更新共同狀態</a:t>
            </a:r>
          </a:p>
        </p:txBody>
      </p:sp>
      <p:sp>
        <p:nvSpPr>
          <p:cNvPr id="13" name="slide-55-line-13">
            <a:extLst xmlns:a="http://schemas.openxmlformats.org/drawingml/2006/main">
              <a:ext uri="{FF2B5EF4-FFF2-40B4-BE49-F238E27FC236}">
                <a16:creationId xmlns:a16="http://schemas.microsoft.com/office/drawing/2014/main" id="{EC477063-273D-44DA-91A0-1B03031F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55-text-14">
            <a:extLst xmlns:a="http://schemas.openxmlformats.org/drawingml/2006/main">
              <a:ext uri="{FF2B5EF4-FFF2-40B4-BE49-F238E27FC236}">
                <a16:creationId xmlns:a16="http://schemas.microsoft.com/office/drawing/2014/main" id="{06D796AD-4D9C-46BC-9536-0C4A7B79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M3  影子運行</a:t>
            </a:r>
          </a:p>
        </p:txBody>
      </p:sp>
      <p:sp>
        <p:nvSpPr>
          <p:cNvPr id="15" name="slide-55-text-15">
            <a:extLst xmlns:a="http://schemas.openxmlformats.org/drawingml/2006/main">
              <a:ext uri="{FF2B5EF4-FFF2-40B4-BE49-F238E27FC236}">
                <a16:creationId xmlns:a16="http://schemas.microsoft.com/office/drawing/2014/main" id="{5C726D23-5C2B-4E43-A1A6-BA382665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43400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量測誤報、漏報與人工負擔</a:t>
            </a:r>
          </a:p>
        </p:txBody>
      </p:sp>
      <p:sp>
        <p:nvSpPr>
          <p:cNvPr id="16" name="slide-55-line-16">
            <a:extLst xmlns:a="http://schemas.openxmlformats.org/drawingml/2006/main">
              <a:ext uri="{FF2B5EF4-FFF2-40B4-BE49-F238E27FC236}">
                <a16:creationId xmlns:a16="http://schemas.microsoft.com/office/drawing/2014/main" id="{E959B58F-2155-4A45-BE3C-A457E6DF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7" name="slide-55-text-17">
            <a:extLst xmlns:a="http://schemas.openxmlformats.org/drawingml/2006/main">
              <a:ext uri="{FF2B5EF4-FFF2-40B4-BE49-F238E27FC236}">
                <a16:creationId xmlns:a16="http://schemas.microsoft.com/office/drawing/2014/main" id="{6CAAA0B5-CAD7-4AB4-96F1-64E9E472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M4  受控行動</a:t>
            </a:r>
          </a:p>
        </p:txBody>
      </p:sp>
      <p:sp>
        <p:nvSpPr>
          <p:cNvPr id="18" name="slide-55-text-18">
            <a:extLst xmlns:a="http://schemas.openxmlformats.org/drawingml/2006/main">
              <a:ext uri="{FF2B5EF4-FFF2-40B4-BE49-F238E27FC236}">
                <a16:creationId xmlns:a16="http://schemas.microsoft.com/office/drawing/2014/main" id="{302C91A6-5BA3-4174-989D-A4B51A74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驗證權限、停止與恢復</a:t>
            </a:r>
          </a:p>
        </p:txBody>
      </p:sp>
      <p:sp>
        <p:nvSpPr>
          <p:cNvPr id="19" name="slide-55-line-19">
            <a:extLst xmlns:a="http://schemas.openxmlformats.org/drawingml/2006/main">
              <a:ext uri="{FF2B5EF4-FFF2-40B4-BE49-F238E27FC236}">
                <a16:creationId xmlns:a16="http://schemas.microsoft.com/office/drawing/2014/main" id="{9AD41878-9E86-4CDA-B142-99ABFD71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20" name="slide-55-text-20">
            <a:extLst xmlns:a="http://schemas.openxmlformats.org/drawingml/2006/main">
              <a:ext uri="{FF2B5EF4-FFF2-40B4-BE49-F238E27FC236}">
                <a16:creationId xmlns:a16="http://schemas.microsoft.com/office/drawing/2014/main" id="{C968B721-DBB3-4720-99F6-498625D7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57850"/>
            <a:ext cx="2476500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M5  遷移與接管</a:t>
            </a:r>
          </a:p>
        </p:txBody>
      </p:sp>
      <p:sp>
        <p:nvSpPr>
          <p:cNvPr id="21" name="slide-55-text-21">
            <a:extLst xmlns:a="http://schemas.openxmlformats.org/drawingml/2006/main">
              <a:ext uri="{FF2B5EF4-FFF2-40B4-BE49-F238E27FC236}">
                <a16:creationId xmlns:a16="http://schemas.microsoft.com/office/drawing/2014/main" id="{505E66A2-BAC5-4B33-AC35-24148BA1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57850"/>
            <a:ext cx="9258300" cy="3368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內部可運行、恢復、修訂及停用</a:t>
            </a:r>
          </a:p>
        </p:txBody>
      </p:sp>
      <p:sp>
        <p:nvSpPr>
          <p:cNvPr id="22" name="slide-55-line-22">
            <a:extLst xmlns:a="http://schemas.openxmlformats.org/drawingml/2006/main">
              <a:ext uri="{FF2B5EF4-FFF2-40B4-BE49-F238E27FC236}">
                <a16:creationId xmlns:a16="http://schemas.microsoft.com/office/drawing/2014/main" id="{AAA8A073-33C0-4247-950F-FB29DA30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055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23" name="slide-55-text-23">
            <a:extLst xmlns:a="http://schemas.openxmlformats.org/drawingml/2006/main">
              <a:ext uri="{FF2B5EF4-FFF2-40B4-BE49-F238E27FC236}">
                <a16:creationId xmlns:a16="http://schemas.microsoft.com/office/drawing/2014/main" id="{5B3B038C-C9A7-42DF-A868-4F54E53E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L1–L5 診斷已有能力；M0–M5 決定下一步驗證，不按日曆自動晉級。</a:t>
            </a:r>
          </a:p>
        </p:txBody>
      </p:sp>
      <p:sp>
        <p:nvSpPr>
          <p:cNvPr id="24" name="slide-55-text-24">
            <a:extLst xmlns:a="http://schemas.openxmlformats.org/drawingml/2006/main">
              <a:ext uri="{FF2B5EF4-FFF2-40B4-BE49-F238E27FC236}">
                <a16:creationId xmlns:a16="http://schemas.microsoft.com/office/drawing/2014/main" id="{D5C1ED61-557D-4CB0-B196-9A68E218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55 / 66</a:t>
            </a:r>
          </a:p>
        </p:txBody>
      </p:sp>
    </p:spTree>
    <p:extLst>
      <p:ext uri="{BB962C8B-B14F-4D97-AF65-F5344CB8AC3E}">
        <p14:creationId xmlns:p14="http://schemas.microsoft.com/office/powerpoint/2010/main" val="147964809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56-text-1">
            <a:extLst xmlns:a="http://schemas.openxmlformats.org/drawingml/2006/main">
              <a:ext uri="{FF2B5EF4-FFF2-40B4-BE49-F238E27FC236}">
                <a16:creationId xmlns:a16="http://schemas.microsoft.com/office/drawing/2014/main" id="{91B6237E-782D-4CB7-98D9-0E66B01A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  04</a:t>
            </a:r>
          </a:p>
        </p:txBody>
      </p:sp>
      <p:sp>
        <p:nvSpPr>
          <p:cNvPr id="2" name="slide-56-line-2">
            <a:extLst xmlns:a="http://schemas.openxmlformats.org/drawingml/2006/main">
              <a:ext uri="{FF2B5EF4-FFF2-40B4-BE49-F238E27FC236}">
                <a16:creationId xmlns:a16="http://schemas.microsoft.com/office/drawing/2014/main" id="{ECD2454D-7E36-4C35-817D-1BE10828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3" name="slide-56-text-3">
            <a:extLst xmlns:a="http://schemas.openxmlformats.org/drawingml/2006/main">
              <a:ext uri="{FF2B5EF4-FFF2-40B4-BE49-F238E27FC236}">
                <a16:creationId xmlns:a16="http://schemas.microsoft.com/office/drawing/2014/main" id="{CCE00740-FC36-4DFE-A508-9515EFF7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4" name="slide-56-text-4">
            <a:extLst xmlns:a="http://schemas.openxmlformats.org/drawingml/2006/main">
              <a:ext uri="{FF2B5EF4-FFF2-40B4-BE49-F238E27FC236}">
                <a16:creationId xmlns:a16="http://schemas.microsoft.com/office/drawing/2014/main" id="{40AA5213-9794-4F5E-881B-ED6D4766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476500" cy="1917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defRPr>
            </a:pPr>
            <a:r>
              <a:rPr sz="11100" b="1">
                <a:solidFill>
                  <a:srgbClr val="B8C8FF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5" name="slide-56-text-5">
            <a:extLst xmlns:a="http://schemas.openxmlformats.org/drawingml/2006/main">
              <a:ext uri="{FF2B5EF4-FFF2-40B4-BE49-F238E27FC236}">
                <a16:creationId xmlns:a16="http://schemas.microsoft.com/office/drawing/2014/main" id="{DAF87452-8CC1-4558-9110-AAEF990B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76500"/>
            <a:ext cx="85725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交付後，能力歸誰</a:t>
            </a:r>
          </a:p>
        </p:txBody>
      </p:sp>
      <p:sp>
        <p:nvSpPr>
          <p:cNvPr id="6" name="slide-56-text-6">
            <a:extLst xmlns:a="http://schemas.openxmlformats.org/drawingml/2006/main">
              <a:ext uri="{FF2B5EF4-FFF2-40B4-BE49-F238E27FC236}">
                <a16:creationId xmlns:a16="http://schemas.microsoft.com/office/drawing/2014/main" id="{C7EF1CB7-37D6-46D4-8C64-A1BCDD4F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833437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當 AI 進入現場之後</a:t>
            </a:r>
          </a:p>
        </p:txBody>
      </p:sp>
      <p:sp>
        <p:nvSpPr>
          <p:cNvPr id="7" name="slide-56-text-7">
            <a:extLst xmlns:a="http://schemas.openxmlformats.org/drawingml/2006/main">
              <a:ext uri="{FF2B5EF4-FFF2-40B4-BE49-F238E27FC236}">
                <a16:creationId xmlns:a16="http://schemas.microsoft.com/office/drawing/2014/main" id="{B15781D5-D0D6-4B06-B864-B7C4E901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完成項目之後，使用者與接手團隊能否繼續工作？</a:t>
            </a:r>
          </a:p>
        </p:txBody>
      </p:sp>
      <p:sp>
        <p:nvSpPr>
          <p:cNvPr id="8" name="slide-56-text-8">
            <a:extLst xmlns:a="http://schemas.openxmlformats.org/drawingml/2006/main">
              <a:ext uri="{FF2B5EF4-FFF2-40B4-BE49-F238E27FC236}">
                <a16:creationId xmlns:a16="http://schemas.microsoft.com/office/drawing/2014/main" id="{B942BA1E-E2D1-44B1-9CC4-C0AA39D4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56 / 66</a:t>
            </a:r>
          </a:p>
        </p:txBody>
      </p:sp>
    </p:spTree>
    <p:extLst>
      <p:ext uri="{BB962C8B-B14F-4D97-AF65-F5344CB8AC3E}">
        <p14:creationId xmlns:p14="http://schemas.microsoft.com/office/powerpoint/2010/main" val="74617736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57-text-1">
            <a:extLst xmlns:a="http://schemas.openxmlformats.org/drawingml/2006/main">
              <a:ext uri="{FF2B5EF4-FFF2-40B4-BE49-F238E27FC236}">
                <a16:creationId xmlns:a16="http://schemas.microsoft.com/office/drawing/2014/main" id="{755577E0-32F0-40B6-9253-631146B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現場需求</a:t>
            </a:r>
          </a:p>
        </p:txBody>
      </p:sp>
      <p:sp>
        <p:nvSpPr>
          <p:cNvPr id="2" name="slide-57-text-2">
            <a:extLst xmlns:a="http://schemas.openxmlformats.org/drawingml/2006/main">
              <a:ext uri="{FF2B5EF4-FFF2-40B4-BE49-F238E27FC236}">
                <a16:creationId xmlns:a16="http://schemas.microsoft.com/office/drawing/2014/main" id="{A4A572D8-7E9F-4281-B55A-238607E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制度、系統與實際工作可能不同</a:t>
            </a:r>
          </a:p>
        </p:txBody>
      </p:sp>
      <p:sp>
        <p:nvSpPr>
          <p:cNvPr id="3" name="slide-57-line-3">
            <a:extLst xmlns:a="http://schemas.openxmlformats.org/drawingml/2006/main">
              <a:ext uri="{FF2B5EF4-FFF2-40B4-BE49-F238E27FC236}">
                <a16:creationId xmlns:a16="http://schemas.microsoft.com/office/drawing/2014/main" id="{3EE46F59-99E7-431D-B3F7-AC09707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7-text-4">
            <a:extLst xmlns:a="http://schemas.openxmlformats.org/drawingml/2006/main">
              <a:ext uri="{FF2B5EF4-FFF2-40B4-BE49-F238E27FC236}">
                <a16:creationId xmlns:a16="http://schemas.microsoft.com/office/drawing/2014/main" id="{5BD8B8CA-5D4B-4404-ABD8-AF7AEA0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7-text-5">
            <a:extLst xmlns:a="http://schemas.openxmlformats.org/drawingml/2006/main">
              <a:ext uri="{FF2B5EF4-FFF2-40B4-BE49-F238E27FC236}">
                <a16:creationId xmlns:a16="http://schemas.microsoft.com/office/drawing/2014/main" id="{E6FE401C-903E-4C67-B608-0E4C8535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制度要求</a:t>
            </a:r>
          </a:p>
        </p:txBody>
      </p:sp>
      <p:sp>
        <p:nvSpPr>
          <p:cNvPr id="6" name="slide-57-line-6">
            <a:extLst xmlns:a="http://schemas.openxmlformats.org/drawingml/2006/main">
              <a:ext uri="{FF2B5EF4-FFF2-40B4-BE49-F238E27FC236}">
                <a16:creationId xmlns:a16="http://schemas.microsoft.com/office/drawing/2014/main" id="{9AAAE10F-42C7-40D8-8CD4-E31B5CD5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7" name="slide-57-text-7">
            <a:extLst xmlns:a="http://schemas.openxmlformats.org/drawingml/2006/main">
              <a:ext uri="{FF2B5EF4-FFF2-40B4-BE49-F238E27FC236}">
                <a16:creationId xmlns:a16="http://schemas.microsoft.com/office/drawing/2014/main" id="{C12EE194-191A-4E2E-82E8-EBC6DC4C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00475"/>
            <a:ext cx="3619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規定如何做</a:t>
            </a:r>
          </a:p>
        </p:txBody>
      </p:sp>
      <p:sp>
        <p:nvSpPr>
          <p:cNvPr id="8" name="slide-57-text-8">
            <a:extLst xmlns:a="http://schemas.openxmlformats.org/drawingml/2006/main">
              <a:ext uri="{FF2B5EF4-FFF2-40B4-BE49-F238E27FC236}">
                <a16:creationId xmlns:a16="http://schemas.microsoft.com/office/drawing/2014/main" id="{7C76F492-3719-4BDC-BF5E-85B6E75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19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系統流程</a:t>
            </a:r>
          </a:p>
        </p:txBody>
      </p:sp>
      <p:sp>
        <p:nvSpPr>
          <p:cNvPr id="9" name="slide-57-line-9">
            <a:extLst xmlns:a="http://schemas.openxmlformats.org/drawingml/2006/main">
              <a:ext uri="{FF2B5EF4-FFF2-40B4-BE49-F238E27FC236}">
                <a16:creationId xmlns:a16="http://schemas.microsoft.com/office/drawing/2014/main" id="{744AADD3-42BB-4196-9CC6-B365C155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0" name="slide-57-text-10">
            <a:extLst xmlns:a="http://schemas.openxmlformats.org/drawingml/2006/main">
              <a:ext uri="{FF2B5EF4-FFF2-40B4-BE49-F238E27FC236}">
                <a16:creationId xmlns:a16="http://schemas.microsoft.com/office/drawing/2014/main" id="{18A9B149-D138-4CD0-B303-7970417E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00475"/>
            <a:ext cx="3619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介面允許怎樣做</a:t>
            </a:r>
          </a:p>
        </p:txBody>
      </p:sp>
      <p:sp>
        <p:nvSpPr>
          <p:cNvPr id="11" name="slide-57-text-11">
            <a:extLst xmlns:a="http://schemas.openxmlformats.org/drawingml/2006/main">
              <a:ext uri="{FF2B5EF4-FFF2-40B4-BE49-F238E27FC236}">
                <a16:creationId xmlns:a16="http://schemas.microsoft.com/office/drawing/2014/main" id="{26253853-D26B-4DD8-A8D4-F551B760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1942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實際工作</a:t>
            </a:r>
          </a:p>
        </p:txBody>
      </p:sp>
      <p:sp>
        <p:nvSpPr>
          <p:cNvPr id="12" name="slide-57-line-12">
            <a:extLst xmlns:a="http://schemas.openxmlformats.org/drawingml/2006/main">
              <a:ext uri="{FF2B5EF4-FFF2-40B4-BE49-F238E27FC236}">
                <a16:creationId xmlns:a16="http://schemas.microsoft.com/office/drawing/2014/main" id="{0B415EC9-B1FD-48CA-9F8A-D62CC9BA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76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CF5"/>
            </a:solidFill>
            <a:prstDash val="solid"/>
          </a:ln>
        </p:spPr>
      </p:sp>
      <p:sp>
        <p:nvSpPr>
          <p:cNvPr id="13" name="slide-57-text-13">
            <a:extLst xmlns:a="http://schemas.openxmlformats.org/drawingml/2006/main">
              <a:ext uri="{FF2B5EF4-FFF2-40B4-BE49-F238E27FC236}">
                <a16:creationId xmlns:a16="http://schemas.microsoft.com/office/drawing/2014/main" id="{5D115BF6-AA9B-48B0-99FB-7124F060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00475"/>
            <a:ext cx="36195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使用者今天如何完成</a:t>
            </a:r>
          </a:p>
        </p:txBody>
      </p:sp>
      <p:sp>
        <p:nvSpPr>
          <p:cNvPr id="14" name="slide-57-text-14">
            <a:extLst xmlns:a="http://schemas.openxmlformats.org/drawingml/2006/main">
              <a:ext uri="{FF2B5EF4-FFF2-40B4-BE49-F238E27FC236}">
                <a16:creationId xmlns:a16="http://schemas.microsoft.com/office/drawing/2014/main" id="{CA4F357A-1576-4ECD-A508-67779CFC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20396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現場調查需要解釋三者的差異，再形成可驗證的委託。</a:t>
            </a:r>
          </a:p>
        </p:txBody>
      </p:sp>
      <p:sp>
        <p:nvSpPr>
          <p:cNvPr id="15" name="slide-57-text-15">
            <a:extLst xmlns:a="http://schemas.openxmlformats.org/drawingml/2006/main">
              <a:ext uri="{FF2B5EF4-FFF2-40B4-BE49-F238E27FC236}">
                <a16:creationId xmlns:a16="http://schemas.microsoft.com/office/drawing/2014/main" id="{8A5278A5-5066-4316-BCAD-0AD6A12E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一線經驗是重要證據，也需要來源、時效與規範校準。</a:t>
            </a:r>
          </a:p>
        </p:txBody>
      </p:sp>
      <p:sp>
        <p:nvSpPr>
          <p:cNvPr id="16" name="slide-57-text-16">
            <a:extLst xmlns:a="http://schemas.openxmlformats.org/drawingml/2006/main">
              <a:ext uri="{FF2B5EF4-FFF2-40B4-BE49-F238E27FC236}">
                <a16:creationId xmlns:a16="http://schemas.microsoft.com/office/drawing/2014/main" id="{F7F10CD9-16DC-4D8C-A490-67A2490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57 / 66</a:t>
            </a:r>
          </a:p>
        </p:txBody>
      </p:sp>
    </p:spTree>
    <p:extLst>
      <p:ext uri="{BB962C8B-B14F-4D97-AF65-F5344CB8AC3E}">
        <p14:creationId xmlns:p14="http://schemas.microsoft.com/office/powerpoint/2010/main" val="26723813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8-text-1">
            <a:extLst xmlns:a="http://schemas.openxmlformats.org/drawingml/2006/main">
              <a:ext uri="{FF2B5EF4-FFF2-40B4-BE49-F238E27FC236}">
                <a16:creationId xmlns:a16="http://schemas.microsoft.com/office/drawing/2014/main" id="{3DCC9676-FFE2-4B4C-AA80-A448F441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現場記錄與下一步</a:t>
            </a:r>
          </a:p>
        </p:txBody>
      </p:sp>
      <p:sp>
        <p:nvSpPr>
          <p:cNvPr id="2" name="slide-58-text-2">
            <a:extLst xmlns:a="http://schemas.openxmlformats.org/drawingml/2006/main">
              <a:ext uri="{FF2B5EF4-FFF2-40B4-BE49-F238E27FC236}">
                <a16:creationId xmlns:a16="http://schemas.microsoft.com/office/drawing/2014/main" id="{01276B71-0D90-4252-9AFF-8F72980D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試用後，哪一項觀察會改變方案？</a:t>
            </a:r>
          </a:p>
        </p:txBody>
      </p:sp>
      <p:sp>
        <p:nvSpPr>
          <p:cNvPr id="3" name="slide-58-line-3">
            <a:extLst xmlns:a="http://schemas.openxmlformats.org/drawingml/2006/main">
              <a:ext uri="{FF2B5EF4-FFF2-40B4-BE49-F238E27FC236}">
                <a16:creationId xmlns:a16="http://schemas.microsoft.com/office/drawing/2014/main" id="{343A7D45-D484-410F-A948-3CEA8CF0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58-text-4">
            <a:extLst xmlns:a="http://schemas.openxmlformats.org/drawingml/2006/main">
              <a:ext uri="{FF2B5EF4-FFF2-40B4-BE49-F238E27FC236}">
                <a16:creationId xmlns:a16="http://schemas.microsoft.com/office/drawing/2014/main" id="{1407DF28-2A85-4891-9B79-7C8D5D78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8-text-5">
            <a:extLst xmlns:a="http://schemas.openxmlformats.org/drawingml/2006/main">
              <a:ext uri="{FF2B5EF4-FFF2-40B4-BE49-F238E27FC236}">
                <a16:creationId xmlns:a16="http://schemas.microsoft.com/office/drawing/2014/main" id="{73B1E38F-CADD-479C-AC5A-FB8C69A7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觀察記錄</a:t>
            </a:r>
          </a:p>
        </p:txBody>
      </p:sp>
      <p:sp>
        <p:nvSpPr>
          <p:cNvPr id="6" name="slide-58-text-6">
            <a:extLst xmlns:a="http://schemas.openxmlformats.org/drawingml/2006/main">
              <a:ext uri="{FF2B5EF4-FFF2-40B4-BE49-F238E27FC236}">
                <a16:creationId xmlns:a16="http://schemas.microsoft.com/office/drawing/2014/main" id="{53D6F50D-5D31-410D-9B64-73B2AF9C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教師跳過模板，用自備教材重寫提問</a:t>
            </a:r>
          </a:p>
        </p:txBody>
      </p:sp>
      <p:sp>
        <p:nvSpPr>
          <p:cNvPr id="7" name="slide-58-line-7">
            <a:extLst xmlns:a="http://schemas.openxmlformats.org/drawingml/2006/main">
              <a:ext uri="{FF2B5EF4-FFF2-40B4-BE49-F238E27FC236}">
                <a16:creationId xmlns:a16="http://schemas.microsoft.com/office/drawing/2014/main" id="{FCEFF3BC-E4E0-46D1-B577-F1A81908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8" name="slide-58-text-8">
            <a:extLst xmlns:a="http://schemas.openxmlformats.org/drawingml/2006/main">
              <a:ext uri="{FF2B5EF4-FFF2-40B4-BE49-F238E27FC236}">
                <a16:creationId xmlns:a16="http://schemas.microsoft.com/office/drawing/2014/main" id="{52F7F029-D0EA-46B3-8E6F-35054CE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仍需核實</a:t>
            </a:r>
          </a:p>
        </p:txBody>
      </p:sp>
      <p:sp>
        <p:nvSpPr>
          <p:cNvPr id="9" name="slide-58-text-9">
            <a:extLst xmlns:a="http://schemas.openxmlformats.org/drawingml/2006/main">
              <a:ext uri="{FF2B5EF4-FFF2-40B4-BE49-F238E27FC236}">
                <a16:creationId xmlns:a16="http://schemas.microsoft.com/office/drawing/2014/main" id="{6B13B4BB-1A7E-483F-8580-355A5F5E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教材不合、目標不同，還是入口難用？</a:t>
            </a:r>
          </a:p>
        </p:txBody>
      </p:sp>
      <p:sp>
        <p:nvSpPr>
          <p:cNvPr id="10" name="slide-58-line-10">
            <a:extLst xmlns:a="http://schemas.openxmlformats.org/drawingml/2006/main">
              <a:ext uri="{FF2B5EF4-FFF2-40B4-BE49-F238E27FC236}">
                <a16:creationId xmlns:a16="http://schemas.microsoft.com/office/drawing/2014/main" id="{3401BA0A-DAED-4F3F-AB33-B1395D7F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1" name="slide-58-text-11">
            <a:extLst xmlns:a="http://schemas.openxmlformats.org/drawingml/2006/main">
              <a:ext uri="{FF2B5EF4-FFF2-40B4-BE49-F238E27FC236}">
                <a16:creationId xmlns:a16="http://schemas.microsoft.com/office/drawing/2014/main" id="{4359D0EA-0152-4DA2-96DE-0A17DE3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2476500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條件式修訂</a:t>
            </a:r>
          </a:p>
        </p:txBody>
      </p:sp>
      <p:sp>
        <p:nvSpPr>
          <p:cNvPr id="12" name="slide-58-text-12">
            <a:extLst xmlns:a="http://schemas.openxmlformats.org/drawingml/2006/main">
              <a:ext uri="{FF2B5EF4-FFF2-40B4-BE49-F238E27FC236}">
                <a16:creationId xmlns:a16="http://schemas.microsoft.com/office/drawing/2014/main" id="{EDC5FCF4-562F-4BB4-AC66-A3D1ECDF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92583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若確認是入口問題，先改入口，再觀察採用</a:t>
            </a:r>
          </a:p>
        </p:txBody>
      </p:sp>
      <p:sp>
        <p:nvSpPr>
          <p:cNvPr id="13" name="slide-58-line-13">
            <a:extLst xmlns:a="http://schemas.openxmlformats.org/drawingml/2006/main">
              <a:ext uri="{FF2B5EF4-FFF2-40B4-BE49-F238E27FC236}">
                <a16:creationId xmlns:a16="http://schemas.microsoft.com/office/drawing/2014/main" id="{9B83D94A-E3A4-4C07-8FBA-2AB05DA6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682"/>
            </a:solidFill>
            <a:prstDash val="solid"/>
          </a:ln>
        </p:spPr>
      </p:sp>
      <p:sp>
        <p:nvSpPr>
          <p:cNvPr id="14" name="slide-58-text-14">
            <a:extLst xmlns:a="http://schemas.openxmlformats.org/drawingml/2006/main">
              <a:ext uri="{FF2B5EF4-FFF2-40B4-BE49-F238E27FC236}">
                <a16:creationId xmlns:a16="http://schemas.microsoft.com/office/drawing/2014/main" id="{CBF254DE-97E3-4A93-AD22-D1C1BEE2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構擬觀察。記錄行為不等於知道原因，也不等於證明學習效果。</a:t>
            </a:r>
          </a:p>
        </p:txBody>
      </p:sp>
      <p:sp>
        <p:nvSpPr>
          <p:cNvPr id="15" name="slide-58-text-15">
            <a:extLst xmlns:a="http://schemas.openxmlformats.org/drawingml/2006/main">
              <a:ext uri="{FF2B5EF4-FFF2-40B4-BE49-F238E27FC236}">
                <a16:creationId xmlns:a16="http://schemas.microsoft.com/office/drawing/2014/main" id="{D9F3319E-4B43-4DE7-808A-C5839DE1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58 / 66</a:t>
            </a:r>
          </a:p>
        </p:txBody>
      </p:sp>
    </p:spTree>
    <p:extLst>
      <p:ext uri="{BB962C8B-B14F-4D97-AF65-F5344CB8AC3E}">
        <p14:creationId xmlns:p14="http://schemas.microsoft.com/office/powerpoint/2010/main" val="148921214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59-text-1">
            <a:extLst xmlns:a="http://schemas.openxmlformats.org/drawingml/2006/main">
              <a:ext uri="{FF2B5EF4-FFF2-40B4-BE49-F238E27FC236}">
                <a16:creationId xmlns:a16="http://schemas.microsoft.com/office/drawing/2014/main" id="{8CA17049-CD4B-4631-A5FE-2C02B833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完成、可用、採用與效果</a:t>
            </a:r>
          </a:p>
        </p:txBody>
      </p:sp>
      <p:sp>
        <p:nvSpPr>
          <p:cNvPr id="2" name="slide-59-text-2">
            <a:extLst xmlns:a="http://schemas.openxmlformats.org/drawingml/2006/main">
              <a:ext uri="{FF2B5EF4-FFF2-40B4-BE49-F238E27FC236}">
                <a16:creationId xmlns:a16="http://schemas.microsoft.com/office/drawing/2014/main" id="{DAA5288A-7DDF-481F-8099-7FE650DF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驗收包含四種不同證據</a:t>
            </a:r>
          </a:p>
        </p:txBody>
      </p:sp>
      <p:sp>
        <p:nvSpPr>
          <p:cNvPr id="3" name="slide-59-line-3">
            <a:extLst xmlns:a="http://schemas.openxmlformats.org/drawingml/2006/main">
              <a:ext uri="{FF2B5EF4-FFF2-40B4-BE49-F238E27FC236}">
                <a16:creationId xmlns:a16="http://schemas.microsoft.com/office/drawing/2014/main" id="{6A9B8E25-A8F6-4778-A66C-B300F1FC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59-text-4">
            <a:extLst xmlns:a="http://schemas.openxmlformats.org/drawingml/2006/main">
              <a:ext uri="{FF2B5EF4-FFF2-40B4-BE49-F238E27FC236}">
                <a16:creationId xmlns:a16="http://schemas.microsoft.com/office/drawing/2014/main" id="{A9648CD0-C901-4FBA-A1C7-9D0991DD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59-text-5">
            <a:extLst xmlns:a="http://schemas.openxmlformats.org/drawingml/2006/main">
              <a:ext uri="{FF2B5EF4-FFF2-40B4-BE49-F238E27FC236}">
                <a16:creationId xmlns:a16="http://schemas.microsoft.com/office/drawing/2014/main" id="{F238CE37-0A68-4600-B712-23C24849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59-line-6">
            <a:extLst xmlns:a="http://schemas.openxmlformats.org/drawingml/2006/main">
              <a:ext uri="{FF2B5EF4-FFF2-40B4-BE49-F238E27FC236}">
                <a16:creationId xmlns:a16="http://schemas.microsoft.com/office/drawing/2014/main" id="{40582076-3C47-4AC4-A42B-6C0D7505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59-text-7">
            <a:extLst xmlns:a="http://schemas.openxmlformats.org/drawingml/2006/main">
              <a:ext uri="{FF2B5EF4-FFF2-40B4-BE49-F238E27FC236}">
                <a16:creationId xmlns:a16="http://schemas.microsoft.com/office/drawing/2014/main" id="{38E9DEF5-434A-4E49-AACB-F210A6B2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交付</a:t>
            </a:r>
          </a:p>
        </p:txBody>
      </p:sp>
      <p:sp>
        <p:nvSpPr>
          <p:cNvPr id="8" name="slide-59-text-8">
            <a:extLst xmlns:a="http://schemas.openxmlformats.org/drawingml/2006/main">
              <a:ext uri="{FF2B5EF4-FFF2-40B4-BE49-F238E27FC236}">
                <a16:creationId xmlns:a16="http://schemas.microsoft.com/office/drawing/2014/main" id="{D674501A-04EA-4A86-AF58-5FE33F9D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約定材料</a:t>
            </a:r>
          </a:p>
        </p:txBody>
      </p:sp>
      <p:sp>
        <p:nvSpPr>
          <p:cNvPr id="9" name="slide-59-text-9">
            <a:extLst xmlns:a="http://schemas.openxmlformats.org/drawingml/2006/main">
              <a:ext uri="{FF2B5EF4-FFF2-40B4-BE49-F238E27FC236}">
                <a16:creationId xmlns:a16="http://schemas.microsoft.com/office/drawing/2014/main" id="{0EF35701-0647-4F5C-B1E2-723943D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是否齊備</a:t>
            </a:r>
          </a:p>
        </p:txBody>
      </p:sp>
      <p:sp>
        <p:nvSpPr>
          <p:cNvPr id="10" name="slide-59-line-10">
            <a:extLst xmlns:a="http://schemas.openxmlformats.org/drawingml/2006/main">
              <a:ext uri="{FF2B5EF4-FFF2-40B4-BE49-F238E27FC236}">
                <a16:creationId xmlns:a16="http://schemas.microsoft.com/office/drawing/2014/main" id="{F4DAE51E-F55F-4382-960D-835A29F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59-text-11">
            <a:extLst xmlns:a="http://schemas.openxmlformats.org/drawingml/2006/main">
              <a:ext uri="{FF2B5EF4-FFF2-40B4-BE49-F238E27FC236}">
                <a16:creationId xmlns:a16="http://schemas.microsoft.com/office/drawing/2014/main" id="{2EB26032-1F79-4DD4-84BB-E3A8800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59-line-12">
            <a:extLst xmlns:a="http://schemas.openxmlformats.org/drawingml/2006/main">
              <a:ext uri="{FF2B5EF4-FFF2-40B4-BE49-F238E27FC236}">
                <a16:creationId xmlns:a16="http://schemas.microsoft.com/office/drawing/2014/main" id="{1D8C5131-EE56-44F6-8C6A-B23604A5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59-text-13">
            <a:extLst xmlns:a="http://schemas.openxmlformats.org/drawingml/2006/main">
              <a:ext uri="{FF2B5EF4-FFF2-40B4-BE49-F238E27FC236}">
                <a16:creationId xmlns:a16="http://schemas.microsoft.com/office/drawing/2014/main" id="{6159A726-B803-4BD4-8677-5F5C8835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系統</a:t>
            </a:r>
          </a:p>
        </p:txBody>
      </p:sp>
      <p:sp>
        <p:nvSpPr>
          <p:cNvPr id="14" name="slide-59-text-14">
            <a:extLst xmlns:a="http://schemas.openxmlformats.org/drawingml/2006/main">
              <a:ext uri="{FF2B5EF4-FFF2-40B4-BE49-F238E27FC236}">
                <a16:creationId xmlns:a16="http://schemas.microsoft.com/office/drawing/2014/main" id="{012721AC-1988-48DC-A98B-6BFD5F39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功能與限制</a:t>
            </a:r>
          </a:p>
        </p:txBody>
      </p:sp>
      <p:sp>
        <p:nvSpPr>
          <p:cNvPr id="15" name="slide-59-text-15">
            <a:extLst xmlns:a="http://schemas.openxmlformats.org/drawingml/2006/main">
              <a:ext uri="{FF2B5EF4-FFF2-40B4-BE49-F238E27FC236}">
                <a16:creationId xmlns:a16="http://schemas.microsoft.com/office/drawing/2014/main" id="{ADC34754-3EBE-4718-AECC-D2DCB785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是否已驗證</a:t>
            </a:r>
          </a:p>
        </p:txBody>
      </p:sp>
      <p:sp>
        <p:nvSpPr>
          <p:cNvPr id="16" name="slide-59-line-16">
            <a:extLst xmlns:a="http://schemas.openxmlformats.org/drawingml/2006/main">
              <a:ext uri="{FF2B5EF4-FFF2-40B4-BE49-F238E27FC236}">
                <a16:creationId xmlns:a16="http://schemas.microsoft.com/office/drawing/2014/main" id="{FAEC4448-3711-4298-AA1B-5F0669CC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59-text-17">
            <a:extLst xmlns:a="http://schemas.openxmlformats.org/drawingml/2006/main">
              <a:ext uri="{FF2B5EF4-FFF2-40B4-BE49-F238E27FC236}">
                <a16:creationId xmlns:a16="http://schemas.microsoft.com/office/drawing/2014/main" id="{1505BE77-7C8C-4C59-8F4D-8C5FDD3D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59-line-18">
            <a:extLst xmlns:a="http://schemas.openxmlformats.org/drawingml/2006/main">
              <a:ext uri="{FF2B5EF4-FFF2-40B4-BE49-F238E27FC236}">
                <a16:creationId xmlns:a16="http://schemas.microsoft.com/office/drawing/2014/main" id="{44CA4D68-E013-478D-92F6-8DF990BF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59-text-19">
            <a:extLst xmlns:a="http://schemas.openxmlformats.org/drawingml/2006/main">
              <a:ext uri="{FF2B5EF4-FFF2-40B4-BE49-F238E27FC236}">
                <a16:creationId xmlns:a16="http://schemas.microsoft.com/office/drawing/2014/main" id="{F271B0A5-731C-4438-A3B3-165DB37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採用</a:t>
            </a:r>
          </a:p>
        </p:txBody>
      </p:sp>
      <p:sp>
        <p:nvSpPr>
          <p:cNvPr id="20" name="slide-59-text-20">
            <a:extLst xmlns:a="http://schemas.openxmlformats.org/drawingml/2006/main">
              <a:ext uri="{FF2B5EF4-FFF2-40B4-BE49-F238E27FC236}">
                <a16:creationId xmlns:a16="http://schemas.microsoft.com/office/drawing/2014/main" id="{3F1E2E7F-E2D0-43B7-93B3-C168341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教師是否</a:t>
            </a:r>
          </a:p>
        </p:txBody>
      </p:sp>
      <p:sp>
        <p:nvSpPr>
          <p:cNvPr id="21" name="slide-59-text-21">
            <a:extLst xmlns:a="http://schemas.openxmlformats.org/drawingml/2006/main">
              <a:ext uri="{FF2B5EF4-FFF2-40B4-BE49-F238E27FC236}">
                <a16:creationId xmlns:a16="http://schemas.microsoft.com/office/drawing/2014/main" id="{C9CD8399-E29D-4B62-9531-ED15B3EF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實際使用</a:t>
            </a:r>
          </a:p>
        </p:txBody>
      </p:sp>
      <p:sp>
        <p:nvSpPr>
          <p:cNvPr id="22" name="slide-59-line-22">
            <a:extLst xmlns:a="http://schemas.openxmlformats.org/drawingml/2006/main">
              <a:ext uri="{FF2B5EF4-FFF2-40B4-BE49-F238E27FC236}">
                <a16:creationId xmlns:a16="http://schemas.microsoft.com/office/drawing/2014/main" id="{2FBF9166-E84B-46B8-A944-1895169E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59-text-23">
            <a:extLst xmlns:a="http://schemas.openxmlformats.org/drawingml/2006/main">
              <a:ext uri="{FF2B5EF4-FFF2-40B4-BE49-F238E27FC236}">
                <a16:creationId xmlns:a16="http://schemas.microsoft.com/office/drawing/2014/main" id="{31E7DD27-6A89-4D24-9D9F-BBE6330B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59-line-24">
            <a:extLst xmlns:a="http://schemas.openxmlformats.org/drawingml/2006/main">
              <a:ext uri="{FF2B5EF4-FFF2-40B4-BE49-F238E27FC236}">
                <a16:creationId xmlns:a16="http://schemas.microsoft.com/office/drawing/2014/main" id="{A0417592-6177-44EA-A0C3-33BF56C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59-text-25">
            <a:extLst xmlns:a="http://schemas.openxmlformats.org/drawingml/2006/main">
              <a:ext uri="{FF2B5EF4-FFF2-40B4-BE49-F238E27FC236}">
                <a16:creationId xmlns:a16="http://schemas.microsoft.com/office/drawing/2014/main" id="{79397E18-ACAF-4779-9F1C-03530341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結果</a:t>
            </a:r>
          </a:p>
        </p:txBody>
      </p:sp>
      <p:sp>
        <p:nvSpPr>
          <p:cNvPr id="26" name="slide-59-text-26">
            <a:extLst xmlns:a="http://schemas.openxmlformats.org/drawingml/2006/main">
              <a:ext uri="{FF2B5EF4-FFF2-40B4-BE49-F238E27FC236}">
                <a16:creationId xmlns:a16="http://schemas.microsoft.com/office/drawing/2014/main" id="{EA1EE7F1-012F-417C-8AD1-07E6A087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預期效果</a:t>
            </a:r>
          </a:p>
        </p:txBody>
      </p:sp>
      <p:sp>
        <p:nvSpPr>
          <p:cNvPr id="27" name="slide-59-text-27">
            <a:extLst xmlns:a="http://schemas.openxmlformats.org/drawingml/2006/main">
              <a:ext uri="{FF2B5EF4-FFF2-40B4-BE49-F238E27FC236}">
                <a16:creationId xmlns:a16="http://schemas.microsoft.com/office/drawing/2014/main" id="{869D2861-B119-4C1E-A39C-6F72F08B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是否有證據</a:t>
            </a:r>
          </a:p>
        </p:txBody>
      </p:sp>
      <p:sp>
        <p:nvSpPr>
          <p:cNvPr id="28" name="slide-59-text-28">
            <a:extLst xmlns:a="http://schemas.openxmlformats.org/drawingml/2006/main">
              <a:ext uri="{FF2B5EF4-FFF2-40B4-BE49-F238E27FC236}">
                <a16:creationId xmlns:a16="http://schemas.microsoft.com/office/drawing/2014/main" id="{899E2D55-3768-4904-8221-D22CE3BD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完成文件、系統可用與學習提升，不能互相代替。</a:t>
            </a:r>
          </a:p>
        </p:txBody>
      </p:sp>
      <p:sp>
        <p:nvSpPr>
          <p:cNvPr id="29" name="slide-59-text-29">
            <a:extLst xmlns:a="http://schemas.openxmlformats.org/drawingml/2006/main">
              <a:ext uri="{FF2B5EF4-FFF2-40B4-BE49-F238E27FC236}">
                <a16:creationId xmlns:a16="http://schemas.microsoft.com/office/drawing/2014/main" id="{44D08A28-3F5B-41EB-A857-C3E3F24B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59 / 66</a:t>
            </a:r>
          </a:p>
        </p:txBody>
      </p:sp>
    </p:spTree>
    <p:extLst>
      <p:ext uri="{BB962C8B-B14F-4D97-AF65-F5344CB8AC3E}">
        <p14:creationId xmlns:p14="http://schemas.microsoft.com/office/powerpoint/2010/main" val="76950439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0-text-1">
            <a:extLst xmlns:a="http://schemas.openxmlformats.org/drawingml/2006/main">
              <a:ext uri="{FF2B5EF4-FFF2-40B4-BE49-F238E27FC236}">
                <a16:creationId xmlns:a16="http://schemas.microsoft.com/office/drawing/2014/main" id="{28A1140F-00F0-4BB7-9B04-0D2AED96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能力轉移</a:t>
            </a:r>
          </a:p>
        </p:txBody>
      </p:sp>
      <p:sp>
        <p:nvSpPr>
          <p:cNvPr id="2" name="slide-60-text-2">
            <a:extLst xmlns:a="http://schemas.openxmlformats.org/drawingml/2006/main">
              <a:ext uri="{FF2B5EF4-FFF2-40B4-BE49-F238E27FC236}">
                <a16:creationId xmlns:a16="http://schemas.microsoft.com/office/drawing/2014/main" id="{7C4BF8F6-3393-4EC3-B54D-5011627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接手的人需要相應的運行權</a:t>
            </a:r>
          </a:p>
        </p:txBody>
      </p:sp>
      <p:sp>
        <p:nvSpPr>
          <p:cNvPr id="3" name="slide-60-line-3">
            <a:extLst xmlns:a="http://schemas.openxmlformats.org/drawingml/2006/main">
              <a:ext uri="{FF2B5EF4-FFF2-40B4-BE49-F238E27FC236}">
                <a16:creationId xmlns:a16="http://schemas.microsoft.com/office/drawing/2014/main" id="{E935D857-F615-488B-99C3-2B41414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0-text-4">
            <a:extLst xmlns:a="http://schemas.openxmlformats.org/drawingml/2006/main">
              <a:ext uri="{FF2B5EF4-FFF2-40B4-BE49-F238E27FC236}">
                <a16:creationId xmlns:a16="http://schemas.microsoft.com/office/drawing/2014/main" id="{8EEBDDA0-32B9-4EAE-993A-A9EBCA3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0-text-5">
            <a:extLst xmlns:a="http://schemas.openxmlformats.org/drawingml/2006/main">
              <a:ext uri="{FF2B5EF4-FFF2-40B4-BE49-F238E27FC236}">
                <a16:creationId xmlns:a16="http://schemas.microsoft.com/office/drawing/2014/main" id="{7D490B3B-8488-4C50-90A7-98F4F383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結果責任</a:t>
            </a:r>
          </a:p>
        </p:txBody>
      </p:sp>
      <p:sp>
        <p:nvSpPr>
          <p:cNvPr id="6" name="slide-60-line-6">
            <a:extLst xmlns:a="http://schemas.openxmlformats.org/drawingml/2006/main">
              <a:ext uri="{FF2B5EF4-FFF2-40B4-BE49-F238E27FC236}">
                <a16:creationId xmlns:a16="http://schemas.microsoft.com/office/drawing/2014/main" id="{A7801BA1-221B-489F-8B02-03A4512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60-text-7">
            <a:extLst xmlns:a="http://schemas.openxmlformats.org/drawingml/2006/main">
              <a:ext uri="{FF2B5EF4-FFF2-40B4-BE49-F238E27FC236}">
                <a16:creationId xmlns:a16="http://schemas.microsoft.com/office/drawing/2014/main" id="{22B8192A-4E3C-4BFA-9024-FC433F7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理解用途與採用情況</a:t>
            </a:r>
          </a:p>
        </p:txBody>
      </p:sp>
      <p:sp>
        <p:nvSpPr>
          <p:cNvPr id="8" name="slide-60-text-8">
            <a:extLst xmlns:a="http://schemas.openxmlformats.org/drawingml/2006/main">
              <a:ext uri="{FF2B5EF4-FFF2-40B4-BE49-F238E27FC236}">
                <a16:creationId xmlns:a16="http://schemas.microsoft.com/office/drawing/2014/main" id="{4FD85F0E-FA99-4AC2-8B3D-570C04ED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運行責任</a:t>
            </a:r>
          </a:p>
        </p:txBody>
      </p:sp>
      <p:sp>
        <p:nvSpPr>
          <p:cNvPr id="9" name="slide-60-line-9">
            <a:extLst xmlns:a="http://schemas.openxmlformats.org/drawingml/2006/main">
              <a:ext uri="{FF2B5EF4-FFF2-40B4-BE49-F238E27FC236}">
                <a16:creationId xmlns:a16="http://schemas.microsoft.com/office/drawing/2014/main" id="{4C474917-45EA-4DD3-A4DA-8F13036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09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0" name="slide-60-text-10">
            <a:extLst xmlns:a="http://schemas.openxmlformats.org/drawingml/2006/main">
              <a:ext uri="{FF2B5EF4-FFF2-40B4-BE49-F238E27FC236}">
                <a16:creationId xmlns:a16="http://schemas.microsoft.com/office/drawing/2014/main" id="{77E4C6A7-4EF8-41E7-980E-484A34A7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有權操作、停止與恢復</a:t>
            </a:r>
          </a:p>
        </p:txBody>
      </p:sp>
      <p:sp>
        <p:nvSpPr>
          <p:cNvPr id="11" name="slide-60-text-11">
            <a:extLst xmlns:a="http://schemas.openxmlformats.org/drawingml/2006/main">
              <a:ext uri="{FF2B5EF4-FFF2-40B4-BE49-F238E27FC236}">
                <a16:creationId xmlns:a16="http://schemas.microsoft.com/office/drawing/2014/main" id="{20586035-E704-45F9-BF2C-732764AC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證據與治理</a:t>
            </a:r>
          </a:p>
        </p:txBody>
      </p:sp>
      <p:sp>
        <p:nvSpPr>
          <p:cNvPr id="12" name="slide-60-line-12">
            <a:extLst xmlns:a="http://schemas.openxmlformats.org/drawingml/2006/main">
              <a:ext uri="{FF2B5EF4-FFF2-40B4-BE49-F238E27FC236}">
                <a16:creationId xmlns:a16="http://schemas.microsoft.com/office/drawing/2014/main" id="{802C20DB-FB59-44A7-BF7C-F7E7760A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99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3" name="slide-60-text-13">
            <a:extLst xmlns:a="http://schemas.openxmlformats.org/drawingml/2006/main">
              <a:ext uri="{FF2B5EF4-FFF2-40B4-BE49-F238E27FC236}">
                <a16:creationId xmlns:a16="http://schemas.microsoft.com/office/drawing/2014/main" id="{6344B47A-D20B-4BD8-8C53-AED370B9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33800"/>
            <a:ext cx="3619500" cy="375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能核對來源、標準與風險</a:t>
            </a:r>
          </a:p>
        </p:txBody>
      </p:sp>
      <p:sp>
        <p:nvSpPr>
          <p:cNvPr id="14" name="slide-60-text-14">
            <a:extLst xmlns:a="http://schemas.openxmlformats.org/drawingml/2006/main">
              <a:ext uri="{FF2B5EF4-FFF2-40B4-BE49-F238E27FC236}">
                <a16:creationId xmlns:a16="http://schemas.microsoft.com/office/drawing/2014/main" id="{0D80C13D-7C19-4F29-BDB9-95E2E3E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六類責任是工作內容；這裏確認接手後由誰承擔，並給予相應權限。</a:t>
            </a:r>
          </a:p>
        </p:txBody>
      </p:sp>
      <p:sp>
        <p:nvSpPr>
          <p:cNvPr id="15" name="slide-60-text-15">
            <a:extLst xmlns:a="http://schemas.openxmlformats.org/drawingml/2006/main">
              <a:ext uri="{FF2B5EF4-FFF2-40B4-BE49-F238E27FC236}">
                <a16:creationId xmlns:a16="http://schemas.microsoft.com/office/drawing/2014/main" id="{F7F6E77D-D7B2-4CCD-A4F4-DCAD8B4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60 / 66</a:t>
            </a:r>
          </a:p>
        </p:txBody>
      </p:sp>
    </p:spTree>
    <p:extLst>
      <p:ext uri="{BB962C8B-B14F-4D97-AF65-F5344CB8AC3E}">
        <p14:creationId xmlns:p14="http://schemas.microsoft.com/office/powerpoint/2010/main" val="112313913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61-text-1">
            <a:extLst xmlns:a="http://schemas.openxmlformats.org/drawingml/2006/main">
              <a:ext uri="{FF2B5EF4-FFF2-40B4-BE49-F238E27FC236}">
                <a16:creationId xmlns:a16="http://schemas.microsoft.com/office/drawing/2014/main" id="{BA832CCE-9125-4343-8176-19A39E1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接管檢驗</a:t>
            </a:r>
          </a:p>
        </p:txBody>
      </p:sp>
      <p:sp>
        <p:nvSpPr>
          <p:cNvPr id="2" name="slide-61-text-2">
            <a:extLst xmlns:a="http://schemas.openxmlformats.org/drawingml/2006/main">
              <a:ext uri="{FF2B5EF4-FFF2-40B4-BE49-F238E27FC236}">
                <a16:creationId xmlns:a16="http://schemas.microsoft.com/office/drawing/2014/main" id="{39F3F216-2A36-432A-B820-C6DEDC67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離場測試檢驗獨立接管能力</a:t>
            </a:r>
          </a:p>
        </p:txBody>
      </p:sp>
      <p:sp>
        <p:nvSpPr>
          <p:cNvPr id="3" name="slide-61-line-3">
            <a:extLst xmlns:a="http://schemas.openxmlformats.org/drawingml/2006/main">
              <a:ext uri="{FF2B5EF4-FFF2-40B4-BE49-F238E27FC236}">
                <a16:creationId xmlns:a16="http://schemas.microsoft.com/office/drawing/2014/main" id="{EFF06AD4-E4DB-477E-A714-96D6238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61-text-4">
            <a:extLst xmlns:a="http://schemas.openxmlformats.org/drawingml/2006/main">
              <a:ext uri="{FF2B5EF4-FFF2-40B4-BE49-F238E27FC236}">
                <a16:creationId xmlns:a16="http://schemas.microsoft.com/office/drawing/2014/main" id="{1F580312-CE07-4A1A-96C3-F7C79792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1-text-5">
            <a:extLst xmlns:a="http://schemas.openxmlformats.org/drawingml/2006/main">
              <a:ext uri="{FF2B5EF4-FFF2-40B4-BE49-F238E27FC236}">
                <a16:creationId xmlns:a16="http://schemas.microsoft.com/office/drawing/2014/main" id="{E6F3AEA2-EC8C-4779-AF12-8149AEDD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61-line-6">
            <a:extLst xmlns:a="http://schemas.openxmlformats.org/drawingml/2006/main">
              <a:ext uri="{FF2B5EF4-FFF2-40B4-BE49-F238E27FC236}">
                <a16:creationId xmlns:a16="http://schemas.microsoft.com/office/drawing/2014/main" id="{5B424115-FF06-40B8-AED2-963640E1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61-text-7">
            <a:extLst xmlns:a="http://schemas.openxmlformats.org/drawingml/2006/main">
              <a:ext uri="{FF2B5EF4-FFF2-40B4-BE49-F238E27FC236}">
                <a16:creationId xmlns:a16="http://schemas.microsoft.com/office/drawing/2014/main" id="{9578CEB1-81A5-46BE-B1D3-CBD0E51C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另一組接手</a:t>
            </a:r>
          </a:p>
        </p:txBody>
      </p:sp>
      <p:sp>
        <p:nvSpPr>
          <p:cNvPr id="8" name="slide-61-text-8">
            <a:extLst xmlns:a="http://schemas.openxmlformats.org/drawingml/2006/main">
              <a:ext uri="{FF2B5EF4-FFF2-40B4-BE49-F238E27FC236}">
                <a16:creationId xmlns:a16="http://schemas.microsoft.com/office/drawing/2014/main" id="{28159A52-6709-4F72-8DB8-E06F2A6F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用交接資料</a:t>
            </a:r>
          </a:p>
        </p:txBody>
      </p:sp>
      <p:sp>
        <p:nvSpPr>
          <p:cNvPr id="9" name="slide-61-text-9">
            <a:extLst xmlns:a="http://schemas.openxmlformats.org/drawingml/2006/main">
              <a:ext uri="{FF2B5EF4-FFF2-40B4-BE49-F238E27FC236}">
                <a16:creationId xmlns:a16="http://schemas.microsoft.com/office/drawing/2014/main" id="{B426453F-5A7D-42FF-B27E-30B2C8D9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完成同類導讀</a:t>
            </a:r>
          </a:p>
        </p:txBody>
      </p:sp>
      <p:sp>
        <p:nvSpPr>
          <p:cNvPr id="10" name="slide-61-line-10">
            <a:extLst xmlns:a="http://schemas.openxmlformats.org/drawingml/2006/main">
              <a:ext uri="{FF2B5EF4-FFF2-40B4-BE49-F238E27FC236}">
                <a16:creationId xmlns:a16="http://schemas.microsoft.com/office/drawing/2014/main" id="{88040F97-50DA-421C-BA28-559E9CB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6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61-text-11">
            <a:extLst xmlns:a="http://schemas.openxmlformats.org/drawingml/2006/main">
              <a:ext uri="{FF2B5EF4-FFF2-40B4-BE49-F238E27FC236}">
                <a16:creationId xmlns:a16="http://schemas.microsoft.com/office/drawing/2014/main" id="{DFD62A6F-CC9B-42E8-85E7-E2C62C6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61-line-12">
            <a:extLst xmlns:a="http://schemas.openxmlformats.org/drawingml/2006/main">
              <a:ext uri="{FF2B5EF4-FFF2-40B4-BE49-F238E27FC236}">
                <a16:creationId xmlns:a16="http://schemas.microsoft.com/office/drawing/2014/main" id="{6EF2A080-FE75-48F4-B916-5992813E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61-text-13">
            <a:extLst xmlns:a="http://schemas.openxmlformats.org/drawingml/2006/main">
              <a:ext uri="{FF2B5EF4-FFF2-40B4-BE49-F238E27FC236}">
                <a16:creationId xmlns:a16="http://schemas.microsoft.com/office/drawing/2014/main" id="{BB518381-B722-466F-B270-43DBF90C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放入已知異常</a:t>
            </a:r>
          </a:p>
        </p:txBody>
      </p:sp>
      <p:sp>
        <p:nvSpPr>
          <p:cNvPr id="14" name="slide-61-text-14">
            <a:extLst xmlns:a="http://schemas.openxmlformats.org/drawingml/2006/main">
              <a:ext uri="{FF2B5EF4-FFF2-40B4-BE49-F238E27FC236}">
                <a16:creationId xmlns:a16="http://schemas.microsoft.com/office/drawing/2014/main" id="{D0250C19-A874-48F8-A7C7-27CC0404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隔離副本中</a:t>
            </a:r>
          </a:p>
        </p:txBody>
      </p:sp>
      <p:sp>
        <p:nvSpPr>
          <p:cNvPr id="15" name="slide-61-text-15">
            <a:extLst xmlns:a="http://schemas.openxmlformats.org/drawingml/2006/main">
              <a:ext uri="{FF2B5EF4-FFF2-40B4-BE49-F238E27FC236}">
                <a16:creationId xmlns:a16="http://schemas.microsoft.com/office/drawing/2014/main" id="{D1C530B1-AADF-4E31-92E0-12487F63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4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改動原文版本</a:t>
            </a:r>
          </a:p>
        </p:txBody>
      </p:sp>
      <p:sp>
        <p:nvSpPr>
          <p:cNvPr id="16" name="slide-61-line-16">
            <a:extLst xmlns:a="http://schemas.openxmlformats.org/drawingml/2006/main">
              <a:ext uri="{FF2B5EF4-FFF2-40B4-BE49-F238E27FC236}">
                <a16:creationId xmlns:a16="http://schemas.microsoft.com/office/drawing/2014/main" id="{D426F4D4-F8E9-4B54-9339-FCA8368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38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61-text-17">
            <a:extLst xmlns:a="http://schemas.openxmlformats.org/drawingml/2006/main">
              <a:ext uri="{FF2B5EF4-FFF2-40B4-BE49-F238E27FC236}">
                <a16:creationId xmlns:a16="http://schemas.microsoft.com/office/drawing/2014/main" id="{F7D19850-2A32-48FD-A0C4-968018B5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2971800"/>
            <a:ext cx="37592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61-line-18">
            <a:extLst xmlns:a="http://schemas.openxmlformats.org/drawingml/2006/main">
              <a:ext uri="{FF2B5EF4-FFF2-40B4-BE49-F238E27FC236}">
                <a16:creationId xmlns:a16="http://schemas.microsoft.com/office/drawing/2014/main" id="{5338BA11-3EBE-46FC-895C-53E5EE55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429000"/>
            <a:ext cx="375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61-text-19">
            <a:extLst xmlns:a="http://schemas.openxmlformats.org/drawingml/2006/main">
              <a:ext uri="{FF2B5EF4-FFF2-40B4-BE49-F238E27FC236}">
                <a16:creationId xmlns:a16="http://schemas.microsoft.com/office/drawing/2014/main" id="{B4EFD1F5-7F11-4A57-ABF3-920FF289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3676650"/>
            <a:ext cx="37592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核對與恢復</a:t>
            </a:r>
          </a:p>
        </p:txBody>
      </p:sp>
      <p:sp>
        <p:nvSpPr>
          <p:cNvPr id="20" name="slide-61-text-20">
            <a:extLst xmlns:a="http://schemas.openxmlformats.org/drawingml/2006/main">
              <a:ext uri="{FF2B5EF4-FFF2-40B4-BE49-F238E27FC236}">
                <a16:creationId xmlns:a16="http://schemas.microsoft.com/office/drawing/2014/main" id="{62397ABD-0B25-463A-BC3A-7DC7D852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429125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發現版本不符</a:t>
            </a:r>
          </a:p>
        </p:txBody>
      </p:sp>
      <p:sp>
        <p:nvSpPr>
          <p:cNvPr id="21" name="slide-61-text-21">
            <a:extLst xmlns:a="http://schemas.openxmlformats.org/drawingml/2006/main">
              <a:ext uri="{FF2B5EF4-FFF2-40B4-BE49-F238E27FC236}">
                <a16:creationId xmlns:a16="http://schemas.microsoft.com/office/drawing/2014/main" id="{C5F73C59-E288-46BF-99D1-05498BDD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767263"/>
            <a:ext cx="375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恢復後重新審查</a:t>
            </a:r>
          </a:p>
        </p:txBody>
      </p:sp>
      <p:sp>
        <p:nvSpPr>
          <p:cNvPr id="22" name="slide-61-text-22">
            <a:extLst xmlns:a="http://schemas.openxmlformats.org/drawingml/2006/main">
              <a:ext uri="{FF2B5EF4-FFF2-40B4-BE49-F238E27FC236}">
                <a16:creationId xmlns:a16="http://schemas.microsoft.com/office/drawing/2014/main" id="{526A0E0E-8F70-43CE-AEAE-3E57BD41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演練建議：原作者不逐步口授，保留約定支援，不動正式資料。</a:t>
            </a:r>
          </a:p>
        </p:txBody>
      </p:sp>
      <p:sp>
        <p:nvSpPr>
          <p:cNvPr id="23" name="slide-61-text-23">
            <a:extLst xmlns:a="http://schemas.openxmlformats.org/drawingml/2006/main">
              <a:ext uri="{FF2B5EF4-FFF2-40B4-BE49-F238E27FC236}">
                <a16:creationId xmlns:a16="http://schemas.microsoft.com/office/drawing/2014/main" id="{22EDF32B-C180-4CDA-AC35-7856FACB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61 / 66</a:t>
            </a:r>
          </a:p>
        </p:txBody>
      </p:sp>
    </p:spTree>
    <p:extLst>
      <p:ext uri="{BB962C8B-B14F-4D97-AF65-F5344CB8AC3E}">
        <p14:creationId xmlns:p14="http://schemas.microsoft.com/office/powerpoint/2010/main" val="165391930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62-text-1">
            <a:extLst xmlns:a="http://schemas.openxmlformats.org/drawingml/2006/main">
              <a:ext uri="{FF2B5EF4-FFF2-40B4-BE49-F238E27FC236}">
                <a16:creationId xmlns:a16="http://schemas.microsoft.com/office/drawing/2014/main" id="{4D5A1C7D-8DEB-43BA-8A1A-1DB43A1C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回到大學學習</a:t>
            </a:r>
          </a:p>
        </p:txBody>
      </p:sp>
      <p:sp>
        <p:nvSpPr>
          <p:cNvPr id="2" name="slide-62-text-2">
            <a:extLst xmlns:a="http://schemas.openxmlformats.org/drawingml/2006/main">
              <a:ext uri="{FF2B5EF4-FFF2-40B4-BE49-F238E27FC236}">
                <a16:creationId xmlns:a16="http://schemas.microsoft.com/office/drawing/2014/main" id="{2DC325BC-457B-4B00-A69C-B765631F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團隊接管與個人學習需要分開檢驗</a:t>
            </a:r>
          </a:p>
        </p:txBody>
      </p:sp>
      <p:sp>
        <p:nvSpPr>
          <p:cNvPr id="3" name="slide-62-line-3">
            <a:extLst xmlns:a="http://schemas.openxmlformats.org/drawingml/2006/main">
              <a:ext uri="{FF2B5EF4-FFF2-40B4-BE49-F238E27FC236}">
                <a16:creationId xmlns:a16="http://schemas.microsoft.com/office/drawing/2014/main" id="{B2F4A7C5-F445-4BC9-BB2E-7E1DF334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2-text-4">
            <a:extLst xmlns:a="http://schemas.openxmlformats.org/drawingml/2006/main">
              <a:ext uri="{FF2B5EF4-FFF2-40B4-BE49-F238E27FC236}">
                <a16:creationId xmlns:a16="http://schemas.microsoft.com/office/drawing/2014/main" id="{80B40E77-D6DE-49D6-9829-730D900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2-text-5">
            <a:extLst xmlns:a="http://schemas.openxmlformats.org/drawingml/2006/main">
              <a:ext uri="{FF2B5EF4-FFF2-40B4-BE49-F238E27FC236}">
                <a16:creationId xmlns:a16="http://schemas.microsoft.com/office/drawing/2014/main" id="{87ED4A09-59E5-4C84-8BE6-0E1825BC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獨立理解</a:t>
            </a:r>
          </a:p>
        </p:txBody>
      </p:sp>
      <p:sp>
        <p:nvSpPr>
          <p:cNvPr id="6" name="slide-62-line-6">
            <a:extLst xmlns:a="http://schemas.openxmlformats.org/drawingml/2006/main">
              <a:ext uri="{FF2B5EF4-FFF2-40B4-BE49-F238E27FC236}">
                <a16:creationId xmlns:a16="http://schemas.microsoft.com/office/drawing/2014/main" id="{215B24F0-1663-4FC5-B772-787C1348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7" name="slide-62-text-7">
            <a:extLst xmlns:a="http://schemas.openxmlformats.org/drawingml/2006/main">
              <a:ext uri="{FF2B5EF4-FFF2-40B4-BE49-F238E27FC236}">
                <a16:creationId xmlns:a16="http://schemas.microsoft.com/office/drawing/2014/main" id="{EFDCE129-E680-4B88-AB6C-13C6600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自己說明重要判斷</a:t>
            </a:r>
          </a:p>
        </p:txBody>
      </p:sp>
      <p:sp>
        <p:nvSpPr>
          <p:cNvPr id="8" name="slide-62-text-8">
            <a:extLst xmlns:a="http://schemas.openxmlformats.org/drawingml/2006/main">
              <a:ext uri="{FF2B5EF4-FFF2-40B4-BE49-F238E27FC236}">
                <a16:creationId xmlns:a16="http://schemas.microsoft.com/office/drawing/2014/main" id="{F0728754-CEA8-4C36-8E57-5B32891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2116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指出證據仍不足之處</a:t>
            </a:r>
          </a:p>
        </p:txBody>
      </p:sp>
      <p:sp>
        <p:nvSpPr>
          <p:cNvPr id="9" name="slide-62-text-9">
            <a:extLst xmlns:a="http://schemas.openxmlformats.org/drawingml/2006/main">
              <a:ext uri="{FF2B5EF4-FFF2-40B4-BE49-F238E27FC236}">
                <a16:creationId xmlns:a16="http://schemas.microsoft.com/office/drawing/2014/main" id="{FD1983CB-F427-4E28-BEC9-190A3FD8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5724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協作與遷移</a:t>
            </a:r>
          </a:p>
        </p:txBody>
      </p:sp>
      <p:sp>
        <p:nvSpPr>
          <p:cNvPr id="10" name="slide-62-line-10">
            <a:extLst xmlns:a="http://schemas.openxmlformats.org/drawingml/2006/main">
              <a:ext uri="{FF2B5EF4-FFF2-40B4-BE49-F238E27FC236}">
                <a16:creationId xmlns:a16="http://schemas.microsoft.com/office/drawing/2014/main" id="{17F4553F-4B2A-45A2-A40D-4A8D2AF0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28975"/>
            <a:ext cx="5724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9D4E3"/>
            </a:solidFill>
            <a:prstDash val="solid"/>
          </a:ln>
        </p:spPr>
      </p:sp>
      <p:sp>
        <p:nvSpPr>
          <p:cNvPr id="11" name="slide-62-text-11">
            <a:extLst xmlns:a="http://schemas.openxmlformats.org/drawingml/2006/main">
              <a:ext uri="{FF2B5EF4-FFF2-40B4-BE49-F238E27FC236}">
                <a16:creationId xmlns:a16="http://schemas.microsoft.com/office/drawing/2014/main" id="{B2C2EE3A-36FC-478B-A618-C33F0202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552825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保留 AI，改變任務條件</a:t>
            </a:r>
          </a:p>
        </p:txBody>
      </p:sp>
      <p:sp>
        <p:nvSpPr>
          <p:cNvPr id="12" name="slide-62-text-12">
            <a:extLst xmlns:a="http://schemas.openxmlformats.org/drawingml/2006/main">
              <a:ext uri="{FF2B5EF4-FFF2-40B4-BE49-F238E27FC236}">
                <a16:creationId xmlns:a16="http://schemas.microsoft.com/office/drawing/2014/main" id="{41257529-8013-46BB-BEAA-597D9CD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72116"/>
            <a:ext cx="5724525" cy="401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32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檢查方法如何調整</a:t>
            </a:r>
          </a:p>
        </p:txBody>
      </p:sp>
      <p:sp>
        <p:nvSpPr>
          <p:cNvPr id="13" name="slide-62-text-13">
            <a:extLst xmlns:a="http://schemas.openxmlformats.org/drawingml/2006/main">
              <a:ext uri="{FF2B5EF4-FFF2-40B4-BE49-F238E27FC236}">
                <a16:creationId xmlns:a16="http://schemas.microsoft.com/office/drawing/2014/main" id="{10DF5D68-D662-4C0D-A7FD-F72121AA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兩種檢驗回答不同問題，採用方式由學習目標決定。</a:t>
            </a:r>
          </a:p>
        </p:txBody>
      </p:sp>
      <p:sp>
        <p:nvSpPr>
          <p:cNvPr id="14" name="slide-62-text-14">
            <a:extLst xmlns:a="http://schemas.openxmlformats.org/drawingml/2006/main">
              <a:ext uri="{FF2B5EF4-FFF2-40B4-BE49-F238E27FC236}">
                <a16:creationId xmlns:a16="http://schemas.microsoft.com/office/drawing/2014/main" id="{312C639D-F556-4E31-ACE5-6E8076F0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62 / 66</a:t>
            </a:r>
          </a:p>
        </p:txBody>
      </p:sp>
    </p:spTree>
    <p:extLst>
      <p:ext uri="{BB962C8B-B14F-4D97-AF65-F5344CB8AC3E}">
        <p14:creationId xmlns:p14="http://schemas.microsoft.com/office/powerpoint/2010/main" val="173128078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63-text-1">
            <a:extLst xmlns:a="http://schemas.openxmlformats.org/drawingml/2006/main">
              <a:ext uri="{FF2B5EF4-FFF2-40B4-BE49-F238E27FC236}">
                <a16:creationId xmlns:a16="http://schemas.microsoft.com/office/drawing/2014/main" id="{98FD9DAC-0CBC-40ED-8BA1-786B26E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   企業家的未來人才判斷</a:t>
            </a:r>
          </a:p>
        </p:txBody>
      </p:sp>
      <p:sp>
        <p:nvSpPr>
          <p:cNvPr id="2" name="slide-63-text-2">
            <a:extLst xmlns:a="http://schemas.openxmlformats.org/drawingml/2006/main">
              <a:ext uri="{FF2B5EF4-FFF2-40B4-BE49-F238E27FC236}">
                <a16:creationId xmlns:a16="http://schemas.microsoft.com/office/drawing/2014/main" id="{1733BF55-0970-4E27-BDAE-4A765BB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作品說明裏，我希望看到判斷的依據</a:t>
            </a:r>
          </a:p>
        </p:txBody>
      </p:sp>
      <p:sp>
        <p:nvSpPr>
          <p:cNvPr id="3" name="slide-63-line-3">
            <a:extLst xmlns:a="http://schemas.openxmlformats.org/drawingml/2006/main">
              <a:ext uri="{FF2B5EF4-FFF2-40B4-BE49-F238E27FC236}">
                <a16:creationId xmlns:a16="http://schemas.microsoft.com/office/drawing/2014/main" id="{5BC26209-0F63-430F-BFB1-9B37291E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63-text-4">
            <a:extLst xmlns:a="http://schemas.openxmlformats.org/drawingml/2006/main">
              <a:ext uri="{FF2B5EF4-FFF2-40B4-BE49-F238E27FC236}">
                <a16:creationId xmlns:a16="http://schemas.microsoft.com/office/drawing/2014/main" id="{E144928E-C8AF-4DD8-8B47-56774BF5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3-text-5">
            <a:extLst xmlns:a="http://schemas.openxmlformats.org/drawingml/2006/main">
              <a:ext uri="{FF2B5EF4-FFF2-40B4-BE49-F238E27FC236}">
                <a16:creationId xmlns:a16="http://schemas.microsoft.com/office/drawing/2014/main" id="{01693702-4474-4693-8453-97628266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我查出甚麼</a:t>
            </a:r>
          </a:p>
        </p:txBody>
      </p:sp>
      <p:sp>
        <p:nvSpPr>
          <p:cNvPr id="6" name="slide-63-text-6">
            <a:extLst xmlns:a="http://schemas.openxmlformats.org/drawingml/2006/main">
              <a:ext uri="{FF2B5EF4-FFF2-40B4-BE49-F238E27FC236}">
                <a16:creationId xmlns:a16="http://schemas.microsoft.com/office/drawing/2014/main" id="{C9214241-83DC-499F-BB7D-213C89C7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14600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第 2 題依賴原文沒有的情節</a:t>
            </a:r>
          </a:p>
        </p:txBody>
      </p:sp>
      <p:sp>
        <p:nvSpPr>
          <p:cNvPr id="7" name="slide-63-line-7">
            <a:extLst xmlns:a="http://schemas.openxmlformats.org/drawingml/2006/main">
              <a:ext uri="{FF2B5EF4-FFF2-40B4-BE49-F238E27FC236}">
                <a16:creationId xmlns:a16="http://schemas.microsoft.com/office/drawing/2014/main" id="{B44F901C-F2B3-4A01-8052-6B565A5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8" name="slide-63-text-8">
            <a:extLst xmlns:a="http://schemas.openxmlformats.org/drawingml/2006/main">
              <a:ext uri="{FF2B5EF4-FFF2-40B4-BE49-F238E27FC236}">
                <a16:creationId xmlns:a16="http://schemas.microsoft.com/office/drawing/2014/main" id="{4369ABB7-F3EA-4AD0-9EDD-B13D40AE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我改了甚麼</a:t>
            </a:r>
          </a:p>
        </p:txBody>
      </p:sp>
      <p:sp>
        <p:nvSpPr>
          <p:cNvPr id="9" name="slide-63-text-9">
            <a:extLst xmlns:a="http://schemas.openxmlformats.org/drawingml/2006/main">
              <a:ext uri="{FF2B5EF4-FFF2-40B4-BE49-F238E27FC236}">
                <a16:creationId xmlns:a16="http://schemas.microsoft.com/office/drawing/2014/main" id="{03E2073A-7F8F-4985-A5E3-D1D82786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81375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重寫題目與教師說明，保留文本依據</a:t>
            </a:r>
          </a:p>
        </p:txBody>
      </p:sp>
      <p:sp>
        <p:nvSpPr>
          <p:cNvPr id="10" name="slide-63-line-10">
            <a:extLst xmlns:a="http://schemas.openxmlformats.org/drawingml/2006/main">
              <a:ext uri="{FF2B5EF4-FFF2-40B4-BE49-F238E27FC236}">
                <a16:creationId xmlns:a16="http://schemas.microsoft.com/office/drawing/2014/main" id="{8CBA7953-ABE9-40C5-9A9F-4E78D147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1" name="slide-63-text-11">
            <a:extLst xmlns:a="http://schemas.openxmlformats.org/drawingml/2006/main">
              <a:ext uri="{FF2B5EF4-FFF2-40B4-BE49-F238E27FC236}">
                <a16:creationId xmlns:a16="http://schemas.microsoft.com/office/drawing/2014/main" id="{A0DA6C29-F110-4285-B431-BA93F6BE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誰協助確認</a:t>
            </a:r>
          </a:p>
        </p:txBody>
      </p:sp>
      <p:sp>
        <p:nvSpPr>
          <p:cNvPr id="12" name="slide-63-text-12">
            <a:extLst xmlns:a="http://schemas.openxmlformats.org/drawingml/2006/main">
              <a:ext uri="{FF2B5EF4-FFF2-40B4-BE49-F238E27FC236}">
                <a16:creationId xmlns:a16="http://schemas.microsoft.com/office/drawing/2014/main" id="{F762A45B-6518-48F8-A5D7-7121D744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48150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AI 起草，同伴複核，教師審查適切性</a:t>
            </a:r>
          </a:p>
        </p:txBody>
      </p:sp>
      <p:sp>
        <p:nvSpPr>
          <p:cNvPr id="13" name="slide-63-line-13">
            <a:extLst xmlns:a="http://schemas.openxmlformats.org/drawingml/2006/main">
              <a:ext uri="{FF2B5EF4-FFF2-40B4-BE49-F238E27FC236}">
                <a16:creationId xmlns:a16="http://schemas.microsoft.com/office/drawing/2014/main" id="{24C6B4CE-CF6F-4B05-8D48-1D34A989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4" name="slide-63-text-14">
            <a:extLst xmlns:a="http://schemas.openxmlformats.org/drawingml/2006/main">
              <a:ext uri="{FF2B5EF4-FFF2-40B4-BE49-F238E27FC236}">
                <a16:creationId xmlns:a16="http://schemas.microsoft.com/office/drawing/2014/main" id="{164D419E-A377-4522-9B3B-695A8447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252412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仍不知道甚麼</a:t>
            </a:r>
          </a:p>
        </p:txBody>
      </p:sp>
      <p:sp>
        <p:nvSpPr>
          <p:cNvPr id="15" name="slide-63-text-15">
            <a:extLst xmlns:a="http://schemas.openxmlformats.org/drawingml/2006/main">
              <a:ext uri="{FF2B5EF4-FFF2-40B4-BE49-F238E27FC236}">
                <a16:creationId xmlns:a16="http://schemas.microsoft.com/office/drawing/2014/main" id="{DA8753A8-DE29-4502-A833-EF1861E1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14925"/>
            <a:ext cx="9210675" cy="362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內容已修正，學生理解是否提升仍待檢驗</a:t>
            </a:r>
          </a:p>
        </p:txBody>
      </p:sp>
      <p:sp>
        <p:nvSpPr>
          <p:cNvPr id="16" name="slide-63-line-16">
            <a:extLst xmlns:a="http://schemas.openxmlformats.org/drawingml/2006/main">
              <a:ext uri="{FF2B5EF4-FFF2-40B4-BE49-F238E27FC236}">
                <a16:creationId xmlns:a16="http://schemas.microsoft.com/office/drawing/2014/main" id="{A071C695-7B61-40A3-9E4F-FC1E5DAD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17" name="slide-63-text-17">
            <a:extLst xmlns:a="http://schemas.openxmlformats.org/drawingml/2006/main">
              <a:ext uri="{FF2B5EF4-FFF2-40B4-BE49-F238E27FC236}">
                <a16:creationId xmlns:a16="http://schemas.microsoft.com/office/drawing/2014/main" id="{A50EA089-8423-496A-8510-CF159A4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構擬作品說明。實際求職應據實交代個人、AI 與他人的貢獻。</a:t>
            </a:r>
          </a:p>
        </p:txBody>
      </p:sp>
      <p:sp>
        <p:nvSpPr>
          <p:cNvPr id="18" name="slide-63-text-18">
            <a:extLst xmlns:a="http://schemas.openxmlformats.org/drawingml/2006/main">
              <a:ext uri="{FF2B5EF4-FFF2-40B4-BE49-F238E27FC236}">
                <a16:creationId xmlns:a16="http://schemas.microsoft.com/office/drawing/2014/main" id="{EA6A20D0-930C-4D17-A556-E9C747D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63 / 66</a:t>
            </a:r>
          </a:p>
        </p:txBody>
      </p:sp>
    </p:spTree>
    <p:extLst>
      <p:ext uri="{BB962C8B-B14F-4D97-AF65-F5344CB8AC3E}">
        <p14:creationId xmlns:p14="http://schemas.microsoft.com/office/powerpoint/2010/main" val="1683435715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315C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64-text-1">
            <a:extLst xmlns:a="http://schemas.openxmlformats.org/drawingml/2006/main">
              <a:ext uri="{FF2B5EF4-FFF2-40B4-BE49-F238E27FC236}">
                <a16:creationId xmlns:a16="http://schemas.microsoft.com/office/drawing/2014/main" id="{22B5F114-5B36-4000-A13E-526222D0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04   企業的責任</a:t>
            </a:r>
          </a:p>
        </p:txBody>
      </p:sp>
      <p:sp>
        <p:nvSpPr>
          <p:cNvPr id="2" name="slide-64-text-2">
            <a:extLst xmlns:a="http://schemas.openxmlformats.org/drawingml/2006/main">
              <a:ext uri="{FF2B5EF4-FFF2-40B4-BE49-F238E27FC236}">
                <a16:creationId xmlns:a16="http://schemas.microsoft.com/office/drawing/2014/main" id="{0723BE0B-C897-4486-A031-292D9F1F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企業要保留新人練習判斷的機會</a:t>
            </a:r>
          </a:p>
        </p:txBody>
      </p:sp>
      <p:sp>
        <p:nvSpPr>
          <p:cNvPr id="3" name="slide-64-line-3">
            <a:extLst xmlns:a="http://schemas.openxmlformats.org/drawingml/2006/main">
              <a:ext uri="{FF2B5EF4-FFF2-40B4-BE49-F238E27FC236}">
                <a16:creationId xmlns:a16="http://schemas.microsoft.com/office/drawing/2014/main" id="{FD08C2B2-0717-43C1-AF55-D778F0BC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4-text-4">
            <a:extLst xmlns:a="http://schemas.openxmlformats.org/drawingml/2006/main">
              <a:ext uri="{FF2B5EF4-FFF2-40B4-BE49-F238E27FC236}">
                <a16:creationId xmlns:a16="http://schemas.microsoft.com/office/drawing/2014/main" id="{C9260AD8-CD9B-4B8F-874C-F6B6B414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4-text-5">
            <a:extLst xmlns:a="http://schemas.openxmlformats.org/drawingml/2006/main">
              <a:ext uri="{FF2B5EF4-FFF2-40B4-BE49-F238E27FC236}">
                <a16:creationId xmlns:a16="http://schemas.microsoft.com/office/drawing/2014/main" id="{D705C36C-53BF-4F9F-B2A2-46AF7E52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小而完整的任務</a:t>
            </a:r>
          </a:p>
        </p:txBody>
      </p:sp>
      <p:sp>
        <p:nvSpPr>
          <p:cNvPr id="6" name="slide-64-text-6">
            <a:extLst xmlns:a="http://schemas.openxmlformats.org/drawingml/2006/main">
              <a:ext uri="{FF2B5EF4-FFF2-40B4-BE49-F238E27FC236}">
                <a16:creationId xmlns:a16="http://schemas.microsoft.com/office/drawing/2014/main" id="{EFF4F0C4-79B1-47CE-A1D1-74870B2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2058"/>
            <a:ext cx="12039600" cy="854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9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及時且具體的回饋</a:t>
            </a:r>
          </a:p>
        </p:txBody>
      </p:sp>
      <p:sp>
        <p:nvSpPr>
          <p:cNvPr id="7" name="slide-64-text-7">
            <a:extLst xmlns:a="http://schemas.openxmlformats.org/drawingml/2006/main">
              <a:ext uri="{FF2B5EF4-FFF2-40B4-BE49-F238E27FC236}">
                <a16:creationId xmlns:a16="http://schemas.microsoft.com/office/drawing/2014/main" id="{AF7A36CB-F3F5-4C18-A69B-791BCB8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203960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40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企業提供支援與求助途徑，再隨能力擴大委託範圍。</a:t>
            </a:r>
          </a:p>
        </p:txBody>
      </p:sp>
      <p:sp>
        <p:nvSpPr>
          <p:cNvPr id="8" name="slide-64-text-8">
            <a:extLst xmlns:a="http://schemas.openxmlformats.org/drawingml/2006/main">
              <a:ext uri="{FF2B5EF4-FFF2-40B4-BE49-F238E27FC236}">
                <a16:creationId xmlns:a16="http://schemas.microsoft.com/office/drawing/2014/main" id="{18E18B17-4DB3-48DA-B863-129D156D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人才要求與培養條件，需要由組織共同承擔。</a:t>
            </a:r>
          </a:p>
        </p:txBody>
      </p:sp>
      <p:sp>
        <p:nvSpPr>
          <p:cNvPr id="9" name="slide-64-text-9">
            <a:extLst xmlns:a="http://schemas.openxmlformats.org/drawingml/2006/main">
              <a:ext uri="{FF2B5EF4-FFF2-40B4-BE49-F238E27FC236}">
                <a16:creationId xmlns:a16="http://schemas.microsoft.com/office/drawing/2014/main" id="{CC2373C1-4F43-47BB-9C8D-81DD523A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64 / 66</a:t>
            </a:r>
          </a:p>
        </p:txBody>
      </p:sp>
    </p:spTree>
    <p:extLst>
      <p:ext uri="{BB962C8B-B14F-4D97-AF65-F5344CB8AC3E}">
        <p14:creationId xmlns:p14="http://schemas.microsoft.com/office/powerpoint/2010/main" val="415362359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6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65-text-1">
            <a:extLst xmlns:a="http://schemas.openxmlformats.org/drawingml/2006/main">
              <a:ext uri="{FF2B5EF4-FFF2-40B4-BE49-F238E27FC236}">
                <a16:creationId xmlns:a16="http://schemas.microsoft.com/office/drawing/2014/main" id="{07D4F27F-D814-497A-A0BE-EB572745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總結   同一個故事</a:t>
            </a:r>
          </a:p>
        </p:txBody>
      </p:sp>
      <p:sp>
        <p:nvSpPr>
          <p:cNvPr id="2" name="slide-65-text-2">
            <a:extLst xmlns:a="http://schemas.openxmlformats.org/drawingml/2006/main">
              <a:ext uri="{FF2B5EF4-FFF2-40B4-BE49-F238E27FC236}">
                <a16:creationId xmlns:a16="http://schemas.microsoft.com/office/drawing/2014/main" id="{039D93D6-05AF-43F7-87A8-4FC75B0F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回到那位準備課堂的教師</a:t>
            </a:r>
          </a:p>
        </p:txBody>
      </p:sp>
      <p:sp>
        <p:nvSpPr>
          <p:cNvPr id="3" name="slide-65-line-3">
            <a:extLst xmlns:a="http://schemas.openxmlformats.org/drawingml/2006/main">
              <a:ext uri="{FF2B5EF4-FFF2-40B4-BE49-F238E27FC236}">
                <a16:creationId xmlns:a16="http://schemas.microsoft.com/office/drawing/2014/main" id="{D7B4F876-0D02-4C79-A279-50534981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3DF"/>
            </a:solidFill>
            <a:prstDash val="solid"/>
          </a:ln>
        </p:spPr>
      </p:sp>
      <p:sp>
        <p:nvSpPr>
          <p:cNvPr id="4" name="slide-65-text-4">
            <a:extLst xmlns:a="http://schemas.openxmlformats.org/drawingml/2006/main">
              <a:ext uri="{FF2B5EF4-FFF2-40B4-BE49-F238E27FC236}">
                <a16:creationId xmlns:a16="http://schemas.microsoft.com/office/drawing/2014/main" id="{97A99D52-96B6-4478-94E2-02547098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5-text-5">
            <a:extLst xmlns:a="http://schemas.openxmlformats.org/drawingml/2006/main">
              <a:ext uri="{FF2B5EF4-FFF2-40B4-BE49-F238E27FC236}">
                <a16:creationId xmlns:a16="http://schemas.microsoft.com/office/drawing/2014/main" id="{EC14E276-7775-4685-BE51-67A2F75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6" name="slide-65-line-6">
            <a:extLst xmlns:a="http://schemas.openxmlformats.org/drawingml/2006/main">
              <a:ext uri="{FF2B5EF4-FFF2-40B4-BE49-F238E27FC236}">
                <a16:creationId xmlns:a16="http://schemas.microsoft.com/office/drawing/2014/main" id="{03EC54A8-D964-4E6E-BBFA-EAB52263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7" name="slide-65-text-7">
            <a:extLst xmlns:a="http://schemas.openxmlformats.org/drawingml/2006/main">
              <a:ext uri="{FF2B5EF4-FFF2-40B4-BE49-F238E27FC236}">
                <a16:creationId xmlns:a16="http://schemas.microsoft.com/office/drawing/2014/main" id="{2002E664-5B92-42C9-9152-AFBC204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共同理解</a:t>
            </a:r>
          </a:p>
        </p:txBody>
      </p:sp>
      <p:sp>
        <p:nvSpPr>
          <p:cNvPr id="8" name="slide-65-text-8">
            <a:extLst xmlns:a="http://schemas.openxmlformats.org/drawingml/2006/main">
              <a:ext uri="{FF2B5EF4-FFF2-40B4-BE49-F238E27FC236}">
                <a16:creationId xmlns:a16="http://schemas.microsoft.com/office/drawing/2014/main" id="{6F7320A6-9ED9-420E-937E-0D74D606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任務、證據</a:t>
            </a:r>
          </a:p>
        </p:txBody>
      </p:sp>
      <p:sp>
        <p:nvSpPr>
          <p:cNvPr id="9" name="slide-65-text-9">
            <a:extLst xmlns:a="http://schemas.openxmlformats.org/drawingml/2006/main">
              <a:ext uri="{FF2B5EF4-FFF2-40B4-BE49-F238E27FC236}">
                <a16:creationId xmlns:a16="http://schemas.microsoft.com/office/drawing/2014/main" id="{7A85A076-1B5A-48ED-A7C0-35EAD62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與承諾</a:t>
            </a:r>
          </a:p>
        </p:txBody>
      </p:sp>
      <p:sp>
        <p:nvSpPr>
          <p:cNvPr id="10" name="slide-65-line-10">
            <a:extLst xmlns:a="http://schemas.openxmlformats.org/drawingml/2006/main">
              <a:ext uri="{FF2B5EF4-FFF2-40B4-BE49-F238E27FC236}">
                <a16:creationId xmlns:a16="http://schemas.microsoft.com/office/drawing/2014/main" id="{28700ED1-8733-4A3D-A486-672E0FA1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1" name="slide-65-text-11">
            <a:extLst xmlns:a="http://schemas.openxmlformats.org/drawingml/2006/main">
              <a:ext uri="{FF2B5EF4-FFF2-40B4-BE49-F238E27FC236}">
                <a16:creationId xmlns:a16="http://schemas.microsoft.com/office/drawing/2014/main" id="{3EECE5A4-EA3C-4294-8923-8C7FDA2B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2" name="slide-65-line-12">
            <a:extLst xmlns:a="http://schemas.openxmlformats.org/drawingml/2006/main">
              <a:ext uri="{FF2B5EF4-FFF2-40B4-BE49-F238E27FC236}">
                <a16:creationId xmlns:a16="http://schemas.microsoft.com/office/drawing/2014/main" id="{43871B32-C6C2-4456-8502-985E5B52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3" name="slide-65-text-13">
            <a:extLst xmlns:a="http://schemas.openxmlformats.org/drawingml/2006/main">
              <a:ext uri="{FF2B5EF4-FFF2-40B4-BE49-F238E27FC236}">
                <a16:creationId xmlns:a16="http://schemas.microsoft.com/office/drawing/2014/main" id="{2B6C6B2B-2D06-4502-8850-18BAF64B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受控執行</a:t>
            </a:r>
          </a:p>
        </p:txBody>
      </p:sp>
      <p:sp>
        <p:nvSpPr>
          <p:cNvPr id="14" name="slide-65-text-14">
            <a:extLst xmlns:a="http://schemas.openxmlformats.org/drawingml/2006/main">
              <a:ext uri="{FF2B5EF4-FFF2-40B4-BE49-F238E27FC236}">
                <a16:creationId xmlns:a16="http://schemas.microsoft.com/office/drawing/2014/main" id="{B8687E5D-5F34-4F65-BEBA-15A419FF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工具、權限</a:t>
            </a:r>
          </a:p>
        </p:txBody>
      </p:sp>
      <p:sp>
        <p:nvSpPr>
          <p:cNvPr id="15" name="slide-65-text-15">
            <a:extLst xmlns:a="http://schemas.openxmlformats.org/drawingml/2006/main">
              <a:ext uri="{FF2B5EF4-FFF2-40B4-BE49-F238E27FC236}">
                <a16:creationId xmlns:a16="http://schemas.microsoft.com/office/drawing/2014/main" id="{328D7CB7-876D-4832-A2F7-0B3986E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與驗證</a:t>
            </a:r>
          </a:p>
        </p:txBody>
      </p:sp>
      <p:sp>
        <p:nvSpPr>
          <p:cNvPr id="16" name="slide-65-line-16">
            <a:extLst xmlns:a="http://schemas.openxmlformats.org/drawingml/2006/main">
              <a:ext uri="{FF2B5EF4-FFF2-40B4-BE49-F238E27FC236}">
                <a16:creationId xmlns:a16="http://schemas.microsoft.com/office/drawing/2014/main" id="{7A4D42FE-D77A-44FB-8641-02CBF278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17" name="slide-65-text-17">
            <a:extLst xmlns:a="http://schemas.openxmlformats.org/drawingml/2006/main">
              <a:ext uri="{FF2B5EF4-FFF2-40B4-BE49-F238E27FC236}">
                <a16:creationId xmlns:a16="http://schemas.microsoft.com/office/drawing/2014/main" id="{6AC63A14-6168-4F11-B9E4-EDA71849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slide-65-line-18">
            <a:extLst xmlns:a="http://schemas.openxmlformats.org/drawingml/2006/main">
              <a:ext uri="{FF2B5EF4-FFF2-40B4-BE49-F238E27FC236}">
                <a16:creationId xmlns:a16="http://schemas.microsoft.com/office/drawing/2014/main" id="{FD5B382C-7A3C-441E-A363-9F310C59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19" name="slide-65-text-19">
            <a:extLst xmlns:a="http://schemas.openxmlformats.org/drawingml/2006/main">
              <a:ext uri="{FF2B5EF4-FFF2-40B4-BE49-F238E27FC236}">
                <a16:creationId xmlns:a16="http://schemas.microsoft.com/office/drawing/2014/main" id="{20D4A20D-7F59-4161-8D5B-8433919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持續接管</a:t>
            </a:r>
          </a:p>
        </p:txBody>
      </p:sp>
      <p:sp>
        <p:nvSpPr>
          <p:cNvPr id="20" name="slide-65-text-20">
            <a:extLst xmlns:a="http://schemas.openxmlformats.org/drawingml/2006/main">
              <a:ext uri="{FF2B5EF4-FFF2-40B4-BE49-F238E27FC236}">
                <a16:creationId xmlns:a16="http://schemas.microsoft.com/office/drawing/2014/main" id="{DBB3629E-C937-4909-B960-598F1EDA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記憶、分工</a:t>
            </a:r>
          </a:p>
        </p:txBody>
      </p:sp>
      <p:sp>
        <p:nvSpPr>
          <p:cNvPr id="21" name="slide-65-text-21">
            <a:extLst xmlns:a="http://schemas.openxmlformats.org/drawingml/2006/main">
              <a:ext uri="{FF2B5EF4-FFF2-40B4-BE49-F238E27FC236}">
                <a16:creationId xmlns:a16="http://schemas.microsoft.com/office/drawing/2014/main" id="{A71CAB06-C2D5-457F-A2FA-ED7C1CC0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與恢復</a:t>
            </a:r>
          </a:p>
        </p:txBody>
      </p:sp>
      <p:sp>
        <p:nvSpPr>
          <p:cNvPr id="22" name="slide-65-line-22">
            <a:extLst xmlns:a="http://schemas.openxmlformats.org/drawingml/2006/main">
              <a:ext uri="{FF2B5EF4-FFF2-40B4-BE49-F238E27FC236}">
                <a16:creationId xmlns:a16="http://schemas.microsoft.com/office/drawing/2014/main" id="{19A6AD7E-0D76-4FD1-88F9-8A06E4C8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27A"/>
            </a:solidFill>
            <a:prstDash val="solid"/>
          </a:ln>
        </p:spPr>
      </p:sp>
      <p:sp>
        <p:nvSpPr>
          <p:cNvPr id="23" name="slide-65-text-23">
            <a:extLst xmlns:a="http://schemas.openxmlformats.org/drawingml/2006/main">
              <a:ext uri="{FF2B5EF4-FFF2-40B4-BE49-F238E27FC236}">
                <a16:creationId xmlns:a16="http://schemas.microsoft.com/office/drawing/2014/main" id="{4C9E41FE-2A93-4D0E-8FE3-E5AB1F7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71800"/>
            <a:ext cx="27241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315CF5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4" name="slide-65-line-24">
            <a:extLst xmlns:a="http://schemas.openxmlformats.org/drawingml/2006/main">
              <a:ext uri="{FF2B5EF4-FFF2-40B4-BE49-F238E27FC236}">
                <a16:creationId xmlns:a16="http://schemas.microsoft.com/office/drawing/2014/main" id="{04C267DE-2E6B-4475-B88F-EB5AB837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15CF5"/>
            </a:solidFill>
            <a:prstDash val="solid"/>
          </a:ln>
        </p:spPr>
      </p:sp>
      <p:sp>
        <p:nvSpPr>
          <p:cNvPr id="25" name="slide-65-text-25">
            <a:extLst xmlns:a="http://schemas.openxmlformats.org/drawingml/2006/main">
              <a:ext uri="{FF2B5EF4-FFF2-40B4-BE49-F238E27FC236}">
                <a16:creationId xmlns:a16="http://schemas.microsoft.com/office/drawing/2014/main" id="{937103E5-6C10-415D-B72C-1956BCB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76650"/>
            <a:ext cx="2724150" cy="414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0B1830"/>
                </a:solidFill>
                <a:latin typeface="PingFang TC"/>
                <a:ea typeface="PingFang TC"/>
                <a:cs typeface="PingFang TC"/>
              </a:rPr>
              <a:t>根據結果修訂</a:t>
            </a:r>
          </a:p>
        </p:txBody>
      </p:sp>
      <p:sp>
        <p:nvSpPr>
          <p:cNvPr id="26" name="slide-65-text-26">
            <a:extLst xmlns:a="http://schemas.openxmlformats.org/drawingml/2006/main">
              <a:ext uri="{FF2B5EF4-FFF2-40B4-BE49-F238E27FC236}">
                <a16:creationId xmlns:a16="http://schemas.microsoft.com/office/drawing/2014/main" id="{45B0996E-7EA1-4865-B0F7-F59B164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291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採用、結果</a:t>
            </a:r>
          </a:p>
        </p:txBody>
      </p:sp>
      <p:sp>
        <p:nvSpPr>
          <p:cNvPr id="27" name="slide-65-text-27">
            <a:extLst xmlns:a="http://schemas.openxmlformats.org/drawingml/2006/main">
              <a:ext uri="{FF2B5EF4-FFF2-40B4-BE49-F238E27FC236}">
                <a16:creationId xmlns:a16="http://schemas.microsoft.com/office/drawing/2014/main" id="{CB68007A-4A06-44E6-9C09-8FFE9261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67263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與方法更新</a:t>
            </a:r>
          </a:p>
        </p:txBody>
      </p:sp>
      <p:sp>
        <p:nvSpPr>
          <p:cNvPr id="28" name="slide-65-text-28">
            <a:extLst xmlns:a="http://schemas.openxmlformats.org/drawingml/2006/main">
              <a:ext uri="{FF2B5EF4-FFF2-40B4-BE49-F238E27FC236}">
                <a16:creationId xmlns:a16="http://schemas.microsoft.com/office/drawing/2014/main" id="{D4B8B015-26F1-412C-A86B-B08F9283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可靠的工作，需要這些條件在同一個項目中實際成立。</a:t>
            </a:r>
          </a:p>
        </p:txBody>
      </p:sp>
      <p:sp>
        <p:nvSpPr>
          <p:cNvPr id="29" name="slide-65-text-29">
            <a:extLst xmlns:a="http://schemas.openxmlformats.org/drawingml/2006/main">
              <a:ext uri="{FF2B5EF4-FFF2-40B4-BE49-F238E27FC236}">
                <a16:creationId xmlns:a16="http://schemas.microsoft.com/office/drawing/2014/main" id="{D70051E9-BBB0-4982-AE44-33E65938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2627A"/>
                </a:solidFill>
                <a:latin typeface="PingFang TC"/>
                <a:ea typeface="PingFang TC"/>
                <a:cs typeface="PingFang TC"/>
              </a:rPr>
              <a:t>65 / 66</a:t>
            </a:r>
          </a:p>
        </p:txBody>
      </p:sp>
    </p:spTree>
    <p:extLst>
      <p:ext uri="{BB962C8B-B14F-4D97-AF65-F5344CB8AC3E}">
        <p14:creationId xmlns:p14="http://schemas.microsoft.com/office/powerpoint/2010/main" val="1101803641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B18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6-text-1">
            <a:extLst xmlns:a="http://schemas.openxmlformats.org/drawingml/2006/main">
              <a:ext uri="{FF2B5EF4-FFF2-40B4-BE49-F238E27FC236}">
                <a16:creationId xmlns:a16="http://schemas.microsoft.com/office/drawing/2014/main" id="{6E4758C5-880E-4586-AE89-1493B4C5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120396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結語與討論</a:t>
            </a:r>
          </a:p>
        </p:txBody>
      </p:sp>
      <p:sp>
        <p:nvSpPr>
          <p:cNvPr id="2" name="slide-66-text-2">
            <a:extLst xmlns:a="http://schemas.openxmlformats.org/drawingml/2006/main">
              <a:ext uri="{FF2B5EF4-FFF2-40B4-BE49-F238E27FC236}">
                <a16:creationId xmlns:a16="http://schemas.microsoft.com/office/drawing/2014/main" id="{1F7D4F7D-FD2F-4C43-8A6A-2827B555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90600"/>
            <a:ext cx="12039600" cy="699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4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AI 時代，中文傳意連接判斷與合作</a:t>
            </a:r>
          </a:p>
        </p:txBody>
      </p:sp>
      <p:sp>
        <p:nvSpPr>
          <p:cNvPr id="3" name="slide-66-line-3">
            <a:extLst xmlns:a="http://schemas.openxmlformats.org/drawingml/2006/main">
              <a:ext uri="{FF2B5EF4-FFF2-40B4-BE49-F238E27FC236}">
                <a16:creationId xmlns:a16="http://schemas.microsoft.com/office/drawing/2014/main" id="{D09A2DBA-1F66-42A7-B0C2-67B4E9F0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67550"/>
            <a:ext cx="1203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415B"/>
            </a:solidFill>
            <a:prstDash val="solid"/>
          </a:ln>
        </p:spPr>
      </p:sp>
      <p:sp>
        <p:nvSpPr>
          <p:cNvPr id="4" name="slide-66-text-4">
            <a:extLst xmlns:a="http://schemas.openxmlformats.org/drawingml/2006/main">
              <a:ext uri="{FF2B5EF4-FFF2-40B4-BE49-F238E27FC236}">
                <a16:creationId xmlns:a16="http://schemas.microsoft.com/office/drawing/2014/main" id="{94963287-476D-4664-AA03-EB8E5CA8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58050"/>
            <a:ext cx="4286250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辛海洋   可可樂博</a:t>
            </a:r>
          </a:p>
        </p:txBody>
      </p:sp>
      <p:sp>
        <p:nvSpPr>
          <p:cNvPr id="5" name="slide-66-text-5">
            <a:extLst xmlns:a="http://schemas.openxmlformats.org/drawingml/2006/main">
              <a:ext uri="{FF2B5EF4-FFF2-40B4-BE49-F238E27FC236}">
                <a16:creationId xmlns:a16="http://schemas.microsoft.com/office/drawing/2014/main" id="{94C771B5-7A34-48C7-9F4E-29E835C4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20396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能夠說明判斷</a:t>
            </a:r>
          </a:p>
        </p:txBody>
      </p:sp>
      <p:sp>
        <p:nvSpPr>
          <p:cNvPr id="6" name="slide-66-text-6">
            <a:extLst xmlns:a="http://schemas.openxmlformats.org/drawingml/2006/main">
              <a:ext uri="{FF2B5EF4-FFF2-40B4-BE49-F238E27FC236}">
                <a16:creationId xmlns:a16="http://schemas.microsoft.com/office/drawing/2014/main" id="{41E050EB-03B3-4305-A55C-1768338E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4334"/>
            <a:ext cx="12039600" cy="88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51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也能讓工作繼續</a:t>
            </a:r>
          </a:p>
        </p:txBody>
      </p:sp>
      <p:sp>
        <p:nvSpPr>
          <p:cNvPr id="7" name="slide-66-text-7">
            <a:extLst xmlns:a="http://schemas.openxmlformats.org/drawingml/2006/main">
              <a:ext uri="{FF2B5EF4-FFF2-40B4-BE49-F238E27FC236}">
                <a16:creationId xmlns:a16="http://schemas.microsoft.com/office/drawing/2014/main" id="{32CD5C2A-2E56-4B15-9BFC-760DD876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2039600" cy="440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在你的專業裏，哪些判斷需要親自練習？</a:t>
            </a:r>
          </a:p>
        </p:txBody>
      </p:sp>
      <p:sp>
        <p:nvSpPr>
          <p:cNvPr id="8" name="slide-66-text-8">
            <a:extLst xmlns:a="http://schemas.openxmlformats.org/drawingml/2006/main">
              <a:ext uri="{FF2B5EF4-FFF2-40B4-BE49-F238E27FC236}">
                <a16:creationId xmlns:a16="http://schemas.microsoft.com/office/drawing/2014/main" id="{850DEF7F-73DC-407C-BC31-E705F312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203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49D4E3"/>
                </a:solidFill>
                <a:latin typeface="PingFang TC"/>
                <a:ea typeface="PingFang TC"/>
                <a:cs typeface="PingFang TC"/>
              </a:rPr>
              <a:t>AI Native Field Notes 01–04</a:t>
            </a:r>
          </a:p>
        </p:txBody>
      </p:sp>
      <p:sp>
        <p:nvSpPr>
          <p:cNvPr id="9" name="slide-66-text-9">
            <a:extLst xmlns:a="http://schemas.openxmlformats.org/drawingml/2006/main">
              <a:ext uri="{FF2B5EF4-FFF2-40B4-BE49-F238E27FC236}">
                <a16:creationId xmlns:a16="http://schemas.microsoft.com/office/drawing/2014/main" id="{5F55A1EA-E8EC-4FFE-88FB-19BB013C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72250"/>
            <a:ext cx="120396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tonyxinvip.github.io/slides/</a:t>
            </a:r>
          </a:p>
        </p:txBody>
      </p:sp>
      <p:sp>
        <p:nvSpPr>
          <p:cNvPr id="10" name="slide-66-text-10">
            <a:extLst xmlns:a="http://schemas.openxmlformats.org/drawingml/2006/main">
              <a:ext uri="{FF2B5EF4-FFF2-40B4-BE49-F238E27FC236}">
                <a16:creationId xmlns:a16="http://schemas.microsoft.com/office/drawing/2014/main" id="{6DB39E15-8F19-45C2-8742-6644EAE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7258050"/>
            <a:ext cx="1209675" cy="2202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DCE4F5"/>
                </a:solidFill>
                <a:latin typeface="PingFang TC"/>
                <a:ea typeface="PingFang TC"/>
                <a:cs typeface="PingFang TC"/>
              </a:rPr>
              <a:t>66 / 66</a:t>
            </a:r>
          </a:p>
        </p:txBody>
      </p:sp>
    </p:spTree>
    <p:extLst>
      <p:ext uri="{BB962C8B-B14F-4D97-AF65-F5344CB8AC3E}">
        <p14:creationId xmlns:p14="http://schemas.microsoft.com/office/powerpoint/2010/main" val="1474977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2026-09-22T00:47:15.8000000Z</dcterms:created>
  <dcterms:modified xsi:type="dcterms:W3CDTF">2026-09-22T00:47:15.8000000Z</dcterms:modified>
</coreProperties>
</file>