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522b9719b5416c" /><Relationship Type="http://schemas.openxmlformats.org/officeDocument/2006/relationships/extended-properties" Target="/docProps/app.xml" Id="R478eb39f53c14eae" /><Relationship Type="http://schemas.openxmlformats.org/officeDocument/2006/relationships/officeDocument" Target="/ppt/presentation.xml" Id="R326ea5485be74e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bfa4e398ea4cc4"/>
  </p:sldMasterIdLst>
  <p:notesMasterIdLst>
    <p:notesMasterId xmlns:r="http://schemas.openxmlformats.org/officeDocument/2006/relationships" r:id="R627759a1b9924ddb"/>
  </p:notesMasterIdLst>
  <p:sldIdLst>
    <p:sldId xmlns:r="http://schemas.openxmlformats.org/officeDocument/2006/relationships" id="256" r:id="Rbd9254f9c3db4a24"/>
    <p:sldId xmlns:r="http://schemas.openxmlformats.org/officeDocument/2006/relationships" id="257" r:id="Rf1c82d834f1e497c"/>
    <p:sldId xmlns:r="http://schemas.openxmlformats.org/officeDocument/2006/relationships" id="258" r:id="R5d76e3b5185042e7"/>
    <p:sldId xmlns:r="http://schemas.openxmlformats.org/officeDocument/2006/relationships" id="259" r:id="Rfe5162b02a094317"/>
    <p:sldId xmlns:r="http://schemas.openxmlformats.org/officeDocument/2006/relationships" id="260" r:id="R6d99f241b74249a5"/>
    <p:sldId xmlns:r="http://schemas.openxmlformats.org/officeDocument/2006/relationships" id="261" r:id="R08910e742e8e4a8b"/>
    <p:sldId xmlns:r="http://schemas.openxmlformats.org/officeDocument/2006/relationships" id="262" r:id="Rc0ef4ac746704ba2"/>
    <p:sldId xmlns:r="http://schemas.openxmlformats.org/officeDocument/2006/relationships" id="263" r:id="R65a2110242044c2a"/>
    <p:sldId xmlns:r="http://schemas.openxmlformats.org/officeDocument/2006/relationships" id="264" r:id="Rbf52ec20c4384990"/>
    <p:sldId xmlns:r="http://schemas.openxmlformats.org/officeDocument/2006/relationships" id="265" r:id="R8132f5f745834d03"/>
    <p:sldId xmlns:r="http://schemas.openxmlformats.org/officeDocument/2006/relationships" id="266" r:id="Rccd338af94ec4231"/>
    <p:sldId xmlns:r="http://schemas.openxmlformats.org/officeDocument/2006/relationships" id="267" r:id="R27991f3000be419c"/>
    <p:sldId xmlns:r="http://schemas.openxmlformats.org/officeDocument/2006/relationships" id="268" r:id="Rf038da9f5b654bc8"/>
    <p:sldId xmlns:r="http://schemas.openxmlformats.org/officeDocument/2006/relationships" id="269" r:id="Rdb031f432a454d09"/>
    <p:sldId xmlns:r="http://schemas.openxmlformats.org/officeDocument/2006/relationships" id="270" r:id="Ra0a62ac0419144c0"/>
    <p:sldId xmlns:r="http://schemas.openxmlformats.org/officeDocument/2006/relationships" id="271" r:id="Rf93478bbc1d846fb"/>
    <p:sldId xmlns:r="http://schemas.openxmlformats.org/officeDocument/2006/relationships" id="272" r:id="Rfebd98acd36c4dde"/>
    <p:sldId xmlns:r="http://schemas.openxmlformats.org/officeDocument/2006/relationships" id="273" r:id="Rf692a6324e5748c7"/>
    <p:sldId xmlns:r="http://schemas.openxmlformats.org/officeDocument/2006/relationships" id="274" r:id="R01cb6c65360f49df"/>
    <p:sldId xmlns:r="http://schemas.openxmlformats.org/officeDocument/2006/relationships" id="275" r:id="Rc0df704879d6456e"/>
    <p:sldId xmlns:r="http://schemas.openxmlformats.org/officeDocument/2006/relationships" id="276" r:id="Rb3150dfa6c4e4525"/>
    <p:sldId xmlns:r="http://schemas.openxmlformats.org/officeDocument/2006/relationships" id="277" r:id="R78a62fd6a6c54654"/>
    <p:sldId xmlns:r="http://schemas.openxmlformats.org/officeDocument/2006/relationships" id="278" r:id="R2636ccb76c80410d"/>
    <p:sldId xmlns:r="http://schemas.openxmlformats.org/officeDocument/2006/relationships" id="279" r:id="R8454edb661f844b7"/>
    <p:sldId xmlns:r="http://schemas.openxmlformats.org/officeDocument/2006/relationships" id="280" r:id="R2c385a960da84245"/>
    <p:sldId xmlns:r="http://schemas.openxmlformats.org/officeDocument/2006/relationships" id="281" r:id="R6c0005decfda462e"/>
    <p:sldId xmlns:r="http://schemas.openxmlformats.org/officeDocument/2006/relationships" id="282" r:id="R877c7ac2f42f4d36"/>
    <p:sldId xmlns:r="http://schemas.openxmlformats.org/officeDocument/2006/relationships" id="283" r:id="Rb838f794ec884e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583a4d4aa64c48" /><Relationship Type="http://schemas.openxmlformats.org/officeDocument/2006/relationships/slideMaster" Target="/ppt/slideMasters/slideMaster1.xml" Id="R41bfa4e398ea4cc4" /><Relationship Type="http://schemas.openxmlformats.org/officeDocument/2006/relationships/notesMaster" Target="/ppt/notesMasters/notesMaster1.xml" Id="R627759a1b9924ddb" /><Relationship Type="http://schemas.openxmlformats.org/officeDocument/2006/relationships/presProps" Target="/ppt/presProps.xml" Id="R37ddd2e3adea4828" /><Relationship Type="http://schemas.openxmlformats.org/officeDocument/2006/relationships/tableStyles" Target="/ppt/tableStyles.xml" Id="Rdda2e94392d442e8" /><Relationship Type="http://schemas.openxmlformats.org/officeDocument/2006/relationships/slide" Target="/ppt/slides/slide1.xml" Id="Rbd9254f9c3db4a24" /><Relationship Type="http://schemas.openxmlformats.org/officeDocument/2006/relationships/slide" Target="/ppt/slides/slide2.xml" Id="Rf1c82d834f1e497c" /><Relationship Type="http://schemas.openxmlformats.org/officeDocument/2006/relationships/slide" Target="/ppt/slides/slide3.xml" Id="R5d76e3b5185042e7" /><Relationship Type="http://schemas.openxmlformats.org/officeDocument/2006/relationships/slide" Target="/ppt/slides/slide4.xml" Id="Rfe5162b02a094317" /><Relationship Type="http://schemas.openxmlformats.org/officeDocument/2006/relationships/slide" Target="/ppt/slides/slide5.xml" Id="R6d99f241b74249a5" /><Relationship Type="http://schemas.openxmlformats.org/officeDocument/2006/relationships/slide" Target="/ppt/slides/slide6.xml" Id="R08910e742e8e4a8b" /><Relationship Type="http://schemas.openxmlformats.org/officeDocument/2006/relationships/slide" Target="/ppt/slides/slide7.xml" Id="Rc0ef4ac746704ba2" /><Relationship Type="http://schemas.openxmlformats.org/officeDocument/2006/relationships/slide" Target="/ppt/slides/slide8.xml" Id="R65a2110242044c2a" /><Relationship Type="http://schemas.openxmlformats.org/officeDocument/2006/relationships/slide" Target="/ppt/slides/slide9.xml" Id="Rbf52ec20c4384990" /><Relationship Type="http://schemas.openxmlformats.org/officeDocument/2006/relationships/slide" Target="/ppt/slides/slide10.xml" Id="R8132f5f745834d03" /><Relationship Type="http://schemas.openxmlformats.org/officeDocument/2006/relationships/slide" Target="/ppt/slides/slide11.xml" Id="Rccd338af94ec4231" /><Relationship Type="http://schemas.openxmlformats.org/officeDocument/2006/relationships/slide" Target="/ppt/slides/slide12.xml" Id="R27991f3000be419c" /><Relationship Type="http://schemas.openxmlformats.org/officeDocument/2006/relationships/slide" Target="/ppt/slides/slide13.xml" Id="Rf038da9f5b654bc8" /><Relationship Type="http://schemas.openxmlformats.org/officeDocument/2006/relationships/slide" Target="/ppt/slides/slide14.xml" Id="Rdb031f432a454d09" /><Relationship Type="http://schemas.openxmlformats.org/officeDocument/2006/relationships/slide" Target="/ppt/slides/slide15.xml" Id="Ra0a62ac0419144c0" /><Relationship Type="http://schemas.openxmlformats.org/officeDocument/2006/relationships/slide" Target="/ppt/slides/slide16.xml" Id="Rf93478bbc1d846fb" /><Relationship Type="http://schemas.openxmlformats.org/officeDocument/2006/relationships/slide" Target="/ppt/slides/slide17.xml" Id="Rfebd98acd36c4dde" /><Relationship Type="http://schemas.openxmlformats.org/officeDocument/2006/relationships/slide" Target="/ppt/slides/slide18.xml" Id="Rf692a6324e5748c7" /><Relationship Type="http://schemas.openxmlformats.org/officeDocument/2006/relationships/slide" Target="/ppt/slides/slide19.xml" Id="R01cb6c65360f49df" /><Relationship Type="http://schemas.openxmlformats.org/officeDocument/2006/relationships/slide" Target="/ppt/slides/slide20.xml" Id="Rc0df704879d6456e" /><Relationship Type="http://schemas.openxmlformats.org/officeDocument/2006/relationships/slide" Target="/ppt/slides/slide21.xml" Id="Rb3150dfa6c4e4525" /><Relationship Type="http://schemas.openxmlformats.org/officeDocument/2006/relationships/slide" Target="/ppt/slides/slide22.xml" Id="R78a62fd6a6c54654" /><Relationship Type="http://schemas.openxmlformats.org/officeDocument/2006/relationships/slide" Target="/ppt/slides/slide23.xml" Id="R2636ccb76c80410d" /><Relationship Type="http://schemas.openxmlformats.org/officeDocument/2006/relationships/slide" Target="/ppt/slides/slide24.xml" Id="R8454edb661f844b7" /><Relationship Type="http://schemas.openxmlformats.org/officeDocument/2006/relationships/slide" Target="/ppt/slides/slide25.xml" Id="R2c385a960da84245" /><Relationship Type="http://schemas.openxmlformats.org/officeDocument/2006/relationships/slide" Target="/ppt/slides/slide26.xml" Id="R6c0005decfda462e" /><Relationship Type="http://schemas.openxmlformats.org/officeDocument/2006/relationships/slide" Target="/ppt/slides/slide27.xml" Id="R877c7ac2f42f4d36" /><Relationship Type="http://schemas.openxmlformats.org/officeDocument/2006/relationships/slide" Target="/ppt/slides/slide28.xml" Id="Rb838f794ec884e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d91468c2cf4b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47431f5e1d47cf" /><Relationship Type="http://schemas.openxmlformats.org/officeDocument/2006/relationships/notesMaster" Target="/ppt/notesMasters/notesMaster1.xml" Id="R8ca64de80c164a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58223dd7324809" /><Relationship Type="http://schemas.openxmlformats.org/officeDocument/2006/relationships/notesMaster" Target="/ppt/notesMasters/notesMaster1.xml" Id="Rfd860c47a81646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b67e9e7c924d78" /><Relationship Type="http://schemas.openxmlformats.org/officeDocument/2006/relationships/notesMaster" Target="/ppt/notesMasters/notesMaster1.xml" Id="Rc245c58398f847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6be157a40e4732" /><Relationship Type="http://schemas.openxmlformats.org/officeDocument/2006/relationships/notesMaster" Target="/ppt/notesMasters/notesMaster1.xml" Id="R0712f6a8081041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96aaec256541be" /><Relationship Type="http://schemas.openxmlformats.org/officeDocument/2006/relationships/notesMaster" Target="/ppt/notesMasters/notesMaster1.xml" Id="Racc1c256126040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2fd00a069e4e22" /><Relationship Type="http://schemas.openxmlformats.org/officeDocument/2006/relationships/notesMaster" Target="/ppt/notesMasters/notesMaster1.xml" Id="Raa588bf63b504f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9e02afceb640b2" /><Relationship Type="http://schemas.openxmlformats.org/officeDocument/2006/relationships/notesMaster" Target="/ppt/notesMasters/notesMaster1.xml" Id="R1bad6659c44a48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b8b386656e4907" /><Relationship Type="http://schemas.openxmlformats.org/officeDocument/2006/relationships/notesMaster" Target="/ppt/notesMasters/notesMaster1.xml" Id="Rf6515140062f41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95f8229e5f4b93" /><Relationship Type="http://schemas.openxmlformats.org/officeDocument/2006/relationships/notesMaster" Target="/ppt/notesMasters/notesMaster1.xml" Id="Rddbd20c1eead44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9ddf0b12b547a6" /><Relationship Type="http://schemas.openxmlformats.org/officeDocument/2006/relationships/notesMaster" Target="/ppt/notesMasters/notesMaster1.xml" Id="R3d9c07d9c8394e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51eba304ca4008" /><Relationship Type="http://schemas.openxmlformats.org/officeDocument/2006/relationships/notesMaster" Target="/ppt/notesMasters/notesMaster1.xml" Id="R747aae67782343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335a068ce84459" /><Relationship Type="http://schemas.openxmlformats.org/officeDocument/2006/relationships/notesMaster" Target="/ppt/notesMasters/notesMaster1.xml" Id="R53d01f281bec48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bc626275784c0e" /><Relationship Type="http://schemas.openxmlformats.org/officeDocument/2006/relationships/notesMaster" Target="/ppt/notesMasters/notesMaster1.xml" Id="R8ed29d061f064a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f8859076104208" /><Relationship Type="http://schemas.openxmlformats.org/officeDocument/2006/relationships/notesMaster" Target="/ppt/notesMasters/notesMaster1.xml" Id="Rd8816eba9eaf42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409225cebb4b1a" /><Relationship Type="http://schemas.openxmlformats.org/officeDocument/2006/relationships/notesMaster" Target="/ppt/notesMasters/notesMaster1.xml" Id="R316f350efeba442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a2eff968e645d2" /><Relationship Type="http://schemas.openxmlformats.org/officeDocument/2006/relationships/notesMaster" Target="/ppt/notesMasters/notesMaster1.xml" Id="Rf22e8b69374445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a0baedb48f4b63" /><Relationship Type="http://schemas.openxmlformats.org/officeDocument/2006/relationships/notesMaster" Target="/ppt/notesMasters/notesMaster1.xml" Id="R78ae405d3b5f49b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c187dc0f92d43a6" /><Relationship Type="http://schemas.openxmlformats.org/officeDocument/2006/relationships/notesMaster" Target="/ppt/notesMasters/notesMaster1.xml" Id="R199bc5e601114af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1825c82f8746aa" /><Relationship Type="http://schemas.openxmlformats.org/officeDocument/2006/relationships/notesMaster" Target="/ppt/notesMasters/notesMaster1.xml" Id="Rf0b270f67fe942a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c83517da2e40b7" /><Relationship Type="http://schemas.openxmlformats.org/officeDocument/2006/relationships/notesMaster" Target="/ppt/notesMasters/notesMaster1.xml" Id="R1c1ab46e6fc746b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1cb907ab62443ec" /><Relationship Type="http://schemas.openxmlformats.org/officeDocument/2006/relationships/notesMaster" Target="/ppt/notesMasters/notesMaster1.xml" Id="Rc7d2c9781bcd402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a547a5e41e14316" /><Relationship Type="http://schemas.openxmlformats.org/officeDocument/2006/relationships/notesMaster" Target="/ppt/notesMasters/notesMaster1.xml" Id="Re9aa01afbeb84ab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9cc798200274e5f" /><Relationship Type="http://schemas.openxmlformats.org/officeDocument/2006/relationships/notesMaster" Target="/ppt/notesMasters/notesMaster1.xml" Id="Raa40edc9598346b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7907119f19e40d3" /><Relationship Type="http://schemas.openxmlformats.org/officeDocument/2006/relationships/notesMaster" Target="/ppt/notesMasters/notesMaster1.xml" Id="R562a8a8c18d441d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bda7266ad314fe4" /><Relationship Type="http://schemas.openxmlformats.org/officeDocument/2006/relationships/notesMaster" Target="/ppt/notesMasters/notesMaster1.xml" Id="Rf7a78ceaa08b451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848faf43d00482a" /><Relationship Type="http://schemas.openxmlformats.org/officeDocument/2006/relationships/notesMaster" Target="/ppt/notesMasters/notesMaster1.xml" Id="R81f76fbeca95435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90df367f3f0404f" /><Relationship Type="http://schemas.openxmlformats.org/officeDocument/2006/relationships/notesMaster" Target="/ppt/notesMasters/notesMaster1.xml" Id="R3e88ec4261c8439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1742bde3a82460e" /><Relationship Type="http://schemas.openxmlformats.org/officeDocument/2006/relationships/notesMaster" Target="/ppt/notesMasters/notesMaster1.xml" Id="R003a78f7273f49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本场分享不重复学校已经开展的课程建设，也不提供一套现成工具清单。我希望从企业与未来工作的角度讨论一个更基础的问题：当 AI 系统开始参与真实任务，职业教育应当培养学生承担什么工作，以及用什么证据判断他已经具备这种能力。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第一部分用三个实践说明一个共同变化：生成与实现变快以后，教育判断、组织采用和结果责任并未随之自动解决。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三个经历对象不同，却有相同的顺序：想法先被快速做成原型，教育判断、课堂修订、用户采用、可靠性和组织责任随后成为主要工作。课程因此不能只训练生成能力。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我为女儿制作的英语学习原型。她喜欢小猪佩奇、库洛米和迪士尼公主，我据此组织内容，也尝试融入勇气、友善与坚持。几天之内，设想变成了可用界面。随后仍需判断内容是否适龄、活动是否促进理解和迁移，以及长期使用是否有效。截图证明原型存在，不证明学习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演讲者提供的家庭学习原型截图与实践记录。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这项教师培训实践以真实课堂问题为起点。教师参与界定问题、设计规则和课堂试验，并根据过程证据修订系统。UNESCO 的邀请确认了交流安排，说明这一议题进入了国际同行讨论；它不构成项目质量认证或效果证明。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UNESCO, Digital Learning Week 2026 Provisional Programme, p.8: https://www.unesco.org/sites/default/files/medias/fichiers/2026/08/dlw-2026-agenda-en_0.pdf</a:t>
            </a:r>
          </a:p>
          <a:p xmlns:a="http://schemas.openxmlformats.org/drawingml/2006/main">
            <a:r>
              <a:t>- UNESCO Digital Learning Week 2026 正式邀请函，2026-07-21（演讲者提供）。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岗位接力把需求、方案、制作、验证与运行逐段交给不同角色，信息和假设容易在接口处损耗。AI 系统使部分成员能够理解并推进更长的任务段，但不会使个体全能，也不会消除专业分工。团队仍需共享目标、状态、接口、证据与完成标准，在不同环节明确专业主责，并在关键接口交叉复核。《2020 Scrum Guide》支持跨职能首先是团队属性；共享心智模型、交互记忆、专长协调与相互绩效监测研究分别支持全链理解、专业互补和交叉复核。AI 扩大个体覆盖范围的程度，仍是基于当前实践的分析推演。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Schwaber, K. &amp; Sutherland, J., The Scrum Guide, 2020: https://scrumguides.org/scrum-guide.html</a:t>
            </a:r>
          </a:p>
          <a:p xmlns:a="http://schemas.openxmlformats.org/drawingml/2006/main">
            <a:r>
              <a:t>- Cannon-Bowers, J. A. et al., Shared mental models in expert team decision making, 2000: https://pubmed.ncbi.nlm.nih.gov/10783543/</a:t>
            </a:r>
          </a:p>
          <a:p xmlns:a="http://schemas.openxmlformats.org/drawingml/2006/main">
            <a:r>
              <a:t>- AI 扩大个体任务覆盖范围属于演讲者基于团队实践的分析推演。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1992 年，宏碁共同创办人施振荣在宏碁第一次再造期间提出“微笑曲线”。原模型横轴依次为研发、制造和行销，纵轴为附加价值；它用于说明个人电脑产业中组装的单位附加价值相对较低，而研发与品牌服务两端较高。该模型不主张放弃制造。右图是我借用这一结构提出的工作价值迁移模型：当生成式 AI 降低一般内容、代码、页面与原型的生产成本，人的稀缺贡献更多落在前端的问题定义，以及后端的现场采用、专业验证、异常处理、持续运行和结果责任。右图是概念示意，不是量化行业数据；高难度工程与专业实现仍然具有重要价值。来源：Acer Milestones；智荣基金会《1992 微笑曲线》。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Acer, Milestones: https://www.acer.com/corporate/en/about/milestones</a:t>
            </a:r>
          </a:p>
          <a:p xmlns:a="http://schemas.openxmlformats.org/drawingml/2006/main">
            <a:r>
              <a:t>- 智荣基金会，《1992 微笑曲线》: https://stansfoundation.org/articles/bdfb93</a:t>
            </a:r>
          </a:p>
          <a:p xmlns:a="http://schemas.openxmlformats.org/drawingml/2006/main">
            <a:r>
              <a:t>- 右侧工作价值曲线为演讲者概念模型，不是量化行业数据。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第二部分从企业用人和工作组织出发。企业需要判断，一个人能否在 AI 系统参与的情况下理解任务、组织过程、处理例外并对结果负责。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广东的高技术制造业与工业机器人数据提供产业技术背景；ILO–NASK 指数估计全球职业对生成式 AI 的潜在暴露范围，其中约四分之一就业处于某种暴露梯度，3.3% 处于最高梯度。两组数据的口径和研究对象不同，都不能直接推导广东本地岗位变化，也不能证明课程效果。它们的作用是提示学校进一步分析具体职业任务。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广东省统计局，《2024 年广东经济运行基本情况和特点》。</a:t>
            </a:r>
          </a:p>
          <a:p xmlns:a="http://schemas.openxmlformats.org/drawingml/2006/main">
            <a:r>
              <a:t>- ILO–NASK, Generative AI and Jobs: A Refined Global Index of Occupational Exposure, 2025: https://www.ilo.org/publications/generative-ai-and-jobs-refined-global-index-occupational-exposure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这里所说的 AI 工作系统，是能够围绕目标组织多步行动、保存状态、调用工具、接受检查并根据反馈继续修正的系统。它比聊天机器人或单一工具覆盖更长的任务链，但仍依赖清晰目标、可用信息、可检查反馈和人工授权。课程要让学生理解这一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权范围取决于目标是否清晰、环境是否可观察、反馈能否检查、后果是否可逆。越靠近高影响和难以逆转的情境，人工判断与独立复核越重要。学生不只要会发出指令，还要会判断系统能否执行、何时暂停、谁来批准和由谁负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跨职能是团队属性，并不要求每个人掌握全部专业。团队成员需要共享对目标、上下游、接口和完成标准的理解；个体仍以专业知识、工艺标准、现场经验和关键判断形成纵向专长。AI 系统可以帮助学生理解并初步推进部分非专长环节，但不会自动赋予专业资格。未来人才还需要识别何时必须调用其他专业力量，并把关键判断交给具备相应能力和责任的人。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探索、构建、优化、扩展与维护是一项成果从问题走到长期运行时通常经历的五类工作，不是五个固定岗位。成员对完整生命周期具有基本理解，团队以共同任务模型和完成标准组织协作；不同成员在一至两个环节形成专业纵深，并在关键接口相互复核。AI 系统可辅助个人参与非专长环节，关键质量仍由相应专业角色复核和收尾。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招聘或项目协作时，企业会同时判断一个人能否理解需求和验收标准、组织过程、发现错误、处理例外，并对关键决策作出说明。生成结果只是交付的一部分；专业判断、测试、现场采用和具名责任共同决定这段工作能否被可靠委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个示例性判断情境。学生提交了完整作品，但无法还原过程，不能说明使用了哪些资料和工具，没有测试记录，也不知道出现问题时谁应接管。这样的成果可以证明产物存在，却不足以证明学生具备完整职业能力。课程评价需要区分“作品完成”与“能力形成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第三部分把人才标准转化为课程要求。平台会更新，工具会替换，课程需要持续积累可迁移的任务能力、真实任务及其过程证据。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和平台会持续更新，课程需要让学生接触当时可用的工具，但课程框架不应随产品迭代整体重写。学校需要长期积累代表性任务、可治理的任务状态、学生过程证据、评价标准和教师经验，并检验学生能否独立迁移这些能力。教育数据的连续性必须服从明确用途、最小权限、保存期限以及撤回和删除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校现有方案已经形成清晰基础：“1+N”连接通用模块与专业适配，六个项目承载学生在校成长情境，教学流程、资源、多元评价和课程中心支撑持续实施。这些建设回答了课程能否开设、教师能否组织、资源能否积累以及课程能否迭代。它们是下一阶段的必要条件，但不应被直接解释为学生已经具备完整职业能力。来源：深圳城市职业学院（深圳技师学院）《AI 通识课程建设汇报》，2026-08-28，第 18、25—34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深圳城市职业学院（深圳技师学院），《AI 通识课程建设汇报》，2026-08-28，第 18、25—34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阶段不需要推翻现有课程，而是增加职业任务的真实性和证据强度。课程项目要说明服务对象、现场条件、专业约束、失败情形和验收标准；评价要同时保留结果、过程、验证和责任证据；智能体实践要加入状态记录、检查点、异常处理与人工接管；企业参与则要从一般讲座或结果评分，延伸到任务、约束、标准与运行证据的共同设计。该页提出的是下一阶段计划，不是已经完成的课程成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有限学时更需要取舍。课程可以选择一个风险可控、能够反复练习的真实任务，让学生完整经历任务理解、协作组织、结果验证和责任说明。课程是否完成，应由学生留下的证据判断，而不是由工具清单判断。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中的三项任务用于说明共同能力与专业约束的关系，不是统一课程模板，也不是已经验证的教学案例。制造任务受设备、工艺和安全约束；电商设计涉及品牌、平台规则、版权与事实准确性；现代服务涉及客户权益、规则解释和升级处理。职业院校的实践教学与行业联系，使这些能力能够进入具体专业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证据缺一不可。结果证据说明交付物是否合格；过程证据说明学生如何组织任务；验证证据说明他是否具备发现和修正错误的能力；责任证据说明关键决策、数据来源、授权边界和接管条件是否清楚。四者共同支持对职业能力的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工作还包含边界情形与失败路径。课程需要设计数据缺失、规则冲突、异常输入和系统失败等情形，并要求学生留下测试、复现、修正和人工接管记录。此类证据用于判断学生能否在真实环境中识别风险并恢复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第四部分不讨论大规模铺开，而是讨论责任清晰、结果可检查的第一轮共同验证。学校保持育人和教学主体地位，企业补充任务、约束与验收经验。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校决定育人目标、课程标准、教学组织、评价与治理。企业和行业主体提供真实任务、岗位情境、工程约束与运行经验。任务选择、教学转化、试点设计、证据复核和迭代修订属于共同事项，需要预先约定决策权、复核主体与数据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参与若仅限于设备或平台培训，课程仍然缺少真实工作的任务结构。代表性任务、工程约束、验收标准与运行证据，能够帮助课程接近真实职业情境；任务怎样被教、学生怎样学习、评价怎样实施，仍由学校和教师依据育人目标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轮试点应尽量小，但证据必须完整。可以由两到三所学校和一家行业伙伴共同选择一项任务，形成任务书、实施记录、共同量表和验证报告。九十天的目标不是证明模式已经成功，而是识别哪些能力可以共同定义，哪些任务必须保留专业差异，以及下一轮需要修正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把三个问题交给圆桌。第一，有限学时中哪一项任务与哪些能力必须保留；第二，除作品外还需要哪些证据；第三，多校和企业能够在九十天内共同验证什么。未来人才需要能够定义问题、组织人机协作、验证结果，并在必要时接管任务、承担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本页为演讲者实践观察、分析判断或课程建设建议，无外部统计主张。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83b7112124c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81037fa4c34ed7" /><Relationship Type="http://schemas.openxmlformats.org/officeDocument/2006/relationships/slideLayout" Target="/ppt/slideLayouts/slideLayout1.xml" Id="Raf18f6bc3fa04f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18f6bc3fa04f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af08cf0d74f52" /><Relationship Type="http://schemas.openxmlformats.org/officeDocument/2006/relationships/image" Target="/ppt/media/image.png" Id="R2380776d2ba440a3" /><Relationship Type="http://schemas.openxmlformats.org/officeDocument/2006/relationships/notesSlide" Target="/ppt/notesSlides/notesSlide1.xml" Id="R91e916ad95a548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79af0fb334d4a" /><Relationship Type="http://schemas.openxmlformats.org/officeDocument/2006/relationships/image" Target="/ppt/media/image2.png" Id="R9ecf838d271e4f60" /><Relationship Type="http://schemas.openxmlformats.org/officeDocument/2006/relationships/notesSlide" Target="/ppt/notesSlides/notesSlide2.xml" Id="Ra6ff3f77123842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c8f9423e84da9" /><Relationship Type="http://schemas.openxmlformats.org/officeDocument/2006/relationships/image" Target="/ppt/media/image3.png" Id="Re0abde6ca5a3408f" /><Relationship Type="http://schemas.openxmlformats.org/officeDocument/2006/relationships/notesSlide" Target="/ppt/notesSlides/notesSlide3.xml" Id="R9a2df88ce56f43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a7abcd74145b2" /><Relationship Type="http://schemas.openxmlformats.org/officeDocument/2006/relationships/image" Target="/ppt/media/image4.png" Id="Rba9b6c8ec9404b0c" /><Relationship Type="http://schemas.openxmlformats.org/officeDocument/2006/relationships/notesSlide" Target="/ppt/notesSlides/notesSlide4.xml" Id="R1aa1516e5c9244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99c0a34b74f9c" /><Relationship Type="http://schemas.openxmlformats.org/officeDocument/2006/relationships/image" Target="/ppt/media/image5.png" Id="Ra5eefe7d27a54b78" /><Relationship Type="http://schemas.openxmlformats.org/officeDocument/2006/relationships/notesSlide" Target="/ppt/notesSlides/notesSlide5.xml" Id="Rea0e13011dd540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0cac003eb4d6a" /><Relationship Type="http://schemas.openxmlformats.org/officeDocument/2006/relationships/image" Target="/ppt/media/image6.png" Id="Ra6e70a6103034c87" /><Relationship Type="http://schemas.openxmlformats.org/officeDocument/2006/relationships/notesSlide" Target="/ppt/notesSlides/notesSlide6.xml" Id="R059207201ae94a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2fbf8ab2b4320" /><Relationship Type="http://schemas.openxmlformats.org/officeDocument/2006/relationships/image" Target="/ppt/media/image7.png" Id="R01402c12ea764f5c" /><Relationship Type="http://schemas.openxmlformats.org/officeDocument/2006/relationships/notesSlide" Target="/ppt/notesSlides/notesSlide7.xml" Id="R838ef9bd82174e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dd2e8c15349c4" /><Relationship Type="http://schemas.openxmlformats.org/officeDocument/2006/relationships/image" Target="/ppt/media/image8.png" Id="R6785569179644404" /><Relationship Type="http://schemas.openxmlformats.org/officeDocument/2006/relationships/notesSlide" Target="/ppt/notesSlides/notesSlide8.xml" Id="Rb90e27f4eaa946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5b31b17b843e0" /><Relationship Type="http://schemas.openxmlformats.org/officeDocument/2006/relationships/image" Target="/ppt/media/image9.png" Id="R38ecf9ab79934b7d" /><Relationship Type="http://schemas.openxmlformats.org/officeDocument/2006/relationships/notesSlide" Target="/ppt/notesSlides/notesSlide9.xml" Id="Ra36db9e7c1ca4f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cb69613b040cb" /><Relationship Type="http://schemas.openxmlformats.org/officeDocument/2006/relationships/image" Target="/ppt/media/image10.png" Id="Rf1f35acd4f14490f" /><Relationship Type="http://schemas.openxmlformats.org/officeDocument/2006/relationships/notesSlide" Target="/ppt/notesSlides/notesSlide10.xml" Id="Rdbb2d4529b3f4b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c4ec97b7649e2" /><Relationship Type="http://schemas.openxmlformats.org/officeDocument/2006/relationships/image" Target="/ppt/media/image11.png" Id="Ra9fe0f69cfe64560" /><Relationship Type="http://schemas.openxmlformats.org/officeDocument/2006/relationships/notesSlide" Target="/ppt/notesSlides/notesSlide11.xml" Id="R8675ed6394fe4a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265909dfb43f9" /><Relationship Type="http://schemas.openxmlformats.org/officeDocument/2006/relationships/image" Target="/ppt/media/image12.png" Id="R11a4b7f10bdc4c23" /><Relationship Type="http://schemas.openxmlformats.org/officeDocument/2006/relationships/notesSlide" Target="/ppt/notesSlides/notesSlide12.xml" Id="R5661aa6765c943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651a1a868458c" /><Relationship Type="http://schemas.openxmlformats.org/officeDocument/2006/relationships/image" Target="/ppt/media/image13.png" Id="R7d302a61205d49e4" /><Relationship Type="http://schemas.openxmlformats.org/officeDocument/2006/relationships/notesSlide" Target="/ppt/notesSlides/notesSlide13.xml" Id="Rabe3fce2193849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63f3c00b94fb7" /><Relationship Type="http://schemas.openxmlformats.org/officeDocument/2006/relationships/image" Target="/ppt/media/image14.png" Id="R51fb4f2ad7a7431d" /><Relationship Type="http://schemas.openxmlformats.org/officeDocument/2006/relationships/notesSlide" Target="/ppt/notesSlides/notesSlide14.xml" Id="R3c7262b08d2b40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f70dcc53645fa" /><Relationship Type="http://schemas.openxmlformats.org/officeDocument/2006/relationships/image" Target="/ppt/media/image15.png" Id="R97d734faebcd4f5f" /><Relationship Type="http://schemas.openxmlformats.org/officeDocument/2006/relationships/notesSlide" Target="/ppt/notesSlides/notesSlide15.xml" Id="R18f05b00740548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2852442a647f2" /><Relationship Type="http://schemas.openxmlformats.org/officeDocument/2006/relationships/image" Target="/ppt/media/image16.png" Id="R6da4718ec5534585" /><Relationship Type="http://schemas.openxmlformats.org/officeDocument/2006/relationships/notesSlide" Target="/ppt/notesSlides/notesSlide16.xml" Id="Rf20643193d2f4a2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6ed02094849ce" /><Relationship Type="http://schemas.openxmlformats.org/officeDocument/2006/relationships/image" Target="/ppt/media/image17.png" Id="Rd67dd9c6c54d4535" /><Relationship Type="http://schemas.openxmlformats.org/officeDocument/2006/relationships/notesSlide" Target="/ppt/notesSlides/notesSlide17.xml" Id="Rb2c4edcd2d9b41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2f4f5a3664fdb" /><Relationship Type="http://schemas.openxmlformats.org/officeDocument/2006/relationships/image" Target="/ppt/media/image18.png" Id="R2d19640633bf44da" /><Relationship Type="http://schemas.openxmlformats.org/officeDocument/2006/relationships/notesSlide" Target="/ppt/notesSlides/notesSlide18.xml" Id="Rb4a5bbb2409349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83c8051284c80" /><Relationship Type="http://schemas.openxmlformats.org/officeDocument/2006/relationships/image" Target="/ppt/media/image19.png" Id="R6771dc8bda194637" /><Relationship Type="http://schemas.openxmlformats.org/officeDocument/2006/relationships/notesSlide" Target="/ppt/notesSlides/notesSlide19.xml" Id="Rb9fcec6497a54e1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b175220b149ec" /><Relationship Type="http://schemas.openxmlformats.org/officeDocument/2006/relationships/image" Target="/ppt/media/image20.png" Id="R324cda05bf8341e4" /><Relationship Type="http://schemas.openxmlformats.org/officeDocument/2006/relationships/notesSlide" Target="/ppt/notesSlides/notesSlide20.xml" Id="R2d00d3869c2e48f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0b84cc2f641ff" /><Relationship Type="http://schemas.openxmlformats.org/officeDocument/2006/relationships/image" Target="/ppt/media/image21.png" Id="R5a5c433732814ead" /><Relationship Type="http://schemas.openxmlformats.org/officeDocument/2006/relationships/notesSlide" Target="/ppt/notesSlides/notesSlide21.xml" Id="Rfdd5374f92d3447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ffde580424456" /><Relationship Type="http://schemas.openxmlformats.org/officeDocument/2006/relationships/image" Target="/ppt/media/image22.png" Id="R858cf24fb92744f6" /><Relationship Type="http://schemas.openxmlformats.org/officeDocument/2006/relationships/notesSlide" Target="/ppt/notesSlides/notesSlide22.xml" Id="R3876a01d68fb437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c1bc02ca4424c" /><Relationship Type="http://schemas.openxmlformats.org/officeDocument/2006/relationships/image" Target="/ppt/media/image23.png" Id="R01999e591f4c4a7a" /><Relationship Type="http://schemas.openxmlformats.org/officeDocument/2006/relationships/notesSlide" Target="/ppt/notesSlides/notesSlide23.xml" Id="R4ab46f0210ab41e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987711e0c4d0d" /><Relationship Type="http://schemas.openxmlformats.org/officeDocument/2006/relationships/image" Target="/ppt/media/image24.png" Id="Rb02c31f28a344fc7" /><Relationship Type="http://schemas.openxmlformats.org/officeDocument/2006/relationships/notesSlide" Target="/ppt/notesSlides/notesSlide24.xml" Id="R3a7b3e70b8694ed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3d0eec04f4265" /><Relationship Type="http://schemas.openxmlformats.org/officeDocument/2006/relationships/image" Target="/ppt/media/image25.png" Id="Ra1512dafe1eb4a37" /><Relationship Type="http://schemas.openxmlformats.org/officeDocument/2006/relationships/notesSlide" Target="/ppt/notesSlides/notesSlide25.xml" Id="R6bff34141e8a463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f7e2df79646bf" /><Relationship Type="http://schemas.openxmlformats.org/officeDocument/2006/relationships/image" Target="/ppt/media/image26.png" Id="R153cc6fd309f4aad" /><Relationship Type="http://schemas.openxmlformats.org/officeDocument/2006/relationships/notesSlide" Target="/ppt/notesSlides/notesSlide26.xml" Id="R2ce95e1b8af441e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1f071cae64a0d" /><Relationship Type="http://schemas.openxmlformats.org/officeDocument/2006/relationships/image" Target="/ppt/media/image27.png" Id="R5730c3d1f34e41fc" /><Relationship Type="http://schemas.openxmlformats.org/officeDocument/2006/relationships/notesSlide" Target="/ppt/notesSlides/notesSlide27.xml" Id="Rde7867e82b724fc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08bb5e57a4313" /><Relationship Type="http://schemas.openxmlformats.org/officeDocument/2006/relationships/image" Target="/ppt/media/image28.png" Id="R59e65984084a4c1b" /><Relationship Type="http://schemas.openxmlformats.org/officeDocument/2006/relationships/notesSlide" Target="/ppt/notesSlides/notesSlide28.xml" Id="R17d468816f2245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0776d2ba440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549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f838d271e4f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7035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bde6ca5a340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377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b6c8ec9404b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2377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efe7d27a54b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93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70a6103034c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0961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02c12ea764f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201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55691796444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966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cf9ab79934b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749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35acd4f1449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5610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e0f69cfe645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513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4b7f10bdc4c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6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02a61205d49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8103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b4f2ad7a743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7640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734faebcd4f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9683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4718ec55345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1821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dd9c6c54d45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3814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9640633bf44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013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1dc8bda1946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113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cda05bf8341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5328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c433732814e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841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cf24fb92744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4916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99e591f4c4a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12723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c31f28a344fc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020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12dafe1eb4a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420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cc6fd309f4a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510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0c3d1f34e41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6332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65984084a4c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13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2026-08-27T16:43:43.4070000Z</dcterms:created>
  <dcterms:modified xsi:type="dcterms:W3CDTF">2026-08-27T16:43:43.4070000Z</dcterms:modified>
</coreProperties>
</file>